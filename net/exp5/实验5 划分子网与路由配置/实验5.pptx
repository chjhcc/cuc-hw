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62" r:id="rId4"/>
    <p:sldId id="259" r:id="rId5"/>
    <p:sldId id="257" r:id="rId6"/>
    <p:sldId id="263" r:id="rId7"/>
    <p:sldId id="261" r:id="rId8"/>
    <p:sldId id="260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66" autoAdjust="0"/>
  </p:normalViewPr>
  <p:slideViewPr>
    <p:cSldViewPr>
      <p:cViewPr varScale="1">
        <p:scale>
          <a:sx n="75" d="100"/>
          <a:sy n="75" d="100"/>
        </p:scale>
        <p:origin x="15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 伯谱" userId="4b91c252c3cca020" providerId="LiveId" clId="{A2B5A7DD-2715-4F42-8A19-97A784FF3D98}"/>
    <pc:docChg chg="undo custSel addSld modSld sldOrd">
      <pc:chgData name="曹 伯谱" userId="4b91c252c3cca020" providerId="LiveId" clId="{A2B5A7DD-2715-4F42-8A19-97A784FF3D98}" dt="2020-05-25T08:41:00.233" v="1412" actId="20577"/>
      <pc:docMkLst>
        <pc:docMk/>
      </pc:docMkLst>
      <pc:sldChg chg="modSp mod">
        <pc:chgData name="曹 伯谱" userId="4b91c252c3cca020" providerId="LiveId" clId="{A2B5A7DD-2715-4F42-8A19-97A784FF3D98}" dt="2020-05-24T03:03:11.137" v="57" actId="6549"/>
        <pc:sldMkLst>
          <pc:docMk/>
          <pc:sldMk cId="3736095121" sldId="256"/>
        </pc:sldMkLst>
        <pc:spChg chg="mod">
          <ac:chgData name="曹 伯谱" userId="4b91c252c3cca020" providerId="LiveId" clId="{A2B5A7DD-2715-4F42-8A19-97A784FF3D98}" dt="2020-05-24T03:03:11.137" v="57" actId="6549"/>
          <ac:spMkLst>
            <pc:docMk/>
            <pc:sldMk cId="3736095121" sldId="256"/>
            <ac:spMk id="3" creationId="{00000000-0000-0000-0000-000000000000}"/>
          </ac:spMkLst>
        </pc:spChg>
      </pc:sldChg>
      <pc:sldChg chg="modSp mod">
        <pc:chgData name="曹 伯谱" userId="4b91c252c3cca020" providerId="LiveId" clId="{A2B5A7DD-2715-4F42-8A19-97A784FF3D98}" dt="2020-05-24T05:28:01.187" v="1410" actId="948"/>
        <pc:sldMkLst>
          <pc:docMk/>
          <pc:sldMk cId="4157499168" sldId="257"/>
        </pc:sldMkLst>
        <pc:spChg chg="mod">
          <ac:chgData name="曹 伯谱" userId="4b91c252c3cca020" providerId="LiveId" clId="{A2B5A7DD-2715-4F42-8A19-97A784FF3D98}" dt="2020-05-24T05:28:01.187" v="1410" actId="948"/>
          <ac:spMkLst>
            <pc:docMk/>
            <pc:sldMk cId="4157499168" sldId="257"/>
            <ac:spMk id="3" creationId="{00000000-0000-0000-0000-000000000000}"/>
          </ac:spMkLst>
        </pc:spChg>
      </pc:sldChg>
      <pc:sldChg chg="modSp mod">
        <pc:chgData name="曹 伯谱" userId="4b91c252c3cca020" providerId="LiveId" clId="{A2B5A7DD-2715-4F42-8A19-97A784FF3D98}" dt="2020-05-24T05:27:28.433" v="1408" actId="404"/>
        <pc:sldMkLst>
          <pc:docMk/>
          <pc:sldMk cId="1973835295" sldId="258"/>
        </pc:sldMkLst>
        <pc:spChg chg="mod">
          <ac:chgData name="曹 伯谱" userId="4b91c252c3cca020" providerId="LiveId" clId="{A2B5A7DD-2715-4F42-8A19-97A784FF3D98}" dt="2020-05-24T05:27:28.433" v="1408" actId="404"/>
          <ac:spMkLst>
            <pc:docMk/>
            <pc:sldMk cId="1973835295" sldId="258"/>
            <ac:spMk id="2" creationId="{00000000-0000-0000-0000-000000000000}"/>
          </ac:spMkLst>
        </pc:spChg>
      </pc:sldChg>
      <pc:sldChg chg="addSp delSp modSp mod">
        <pc:chgData name="曹 伯谱" userId="4b91c252c3cca020" providerId="LiveId" clId="{A2B5A7DD-2715-4F42-8A19-97A784FF3D98}" dt="2020-05-24T03:29:34.308" v="866" actId="1035"/>
        <pc:sldMkLst>
          <pc:docMk/>
          <pc:sldMk cId="3389804409" sldId="259"/>
        </pc:sldMkLst>
        <pc:spChg chg="add del mod">
          <ac:chgData name="曹 伯谱" userId="4b91c252c3cca020" providerId="LiveId" clId="{A2B5A7DD-2715-4F42-8A19-97A784FF3D98}" dt="2020-05-24T03:29:15.076" v="854" actId="478"/>
          <ac:spMkLst>
            <pc:docMk/>
            <pc:sldMk cId="3389804409" sldId="259"/>
            <ac:spMk id="2" creationId="{2F3F298E-C192-411D-ACD4-BDB51A8AAD53}"/>
          </ac:spMkLst>
        </pc:spChg>
        <pc:spChg chg="mod">
          <ac:chgData name="曹 伯谱" userId="4b91c252c3cca020" providerId="LiveId" clId="{A2B5A7DD-2715-4F42-8A19-97A784FF3D98}" dt="2020-05-24T03:29:28.472" v="860" actId="121"/>
          <ac:spMkLst>
            <pc:docMk/>
            <pc:sldMk cId="3389804409" sldId="259"/>
            <ac:spMk id="3" creationId="{00000000-0000-0000-0000-000000000000}"/>
          </ac:spMkLst>
        </pc:spChg>
        <pc:picChg chg="add mod ord">
          <ac:chgData name="曹 伯谱" userId="4b91c252c3cca020" providerId="LiveId" clId="{A2B5A7DD-2715-4F42-8A19-97A784FF3D98}" dt="2020-05-24T03:29:34.308" v="866" actId="1035"/>
          <ac:picMkLst>
            <pc:docMk/>
            <pc:sldMk cId="3389804409" sldId="259"/>
            <ac:picMk id="4" creationId="{CA6CD2A7-3A6C-42F9-A50A-D4230A9371BE}"/>
          </ac:picMkLst>
        </pc:picChg>
        <pc:picChg chg="del mod">
          <ac:chgData name="曹 伯谱" userId="4b91c252c3cca020" providerId="LiveId" clId="{A2B5A7DD-2715-4F42-8A19-97A784FF3D98}" dt="2020-05-24T03:29:12.312" v="853" actId="478"/>
          <ac:picMkLst>
            <pc:docMk/>
            <pc:sldMk cId="3389804409" sldId="259"/>
            <ac:picMk id="1026" creationId="{00000000-0000-0000-0000-000000000000}"/>
          </ac:picMkLst>
        </pc:picChg>
      </pc:sldChg>
      <pc:sldChg chg="addSp delSp modSp mod delAnim modNotesTx">
        <pc:chgData name="曹 伯谱" userId="4b91c252c3cca020" providerId="LiveId" clId="{A2B5A7DD-2715-4F42-8A19-97A784FF3D98}" dt="2020-05-25T08:41:00.233" v="1412" actId="20577"/>
        <pc:sldMkLst>
          <pc:docMk/>
          <pc:sldMk cId="1493697182" sldId="260"/>
        </pc:sldMkLst>
        <pc:spChg chg="mod">
          <ac:chgData name="曹 伯谱" userId="4b91c252c3cca020" providerId="LiveId" clId="{A2B5A7DD-2715-4F42-8A19-97A784FF3D98}" dt="2020-05-24T03:19:39.571" v="751" actId="404"/>
          <ac:spMkLst>
            <pc:docMk/>
            <pc:sldMk cId="1493697182" sldId="260"/>
            <ac:spMk id="3" creationId="{00000000-0000-0000-0000-000000000000}"/>
          </ac:spMkLst>
        </pc:spChg>
        <pc:spChg chg="mod">
          <ac:chgData name="曹 伯谱" userId="4b91c252c3cca020" providerId="LiveId" clId="{A2B5A7DD-2715-4F42-8A19-97A784FF3D98}" dt="2020-05-24T04:54:52.619" v="1032" actId="14100"/>
          <ac:spMkLst>
            <pc:docMk/>
            <pc:sldMk cId="1493697182" sldId="260"/>
            <ac:spMk id="8" creationId="{00000000-0000-0000-0000-000000000000}"/>
          </ac:spMkLst>
        </pc:spChg>
        <pc:spChg chg="mod">
          <ac:chgData name="曹 伯谱" userId="4b91c252c3cca020" providerId="LiveId" clId="{A2B5A7DD-2715-4F42-8A19-97A784FF3D98}" dt="2020-05-25T08:41:00.233" v="1412" actId="20577"/>
          <ac:spMkLst>
            <pc:docMk/>
            <pc:sldMk cId="1493697182" sldId="260"/>
            <ac:spMk id="10" creationId="{00000000-0000-0000-0000-000000000000}"/>
          </ac:spMkLst>
        </pc:spChg>
        <pc:picChg chg="add mod ord modCrop">
          <ac:chgData name="曹 伯谱" userId="4b91c252c3cca020" providerId="LiveId" clId="{A2B5A7DD-2715-4F42-8A19-97A784FF3D98}" dt="2020-05-24T04:54:35.286" v="1029" actId="732"/>
          <ac:picMkLst>
            <pc:docMk/>
            <pc:sldMk cId="1493697182" sldId="260"/>
            <ac:picMk id="2" creationId="{A3427914-6C7A-4FD1-A666-0989935BDF6E}"/>
          </ac:picMkLst>
        </pc:picChg>
        <pc:picChg chg="del">
          <ac:chgData name="曹 伯谱" userId="4b91c252c3cca020" providerId="LiveId" clId="{A2B5A7DD-2715-4F42-8A19-97A784FF3D98}" dt="2020-05-24T04:53:40.833" v="1020" actId="478"/>
          <ac:picMkLst>
            <pc:docMk/>
            <pc:sldMk cId="1493697182" sldId="260"/>
            <ac:picMk id="7" creationId="{00000000-0000-0000-0000-000000000000}"/>
          </ac:picMkLst>
        </pc:picChg>
      </pc:sldChg>
      <pc:sldChg chg="modSp new mod ord">
        <pc:chgData name="曹 伯谱" userId="4b91c252c3cca020" providerId="LiveId" clId="{A2B5A7DD-2715-4F42-8A19-97A784FF3D98}" dt="2020-05-24T05:27:04.655" v="1405" actId="27636"/>
        <pc:sldMkLst>
          <pc:docMk/>
          <pc:sldMk cId="800013920" sldId="261"/>
        </pc:sldMkLst>
        <pc:spChg chg="mod">
          <ac:chgData name="曹 伯谱" userId="4b91c252c3cca020" providerId="LiveId" clId="{A2B5A7DD-2715-4F42-8A19-97A784FF3D98}" dt="2020-05-24T05:27:04.655" v="1405" actId="27636"/>
          <ac:spMkLst>
            <pc:docMk/>
            <pc:sldMk cId="800013920" sldId="261"/>
            <ac:spMk id="2" creationId="{E1EB2606-B951-4C09-B132-C4F23DBE194F}"/>
          </ac:spMkLst>
        </pc:spChg>
        <pc:spChg chg="mod">
          <ac:chgData name="曹 伯谱" userId="4b91c252c3cca020" providerId="LiveId" clId="{A2B5A7DD-2715-4F42-8A19-97A784FF3D98}" dt="2020-05-24T03:04:20.467" v="117"/>
          <ac:spMkLst>
            <pc:docMk/>
            <pc:sldMk cId="800013920" sldId="261"/>
            <ac:spMk id="3" creationId="{45289E78-8FA1-4561-960C-2B9F0557B08A}"/>
          </ac:spMkLst>
        </pc:spChg>
      </pc:sldChg>
      <pc:sldChg chg="modSp new mod">
        <pc:chgData name="曹 伯谱" userId="4b91c252c3cca020" providerId="LiveId" clId="{A2B5A7DD-2715-4F42-8A19-97A784FF3D98}" dt="2020-05-24T05:27:24.547" v="1407" actId="404"/>
        <pc:sldMkLst>
          <pc:docMk/>
          <pc:sldMk cId="2048279660" sldId="262"/>
        </pc:sldMkLst>
        <pc:spChg chg="mod">
          <ac:chgData name="曹 伯谱" userId="4b91c252c3cca020" providerId="LiveId" clId="{A2B5A7DD-2715-4F42-8A19-97A784FF3D98}" dt="2020-05-24T05:27:24.547" v="1407" actId="404"/>
          <ac:spMkLst>
            <pc:docMk/>
            <pc:sldMk cId="2048279660" sldId="262"/>
            <ac:spMk id="2" creationId="{4EA7546D-EC42-4214-B55A-210142942FF4}"/>
          </ac:spMkLst>
        </pc:spChg>
        <pc:spChg chg="mod">
          <ac:chgData name="曹 伯谱" userId="4b91c252c3cca020" providerId="LiveId" clId="{A2B5A7DD-2715-4F42-8A19-97A784FF3D98}" dt="2020-05-24T03:07:42.649" v="248"/>
          <ac:spMkLst>
            <pc:docMk/>
            <pc:sldMk cId="2048279660" sldId="262"/>
            <ac:spMk id="3" creationId="{E8A0BB2A-BD60-451E-BD9F-8F44FD34859E}"/>
          </ac:spMkLst>
        </pc:spChg>
      </pc:sldChg>
      <pc:sldChg chg="modSp new mod">
        <pc:chgData name="曹 伯谱" userId="4b91c252c3cca020" providerId="LiveId" clId="{A2B5A7DD-2715-4F42-8A19-97A784FF3D98}" dt="2020-05-24T05:27:09.916" v="1406" actId="404"/>
        <pc:sldMkLst>
          <pc:docMk/>
          <pc:sldMk cId="1217241906" sldId="263"/>
        </pc:sldMkLst>
        <pc:spChg chg="mod">
          <ac:chgData name="曹 伯谱" userId="4b91c252c3cca020" providerId="LiveId" clId="{A2B5A7DD-2715-4F42-8A19-97A784FF3D98}" dt="2020-05-24T05:27:09.916" v="1406" actId="404"/>
          <ac:spMkLst>
            <pc:docMk/>
            <pc:sldMk cId="1217241906" sldId="263"/>
            <ac:spMk id="2" creationId="{7F6AC09D-E908-482F-88DB-1A4F1B4B15E1}"/>
          </ac:spMkLst>
        </pc:spChg>
        <pc:spChg chg="mod">
          <ac:chgData name="曹 伯谱" userId="4b91c252c3cca020" providerId="LiveId" clId="{A2B5A7DD-2715-4F42-8A19-97A784FF3D98}" dt="2020-05-24T03:19:52.793" v="785"/>
          <ac:spMkLst>
            <pc:docMk/>
            <pc:sldMk cId="1217241906" sldId="263"/>
            <ac:spMk id="3" creationId="{932A81D6-4718-478E-8C58-3677C78D8F01}"/>
          </ac:spMkLst>
        </pc:spChg>
      </pc:sldChg>
    </pc:docChg>
  </pc:docChgLst>
  <pc:docChgLst>
    <pc:chgData name="曹 伯谱" userId="4b91c252c3cca020" providerId="LiveId" clId="{6FCCC562-60F7-499D-BDFA-2AE16ECE3D36}"/>
    <pc:docChg chg="modSld">
      <pc:chgData name="曹 伯谱" userId="4b91c252c3cca020" providerId="LiveId" clId="{6FCCC562-60F7-499D-BDFA-2AE16ECE3D36}" dt="2020-06-13T02:13:13.802" v="4" actId="6549"/>
      <pc:docMkLst>
        <pc:docMk/>
      </pc:docMkLst>
      <pc:sldChg chg="modSp mod">
        <pc:chgData name="曹 伯谱" userId="4b91c252c3cca020" providerId="LiveId" clId="{6FCCC562-60F7-499D-BDFA-2AE16ECE3D36}" dt="2020-06-13T02:13:13.802" v="4" actId="6549"/>
        <pc:sldMkLst>
          <pc:docMk/>
          <pc:sldMk cId="3736095121" sldId="256"/>
        </pc:sldMkLst>
        <pc:spChg chg="mod">
          <ac:chgData name="曹 伯谱" userId="4b91c252c3cca020" providerId="LiveId" clId="{6FCCC562-60F7-499D-BDFA-2AE16ECE3D36}" dt="2020-06-13T02:13:13.802" v="4" actId="6549"/>
          <ac:spMkLst>
            <pc:docMk/>
            <pc:sldMk cId="3736095121" sldId="256"/>
            <ac:spMk id="2" creationId="{00000000-0000-0000-0000-000000000000}"/>
          </ac:spMkLst>
        </pc:spChg>
      </pc:sldChg>
    </pc:docChg>
  </pc:docChgLst>
  <pc:docChgLst>
    <pc:chgData name="曹 伯谱" userId="4b91c252c3cca020" providerId="LiveId" clId="{4D7CCE11-8CB1-4000-B777-1216FD0E55AE}"/>
    <pc:docChg chg="modSld">
      <pc:chgData name="曹 伯谱" userId="4b91c252c3cca020" providerId="LiveId" clId="{4D7CCE11-8CB1-4000-B777-1216FD0E55AE}" dt="2019-05-20T02:14:08.787" v="0" actId="20577"/>
      <pc:docMkLst>
        <pc:docMk/>
      </pc:docMkLst>
      <pc:sldChg chg="modSp">
        <pc:chgData name="曹 伯谱" userId="4b91c252c3cca020" providerId="LiveId" clId="{4D7CCE11-8CB1-4000-B777-1216FD0E55AE}" dt="2019-05-20T02:14:08.787" v="0" actId="20577"/>
        <pc:sldMkLst>
          <pc:docMk/>
          <pc:sldMk cId="1973835295" sldId="258"/>
        </pc:sldMkLst>
        <pc:spChg chg="mod">
          <ac:chgData name="曹 伯谱" userId="4b91c252c3cca020" providerId="LiveId" clId="{4D7CCE11-8CB1-4000-B777-1216FD0E55AE}" dt="2019-05-20T02:14:08.787" v="0" actId="20577"/>
          <ac:spMkLst>
            <pc:docMk/>
            <pc:sldMk cId="1973835295" sldId="25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1B138-9433-4298-AD4C-0BBE0D336241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F93A-C031-4EC0-8C5B-96E968808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06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Muyunuu/article/details/117045655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在</a:t>
            </a:r>
            <a:r>
              <a:rPr lang="en-US" altLang="zh-CN" sz="1200" dirty="0"/>
              <a:t>rip network</a:t>
            </a:r>
            <a:r>
              <a:rPr lang="zh-CN" altLang="en-US" sz="1200" dirty="0"/>
              <a:t>命令后，输入划分子网的子网号，会显示其主类网络号，即路由器上包含在这个主类网络中的子网络都会被</a:t>
            </a:r>
            <a:r>
              <a:rPr lang="en-US" altLang="zh-CN" sz="1200" dirty="0"/>
              <a:t>RIP</a:t>
            </a:r>
            <a:r>
              <a:rPr lang="zh-CN" altLang="en-US" sz="1200" dirty="0"/>
              <a:t>通告</a:t>
            </a:r>
            <a:endParaRPr lang="en-US" altLang="zh-CN" sz="1200" dirty="0"/>
          </a:p>
          <a:p>
            <a:r>
              <a:rPr lang="zh-CN" altLang="en-US" sz="1200" dirty="0"/>
              <a:t>想</a:t>
            </a:r>
            <a:r>
              <a:rPr lang="en-US" altLang="zh-CN" sz="1200" dirty="0"/>
              <a:t>RIP</a:t>
            </a:r>
            <a:r>
              <a:rPr lang="zh-CN" altLang="en-US" sz="1200" dirty="0"/>
              <a:t>通告子网号和掩码，需要使用</a:t>
            </a:r>
            <a:r>
              <a:rPr lang="en-US" altLang="zh-CN" sz="1200" dirty="0"/>
              <a:t>v2</a:t>
            </a:r>
            <a:r>
              <a:rPr lang="zh-CN" altLang="en-US" sz="1200" dirty="0"/>
              <a:t>版，并配合命令</a:t>
            </a:r>
            <a:r>
              <a:rPr lang="en-US" altLang="zh-CN" sz="1200" dirty="0"/>
              <a:t>no auto-summary</a:t>
            </a:r>
          </a:p>
          <a:p>
            <a:r>
              <a:rPr lang="en-US" altLang="zh-CN" sz="1200" dirty="0"/>
              <a:t>no auto-summary </a:t>
            </a:r>
            <a:r>
              <a:rPr lang="zh-CN" altLang="en-US" sz="1200" dirty="0"/>
              <a:t>的作用是关闭自动汇聚，使路由器在通告路由时按无类别的子网地址和掩码进行通告，而不是汇聚到主类别再通告。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dirty="0">
                <a:hlinkClick r:id="rId3"/>
              </a:rPr>
              <a:t>(11</a:t>
            </a:r>
            <a:r>
              <a:rPr lang="zh-CN" altLang="en-US" dirty="0">
                <a:hlinkClick r:id="rId3"/>
              </a:rPr>
              <a:t>条消息</a:t>
            </a:r>
            <a:r>
              <a:rPr lang="en-US" altLang="zh-CN" dirty="0">
                <a:hlinkClick r:id="rId3"/>
              </a:rPr>
              <a:t>) </a:t>
            </a:r>
            <a:r>
              <a:rPr lang="en-US" altLang="zh-CN" dirty="0" err="1">
                <a:hlinkClick r:id="rId3"/>
              </a:rPr>
              <a:t>PacketTracer</a:t>
            </a:r>
            <a:r>
              <a:rPr lang="en-US" altLang="zh-CN" dirty="0">
                <a:hlinkClick r:id="rId3"/>
              </a:rPr>
              <a:t> </a:t>
            </a:r>
            <a:r>
              <a:rPr lang="zh-CN" altLang="en-US" dirty="0">
                <a:hlinkClick r:id="rId3"/>
              </a:rPr>
              <a:t>静态路由和 </a:t>
            </a:r>
            <a:r>
              <a:rPr lang="en-US" altLang="zh-CN" dirty="0">
                <a:hlinkClick r:id="rId3"/>
              </a:rPr>
              <a:t>RIP</a:t>
            </a:r>
            <a:r>
              <a:rPr lang="zh-CN" altLang="en-US" dirty="0">
                <a:hlinkClick r:id="rId3"/>
              </a:rPr>
              <a:t>配置实验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幼儿算数的博客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4F93A-C031-4EC0-8C5B-96E9688086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32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实验五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4149080"/>
            <a:ext cx="7772400" cy="1199704"/>
          </a:xfrm>
        </p:spPr>
        <p:txBody>
          <a:bodyPr>
            <a:normAutofit/>
          </a:bodyPr>
          <a:lstStyle/>
          <a:p>
            <a:r>
              <a:rPr lang="en-US" altLang="zh-CN" sz="4400" dirty="0"/>
              <a:t>IP</a:t>
            </a:r>
            <a:r>
              <a:rPr lang="zh-CN" altLang="en-US" sz="4400" dirty="0"/>
              <a:t>网络划分与路由配置</a:t>
            </a:r>
          </a:p>
        </p:txBody>
      </p:sp>
    </p:spTree>
    <p:extLst>
      <p:ext uri="{BB962C8B-B14F-4D97-AF65-F5344CB8AC3E}">
        <p14:creationId xmlns:p14="http://schemas.microsoft.com/office/powerpoint/2010/main" val="373609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熟练掌握</a:t>
            </a:r>
            <a:r>
              <a:rPr lang="en-US" altLang="zh-CN" sz="2400" dirty="0"/>
              <a:t>IP</a:t>
            </a:r>
            <a:r>
              <a:rPr lang="zh-CN" altLang="en-US" sz="2400" dirty="0"/>
              <a:t>网络划分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掌握静态路由配置，理解路由表原理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理解动态路由、尝试</a:t>
            </a:r>
            <a:r>
              <a:rPr lang="en-US" altLang="zh-CN" sz="2400" dirty="0"/>
              <a:t>RIP</a:t>
            </a:r>
            <a:r>
              <a:rPr lang="zh-CN" altLang="en-US" sz="2400" dirty="0"/>
              <a:t>协议配置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学习如何</a:t>
            </a:r>
            <a:r>
              <a:rPr lang="en-US" altLang="zh-CN" sz="2400" dirty="0"/>
              <a:t>Troubleshooting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383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EA7546D-EC42-4214-B55A-210142942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先学习</a:t>
            </a:r>
            <a:r>
              <a:rPr lang="en-US" altLang="zh-CN" sz="2400" dirty="0"/>
              <a:t>Demo</a:t>
            </a:r>
            <a:r>
              <a:rPr lang="zh-CN" altLang="en-US" sz="2400" dirty="0"/>
              <a:t>示例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demo-static </a:t>
            </a:r>
            <a:r>
              <a:rPr lang="en-US" altLang="zh-CN" sz="2000" dirty="0" err="1"/>
              <a:t>route.pkt</a:t>
            </a:r>
            <a:r>
              <a:rPr lang="en-US" altLang="zh-CN" sz="2000" dirty="0"/>
              <a:t> </a:t>
            </a:r>
            <a:r>
              <a:rPr lang="zh-CN" altLang="en-US" sz="2000" dirty="0"/>
              <a:t>中配置了静态路由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demo-</a:t>
            </a:r>
            <a:r>
              <a:rPr lang="en-US" altLang="zh-CN" sz="2000" dirty="0" err="1"/>
              <a:t>RIP.pkt</a:t>
            </a:r>
            <a:r>
              <a:rPr lang="en-US" altLang="zh-CN" sz="2000" dirty="0"/>
              <a:t> </a:t>
            </a:r>
            <a:r>
              <a:rPr lang="zh-CN" altLang="en-US" sz="2000" dirty="0"/>
              <a:t>中配置了</a:t>
            </a:r>
            <a:r>
              <a:rPr lang="en-US" altLang="zh-CN" sz="2000" dirty="0"/>
              <a:t>RIP</a:t>
            </a:r>
            <a:r>
              <a:rPr lang="zh-CN" altLang="en-US" sz="2000" dirty="0"/>
              <a:t>协议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观察路由表，测试各主机间的连通性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8A0BB2A-BD60-451E-BD9F-8F44FD34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预热</a:t>
            </a:r>
          </a:p>
        </p:txBody>
      </p:sp>
    </p:spTree>
    <p:extLst>
      <p:ext uri="{BB962C8B-B14F-4D97-AF65-F5344CB8AC3E}">
        <p14:creationId xmlns:p14="http://schemas.microsoft.com/office/powerpoint/2010/main" val="204827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A6CD2A7-3A6C-42F9-A50A-D4230A93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32"/>
            <a:ext cx="9144000" cy="619327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r"/>
            <a:r>
              <a:rPr lang="zh-CN" altLang="en-US" dirty="0"/>
              <a:t>网络拓扑</a:t>
            </a:r>
          </a:p>
        </p:txBody>
      </p:sp>
    </p:spTree>
    <p:extLst>
      <p:ext uri="{BB962C8B-B14F-4D97-AF65-F5344CB8AC3E}">
        <p14:creationId xmlns:p14="http://schemas.microsoft.com/office/powerpoint/2010/main" val="3389804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579296" cy="496855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dirty="0"/>
              <a:t>步骤：</a:t>
            </a:r>
            <a:endParaRPr lang="en-US" altLang="zh-CN" dirty="0"/>
          </a:p>
          <a:p>
            <a:pPr marL="850392" lvl="1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Packet Tracer</a:t>
            </a:r>
            <a:r>
              <a:rPr lang="zh-CN" altLang="en-US" dirty="0"/>
              <a:t>中搭建网络，打开路由器接口</a:t>
            </a:r>
            <a:endParaRPr lang="en-US" altLang="zh-CN" dirty="0"/>
          </a:p>
          <a:p>
            <a:pPr lvl="2">
              <a:lnSpc>
                <a:spcPct val="140000"/>
              </a:lnSpc>
              <a:spcBef>
                <a:spcPts val="0"/>
              </a:spcBef>
            </a:pPr>
            <a:r>
              <a:rPr lang="zh-CN" altLang="en-US" dirty="0"/>
              <a:t>其中，</a:t>
            </a:r>
            <a:r>
              <a:rPr lang="en-US" altLang="zh-CN" dirty="0"/>
              <a:t>router11</a:t>
            </a:r>
            <a:r>
              <a:rPr lang="zh-CN" altLang="en-US" dirty="0"/>
              <a:t>和</a:t>
            </a:r>
            <a:r>
              <a:rPr lang="en-US" altLang="zh-CN" dirty="0"/>
              <a:t>router12</a:t>
            </a:r>
            <a:r>
              <a:rPr lang="zh-CN" altLang="en-US" dirty="0"/>
              <a:t>之间使用串行链路连接，不需要进行链路层配置</a:t>
            </a:r>
            <a:endParaRPr lang="en-US" altLang="zh-CN" dirty="0"/>
          </a:p>
          <a:p>
            <a:pPr marL="850392" lvl="1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规划并为各设备接口配置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2">
              <a:lnSpc>
                <a:spcPct val="140000"/>
              </a:lnSpc>
              <a:spcBef>
                <a:spcPts val="0"/>
              </a:spcBef>
            </a:pPr>
            <a:r>
              <a:rPr lang="zh-CN" altLang="en-US" dirty="0"/>
              <a:t>校园网的总地址块为</a:t>
            </a:r>
            <a:r>
              <a:rPr lang="en-US" altLang="zh-CN" dirty="0"/>
              <a:t>172.16.192.0/20</a:t>
            </a:r>
            <a:r>
              <a:rPr lang="zh-CN" altLang="en-US" dirty="0"/>
              <a:t>，按要求为各子网分配合适的前缀</a:t>
            </a:r>
            <a:r>
              <a:rPr lang="en-US" altLang="zh-CN" dirty="0"/>
              <a:t>	</a:t>
            </a:r>
          </a:p>
          <a:p>
            <a:pPr lvl="2">
              <a:lnSpc>
                <a:spcPct val="140000"/>
              </a:lnSpc>
              <a:spcBef>
                <a:spcPts val="0"/>
              </a:spcBef>
            </a:pPr>
            <a:r>
              <a:rPr lang="zh-CN" altLang="en-US" dirty="0"/>
              <a:t>将默认网关</a:t>
            </a:r>
            <a:r>
              <a:rPr lang="en-US" altLang="zh-CN" dirty="0"/>
              <a:t>IP</a:t>
            </a:r>
            <a:r>
              <a:rPr lang="zh-CN" altLang="en-US" dirty="0"/>
              <a:t>配置为该子网的最大主机</a:t>
            </a:r>
            <a:r>
              <a:rPr lang="en-US" altLang="zh-CN" dirty="0"/>
              <a:t>IP</a:t>
            </a:r>
          </a:p>
          <a:p>
            <a:pPr marL="850392" lvl="1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在路由器上配置静态路由，使网络连通，观察记录每台路由器的路由表</a:t>
            </a:r>
            <a:endParaRPr lang="en-US" altLang="zh-CN" dirty="0"/>
          </a:p>
          <a:p>
            <a:pPr marL="850392" lvl="1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b="1" dirty="0">
                <a:solidFill>
                  <a:srgbClr val="00B050"/>
                </a:solidFill>
              </a:rPr>
              <a:t>可选：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1088136" lvl="2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上一步测试完成后，删除各路由器上的静态路由</a:t>
            </a:r>
            <a:endParaRPr lang="en-US" altLang="zh-CN" dirty="0"/>
          </a:p>
          <a:p>
            <a:pPr marL="1088136" lvl="2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在路由器上配置启用</a:t>
            </a:r>
            <a:r>
              <a:rPr lang="en-US" altLang="zh-CN" dirty="0"/>
              <a:t>RIP</a:t>
            </a:r>
            <a:r>
              <a:rPr lang="zh-CN" altLang="en-US" dirty="0"/>
              <a:t>路由协议（详见附录）</a:t>
            </a:r>
            <a:endParaRPr lang="en-US" altLang="zh-CN" dirty="0"/>
          </a:p>
          <a:p>
            <a:pPr marL="1088136" lvl="2" indent="-457200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观察记录每台路由器的路由表，是否产生了</a:t>
            </a:r>
            <a:r>
              <a:rPr lang="en-US" altLang="zh-CN" dirty="0"/>
              <a:t>RIP</a:t>
            </a:r>
            <a:r>
              <a:rPr lang="zh-CN" altLang="en-US" dirty="0"/>
              <a:t>路由（</a:t>
            </a:r>
            <a:r>
              <a:rPr lang="en-US" altLang="zh-CN" dirty="0"/>
              <a:t>Type</a:t>
            </a:r>
            <a:r>
              <a:rPr lang="zh-CN" altLang="en-US" dirty="0"/>
              <a:t>为“</a:t>
            </a:r>
            <a:r>
              <a:rPr lang="en-US" altLang="zh-CN" dirty="0"/>
              <a:t>R</a:t>
            </a:r>
            <a:r>
              <a:rPr lang="zh-CN" altLang="en-US" dirty="0"/>
              <a:t>”的路由项）</a:t>
            </a:r>
            <a:endParaRPr lang="en-US" altLang="zh-CN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zh-CN" altLang="en-US" dirty="0"/>
              <a:t>要求：</a:t>
            </a:r>
            <a:endParaRPr lang="en-US" altLang="zh-CN" dirty="0"/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dirty="0"/>
              <a:t>所有主机都能相互通信，都能访问服务器（使用</a:t>
            </a:r>
            <a:r>
              <a:rPr lang="en-US" altLang="zh-CN" dirty="0"/>
              <a:t>ping</a:t>
            </a:r>
            <a:r>
              <a:rPr lang="zh-CN" altLang="en-US" dirty="0"/>
              <a:t>或浏览器访问服务器的</a:t>
            </a:r>
            <a:r>
              <a:rPr lang="en-US" altLang="zh-CN" dirty="0"/>
              <a:t>web</a:t>
            </a:r>
            <a:r>
              <a:rPr lang="zh-CN" altLang="en-US" dirty="0"/>
              <a:t>主页）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415749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F6AC09D-E908-482F-88DB-1A4F1B4B1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spcAft>
                <a:spcPct val="30000"/>
              </a:spcAft>
              <a:buFont typeface="Wingdings" pitchFamily="2" charset="2"/>
              <a:buAutoNum type="arabicPeriod"/>
              <a:defRPr/>
            </a:pPr>
            <a:r>
              <a:rPr lang="zh-CN" altLang="en-US" sz="2000" dirty="0">
                <a:latin typeface="黑体" panose="02010609060101010101" pitchFamily="49" charset="-122"/>
              </a:rPr>
              <a:t>记录地址块的分配方案，列出每个局域网的网络号、子网掩码、最小主机</a:t>
            </a:r>
            <a:r>
              <a:rPr lang="en-US" altLang="zh-CN" sz="2000" dirty="0">
                <a:latin typeface="黑体" panose="02010609060101010101" pitchFamily="49" charset="-122"/>
              </a:rPr>
              <a:t>IP</a:t>
            </a:r>
            <a:r>
              <a:rPr lang="zh-CN" altLang="en-US" sz="2000" dirty="0">
                <a:latin typeface="黑体" panose="02010609060101010101" pitchFamily="49" charset="-122"/>
              </a:rPr>
              <a:t>、最大主机</a:t>
            </a:r>
            <a:r>
              <a:rPr lang="en-US" altLang="zh-CN" sz="2000" dirty="0">
                <a:latin typeface="黑体" panose="02010609060101010101" pitchFamily="49" charset="-122"/>
              </a:rPr>
              <a:t>IP</a:t>
            </a:r>
            <a:r>
              <a:rPr lang="zh-CN" altLang="en-US" sz="2000" dirty="0">
                <a:latin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</a:endParaRPr>
          </a:p>
          <a:p>
            <a:pPr marL="609600" indent="-609600">
              <a:spcAft>
                <a:spcPct val="30000"/>
              </a:spcAft>
              <a:buFont typeface="Wingdings" pitchFamily="2" charset="2"/>
              <a:buAutoNum type="arabicPeriod"/>
              <a:defRPr/>
            </a:pPr>
            <a:r>
              <a:rPr lang="zh-CN" altLang="en-US" sz="2000" dirty="0">
                <a:latin typeface="黑体" panose="02010609060101010101" pitchFamily="49" charset="-122"/>
              </a:rPr>
              <a:t>记录各路由器的路由表。</a:t>
            </a:r>
            <a:endParaRPr lang="en-US" altLang="zh-CN" sz="2000" dirty="0">
              <a:latin typeface="黑体" panose="02010609060101010101" pitchFamily="49" charset="-122"/>
            </a:endParaRPr>
          </a:p>
          <a:p>
            <a:pPr marL="609600" indent="-609600">
              <a:spcAft>
                <a:spcPct val="30000"/>
              </a:spcAft>
              <a:buFont typeface="Wingdings" pitchFamily="2" charset="2"/>
              <a:buAutoNum type="arabicPeriod"/>
              <a:defRPr/>
            </a:pPr>
            <a:r>
              <a:rPr lang="zh-CN" altLang="en-US" sz="2000" dirty="0">
                <a:latin typeface="黑体" panose="02010609060101010101" pitchFamily="49" charset="-122"/>
              </a:rPr>
              <a:t>记录各主机的网络配置情况。</a:t>
            </a:r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32A81D6-4718-478E-8C58-3677C78D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实验报告内容</a:t>
            </a:r>
          </a:p>
        </p:txBody>
      </p:sp>
    </p:spTree>
    <p:extLst>
      <p:ext uri="{BB962C8B-B14F-4D97-AF65-F5344CB8AC3E}">
        <p14:creationId xmlns:p14="http://schemas.microsoft.com/office/powerpoint/2010/main" val="121724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1EB2606-B951-4C09-B132-C4F23DBE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785921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配置时逐阶段测试，逐网段测试，类似于写代码时，边写边测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主机需要配置默认网关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路由器接口需要手动打开（</a:t>
            </a:r>
            <a:r>
              <a:rPr lang="en-US" altLang="zh-CN" sz="2000" dirty="0"/>
              <a:t>Port Status</a:t>
            </a:r>
            <a:r>
              <a:rPr lang="zh-CN" altLang="en-US" sz="2000" dirty="0"/>
              <a:t>置为</a:t>
            </a:r>
            <a:r>
              <a:rPr lang="en-US" altLang="zh-CN" sz="2000" dirty="0"/>
              <a:t>On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可用</a:t>
            </a:r>
            <a:r>
              <a:rPr lang="en-US" altLang="zh-CN" sz="2000" dirty="0"/>
              <a:t>note</a:t>
            </a:r>
            <a:r>
              <a:rPr lang="zh-CN" altLang="en-US" sz="2000" dirty="0"/>
              <a:t>将</a:t>
            </a:r>
            <a:r>
              <a:rPr lang="en-US" altLang="zh-CN" sz="2000" dirty="0"/>
              <a:t>IP</a:t>
            </a:r>
            <a:r>
              <a:rPr lang="zh-CN" altLang="en-US" sz="2000" dirty="0"/>
              <a:t>地址标记在设备或接口旁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静态路由配置在路由器</a:t>
            </a:r>
            <a:r>
              <a:rPr lang="en-US" altLang="zh-CN" sz="2000" dirty="0"/>
              <a:t>Config</a:t>
            </a:r>
            <a:r>
              <a:rPr lang="zh-CN" altLang="en-US" sz="2000" dirty="0"/>
              <a:t>页中的</a:t>
            </a:r>
            <a:r>
              <a:rPr lang="en-US" altLang="zh-CN" sz="2000" dirty="0" err="1"/>
              <a:t>ROUTING</a:t>
            </a:r>
            <a:r>
              <a:rPr lang="en-US" altLang="zh-CN" sz="2000" dirty="0" err="1">
                <a:sym typeface="Wingdings" panose="05000000000000000000" pitchFamily="2" charset="2"/>
              </a:rPr>
              <a:t>Static</a:t>
            </a:r>
            <a:r>
              <a:rPr lang="zh-CN" altLang="en-US" sz="2000" dirty="0">
                <a:sym typeface="Wingdings" panose="05000000000000000000" pitchFamily="2" charset="2"/>
              </a:rPr>
              <a:t>中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路由器重启会丢失未保存的配置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289E78-8FA1-4561-960C-2B9F0557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提示</a:t>
            </a:r>
          </a:p>
        </p:txBody>
      </p:sp>
    </p:spTree>
    <p:extLst>
      <p:ext uri="{BB962C8B-B14F-4D97-AF65-F5344CB8AC3E}">
        <p14:creationId xmlns:p14="http://schemas.microsoft.com/office/powerpoint/2010/main" val="80001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3427914-6C7A-4FD1-A666-0989935BDF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4"/>
          <a:stretch/>
        </p:blipFill>
        <p:spPr>
          <a:xfrm>
            <a:off x="5645635" y="3653561"/>
            <a:ext cx="2980465" cy="3015799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951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附录</a:t>
            </a:r>
            <a:r>
              <a:rPr lang="en-US" altLang="zh-CN" sz="3200" dirty="0"/>
              <a:t>:RIP</a:t>
            </a:r>
            <a:r>
              <a:rPr lang="zh-CN" altLang="en-US" sz="3200" dirty="0"/>
              <a:t>配置参考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124744"/>
            <a:ext cx="2973981" cy="2417230"/>
          </a:xfrm>
          <a:prstGeom prst="rect">
            <a:avLst/>
          </a:prstGeom>
        </p:spPr>
      </p:pic>
      <p:sp>
        <p:nvSpPr>
          <p:cNvPr id="5" name="线形标注 2 4"/>
          <p:cNvSpPr/>
          <p:nvPr/>
        </p:nvSpPr>
        <p:spPr>
          <a:xfrm>
            <a:off x="4744144" y="749184"/>
            <a:ext cx="1444558" cy="216024"/>
          </a:xfrm>
          <a:prstGeom prst="borderCallout2">
            <a:avLst>
              <a:gd name="adj1" fmla="val 106284"/>
              <a:gd name="adj2" fmla="val 52536"/>
              <a:gd name="adj3" fmla="val 600151"/>
              <a:gd name="adj4" fmla="val 52307"/>
              <a:gd name="adj5" fmla="val 600468"/>
              <a:gd name="adj6" fmla="val 7264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1.</a:t>
            </a:r>
            <a:r>
              <a:rPr lang="zh-CN" altLang="en-US" sz="1100" dirty="0"/>
              <a:t>进入</a:t>
            </a:r>
            <a:r>
              <a:rPr lang="en-US" altLang="zh-CN" sz="1100" dirty="0"/>
              <a:t>RIP</a:t>
            </a:r>
            <a:r>
              <a:rPr lang="zh-CN" altLang="en-US" sz="1100" dirty="0"/>
              <a:t>配置页</a:t>
            </a:r>
          </a:p>
        </p:txBody>
      </p:sp>
      <p:sp>
        <p:nvSpPr>
          <p:cNvPr id="6" name="线形标注 2 5"/>
          <p:cNvSpPr/>
          <p:nvPr/>
        </p:nvSpPr>
        <p:spPr>
          <a:xfrm>
            <a:off x="6732240" y="738126"/>
            <a:ext cx="1444558" cy="216024"/>
          </a:xfrm>
          <a:prstGeom prst="borderCallout2">
            <a:avLst>
              <a:gd name="adj1" fmla="val 48776"/>
              <a:gd name="adj2" fmla="val -490"/>
              <a:gd name="adj3" fmla="val 50444"/>
              <a:gd name="adj4" fmla="val -20859"/>
              <a:gd name="adj5" fmla="val 173388"/>
              <a:gd name="adj6" fmla="val -2070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2.</a:t>
            </a:r>
            <a:r>
              <a:rPr lang="zh-CN" altLang="en-US" sz="1100" dirty="0"/>
              <a:t>进入</a:t>
            </a:r>
            <a:r>
              <a:rPr lang="en-US" altLang="zh-CN" sz="1100" dirty="0"/>
              <a:t>CLI</a:t>
            </a:r>
            <a:r>
              <a:rPr lang="zh-CN" altLang="en-US" sz="1100" dirty="0"/>
              <a:t>命令界面</a:t>
            </a:r>
          </a:p>
        </p:txBody>
      </p:sp>
      <p:sp>
        <p:nvSpPr>
          <p:cNvPr id="8" name="线形标注 2 7"/>
          <p:cNvSpPr/>
          <p:nvPr/>
        </p:nvSpPr>
        <p:spPr>
          <a:xfrm>
            <a:off x="2649554" y="5158797"/>
            <a:ext cx="2973981" cy="358435"/>
          </a:xfrm>
          <a:prstGeom prst="borderCallout2">
            <a:avLst>
              <a:gd name="adj1" fmla="val 100641"/>
              <a:gd name="adj2" fmla="val 57600"/>
              <a:gd name="adj3" fmla="val 210553"/>
              <a:gd name="adj4" fmla="val 57728"/>
              <a:gd name="adj5" fmla="val 210984"/>
              <a:gd name="adj6" fmla="val 10240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3.</a:t>
            </a:r>
            <a:r>
              <a:rPr lang="zh-CN" altLang="en-US" sz="1100" dirty="0"/>
              <a:t>输入</a:t>
            </a:r>
            <a:r>
              <a:rPr lang="en-US" altLang="zh-CN" sz="1100" dirty="0"/>
              <a:t>version 2</a:t>
            </a:r>
            <a:r>
              <a:rPr lang="zh-CN" altLang="en-US" sz="1100" dirty="0"/>
              <a:t>，敲回车</a:t>
            </a:r>
            <a:endParaRPr lang="en-US" altLang="zh-CN" sz="1100" dirty="0"/>
          </a:p>
          <a:p>
            <a:pPr algn="ctr"/>
            <a:r>
              <a:rPr lang="en-US" altLang="zh-CN" sz="1100" dirty="0"/>
              <a:t>4.</a:t>
            </a:r>
            <a:r>
              <a:rPr lang="zh-CN" altLang="en-US" sz="1100" dirty="0"/>
              <a:t>输入</a:t>
            </a:r>
            <a:r>
              <a:rPr lang="en-US" altLang="zh-CN" sz="1100" dirty="0"/>
              <a:t>no auto-summary </a:t>
            </a:r>
            <a:r>
              <a:rPr lang="zh-CN" altLang="en-US" sz="1100" dirty="0"/>
              <a:t>，敲回车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10" y="1189342"/>
            <a:ext cx="2973981" cy="2900001"/>
          </a:xfrm>
          <a:prstGeom prst="rect">
            <a:avLst/>
          </a:prstGeom>
        </p:spPr>
      </p:pic>
      <p:sp>
        <p:nvSpPr>
          <p:cNvPr id="10" name="线形标注 2 9"/>
          <p:cNvSpPr/>
          <p:nvPr/>
        </p:nvSpPr>
        <p:spPr>
          <a:xfrm>
            <a:off x="3456698" y="2204864"/>
            <a:ext cx="1835382" cy="1800200"/>
          </a:xfrm>
          <a:prstGeom prst="borderCallout2">
            <a:avLst>
              <a:gd name="adj1" fmla="val 213"/>
              <a:gd name="adj2" fmla="val 49370"/>
              <a:gd name="adj3" fmla="val -19503"/>
              <a:gd name="adj4" fmla="val 49142"/>
              <a:gd name="adj5" fmla="val -19673"/>
              <a:gd name="adj6" fmla="val -3285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 dirty="0"/>
              <a:t>5.</a:t>
            </a:r>
            <a:r>
              <a:rPr lang="zh-CN" altLang="en-US" sz="1100" dirty="0"/>
              <a:t>回到</a:t>
            </a:r>
            <a:r>
              <a:rPr lang="en-US" altLang="zh-CN" sz="1100" dirty="0" err="1"/>
              <a:t>Config</a:t>
            </a:r>
            <a:r>
              <a:rPr lang="zh-CN" altLang="en-US" sz="1100" dirty="0"/>
              <a:t>页，出现</a:t>
            </a:r>
            <a:r>
              <a:rPr lang="en-US" altLang="zh-CN" sz="1100" dirty="0"/>
              <a:t>(v2)</a:t>
            </a:r>
            <a:r>
              <a:rPr lang="zh-CN" altLang="en-US" sz="1100" dirty="0"/>
              <a:t>，表示配置版本成功。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zh-CN" altLang="en-US" sz="1100" dirty="0"/>
              <a:t>依次</a:t>
            </a:r>
            <a:r>
              <a:rPr lang="en-US" altLang="zh-CN" sz="1100" dirty="0"/>
              <a:t>Add</a:t>
            </a:r>
            <a:r>
              <a:rPr lang="zh-CN" altLang="en-US" sz="1100" dirty="0"/>
              <a:t>该路由器直连的网络，该操作即在该接口上启用</a:t>
            </a:r>
            <a:r>
              <a:rPr lang="en-US" altLang="zh-CN" sz="1100" dirty="0"/>
              <a:t>RIP</a:t>
            </a:r>
            <a:r>
              <a:rPr lang="zh-CN" altLang="en-US" sz="1100" dirty="0"/>
              <a:t>路由协议。</a:t>
            </a:r>
            <a:endParaRPr lang="en-US" altLang="zh-CN" sz="1100" dirty="0"/>
          </a:p>
          <a:p>
            <a:r>
              <a:rPr lang="en-US" altLang="zh-CN" sz="1100" dirty="0"/>
              <a:t>RIP routing updates will be sent and received only through interfaces on this network.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9369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实验一</Template>
  <TotalTime>444</TotalTime>
  <Words>548</Words>
  <Application>Microsoft Office PowerPoint</Application>
  <PresentationFormat>全屏显示(4:3)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黑体</vt:lpstr>
      <vt:lpstr>Lucida Sans Unicode</vt:lpstr>
      <vt:lpstr>Verdana</vt:lpstr>
      <vt:lpstr>Wingdings</vt:lpstr>
      <vt:lpstr>Wingdings 2</vt:lpstr>
      <vt:lpstr>Wingdings 3</vt:lpstr>
      <vt:lpstr>聚合</vt:lpstr>
      <vt:lpstr>实验五</vt:lpstr>
      <vt:lpstr>实验目的 </vt:lpstr>
      <vt:lpstr>预热</vt:lpstr>
      <vt:lpstr>网络拓扑</vt:lpstr>
      <vt:lpstr>实验内容</vt:lpstr>
      <vt:lpstr>实验报告内容</vt:lpstr>
      <vt:lpstr>提示</vt:lpstr>
      <vt:lpstr>附录:RIP配置参考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实验二</dc:title>
  <dc:creator>Zero</dc:creator>
  <cp:lastModifiedBy>cuc_yingli@outlook.com</cp:lastModifiedBy>
  <cp:revision>45</cp:revision>
  <dcterms:created xsi:type="dcterms:W3CDTF">2012-04-22T13:41:25Z</dcterms:created>
  <dcterms:modified xsi:type="dcterms:W3CDTF">2024-06-06T03:09:09Z</dcterms:modified>
</cp:coreProperties>
</file>