
<file path=[Content_Types].xml><?xml version="1.0" encoding="utf-8"?>
<Types xmlns="http://schemas.openxmlformats.org/package/2006/content-types">
  <Default Extension="png" ContentType="image/png"/>
  <Default Extension="tiff" ContentType="image/tif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78"/>
  </p:handoutMasterIdLst>
  <p:sldIdLst>
    <p:sldId id="478" r:id="rId3"/>
    <p:sldId id="416" r:id="rId5"/>
    <p:sldId id="420" r:id="rId6"/>
    <p:sldId id="413" r:id="rId7"/>
    <p:sldId id="414" r:id="rId8"/>
    <p:sldId id="258" r:id="rId9"/>
    <p:sldId id="421" r:id="rId10"/>
    <p:sldId id="417" r:id="rId11"/>
    <p:sldId id="272" r:id="rId12"/>
    <p:sldId id="453" r:id="rId13"/>
    <p:sldId id="259" r:id="rId14"/>
    <p:sldId id="418" r:id="rId15"/>
    <p:sldId id="260" r:id="rId16"/>
    <p:sldId id="439" r:id="rId17"/>
    <p:sldId id="276" r:id="rId18"/>
    <p:sldId id="278" r:id="rId19"/>
    <p:sldId id="297" r:id="rId20"/>
    <p:sldId id="279" r:id="rId21"/>
    <p:sldId id="281" r:id="rId22"/>
    <p:sldId id="280" r:id="rId23"/>
    <p:sldId id="455" r:id="rId24"/>
    <p:sldId id="456" r:id="rId25"/>
    <p:sldId id="428" r:id="rId26"/>
    <p:sldId id="442" r:id="rId27"/>
    <p:sldId id="294" r:id="rId28"/>
    <p:sldId id="485" r:id="rId29"/>
    <p:sldId id="487" r:id="rId30"/>
    <p:sldId id="486" r:id="rId31"/>
    <p:sldId id="488" r:id="rId32"/>
    <p:sldId id="489" r:id="rId33"/>
    <p:sldId id="490" r:id="rId34"/>
    <p:sldId id="491" r:id="rId35"/>
    <p:sldId id="492" r:id="rId36"/>
    <p:sldId id="493" r:id="rId37"/>
    <p:sldId id="282" r:id="rId38"/>
    <p:sldId id="283" r:id="rId39"/>
    <p:sldId id="261" r:id="rId40"/>
    <p:sldId id="290" r:id="rId41"/>
    <p:sldId id="291" r:id="rId42"/>
    <p:sldId id="284" r:id="rId43"/>
    <p:sldId id="285" r:id="rId44"/>
    <p:sldId id="263" r:id="rId45"/>
    <p:sldId id="292" r:id="rId46"/>
    <p:sldId id="389" r:id="rId47"/>
    <p:sldId id="440" r:id="rId48"/>
    <p:sldId id="484" r:id="rId49"/>
    <p:sldId id="314" r:id="rId50"/>
    <p:sldId id="427" r:id="rId51"/>
    <p:sldId id="462" r:id="rId52"/>
    <p:sldId id="463" r:id="rId53"/>
    <p:sldId id="464" r:id="rId54"/>
    <p:sldId id="296" r:id="rId55"/>
    <p:sldId id="393" r:id="rId56"/>
    <p:sldId id="394" r:id="rId57"/>
    <p:sldId id="293" r:id="rId58"/>
    <p:sldId id="392" r:id="rId59"/>
    <p:sldId id="362" r:id="rId60"/>
    <p:sldId id="494" r:id="rId61"/>
    <p:sldId id="400" r:id="rId62"/>
    <p:sldId id="404" r:id="rId63"/>
    <p:sldId id="364" r:id="rId64"/>
    <p:sldId id="401" r:id="rId65"/>
    <p:sldId id="402" r:id="rId66"/>
    <p:sldId id="406" r:id="rId67"/>
    <p:sldId id="338" r:id="rId68"/>
    <p:sldId id="495" r:id="rId69"/>
    <p:sldId id="347" r:id="rId70"/>
    <p:sldId id="321" r:id="rId71"/>
    <p:sldId id="409" r:id="rId72"/>
    <p:sldId id="306" r:id="rId73"/>
    <p:sldId id="320" r:id="rId74"/>
    <p:sldId id="410" r:id="rId75"/>
    <p:sldId id="359" r:id="rId76"/>
    <p:sldId id="360" r:id="rId77"/>
  </p:sldIdLst>
  <p:sldSz cx="9144000" cy="6858000" type="screen4x3"/>
  <p:notesSz cx="6670675" cy="9929495"/>
  <p:kinsoku lang="zh-CN" invalStChars="!),.:;?]}、。—ˇ¨〃々～‖…’”〕〉》」』〗】∶！＂＇），．：；？］｀｜｝·" invalEndChars="([{‘“〔〈《「『〖【（［｛．·"/>
  <p:defaultTextStyle>
    <a:defPPr>
      <a:defRPr lang="en-US"/>
    </a:defPPr>
    <a:lvl1pPr algn="l" rtl="0" eaLnBrk="0" fontAlgn="base" hangingPunct="0">
      <a:lnSpc>
        <a:spcPct val="75000"/>
      </a:lnSpc>
      <a:spcBef>
        <a:spcPct val="20000"/>
      </a:spcBef>
      <a:spcAft>
        <a:spcPct val="0"/>
      </a:spcAft>
      <a:buClr>
        <a:srgbClr val="FFCC66"/>
      </a:buClr>
      <a:buSzPct val="80000"/>
      <a:buFont typeface="Monotype Sorts" charset="2"/>
      <a:defRPr sz="2000" b="1" kern="1200">
        <a:solidFill>
          <a:schemeClr val="tx1"/>
        </a:solidFill>
        <a:latin typeface="Courier New" charset="0"/>
        <a:ea typeface="宋体" charset="-122"/>
        <a:cs typeface="+mn-cs"/>
      </a:defRPr>
    </a:lvl1pPr>
    <a:lvl2pPr marL="457200" algn="l" rtl="0" eaLnBrk="0" fontAlgn="base" hangingPunct="0">
      <a:lnSpc>
        <a:spcPct val="75000"/>
      </a:lnSpc>
      <a:spcBef>
        <a:spcPct val="20000"/>
      </a:spcBef>
      <a:spcAft>
        <a:spcPct val="0"/>
      </a:spcAft>
      <a:buClr>
        <a:srgbClr val="FFCC66"/>
      </a:buClr>
      <a:buSzPct val="80000"/>
      <a:buFont typeface="Monotype Sorts" charset="2"/>
      <a:defRPr sz="2000" b="1" kern="1200">
        <a:solidFill>
          <a:schemeClr val="tx1"/>
        </a:solidFill>
        <a:latin typeface="Courier New" charset="0"/>
        <a:ea typeface="宋体" charset="-122"/>
        <a:cs typeface="+mn-cs"/>
      </a:defRPr>
    </a:lvl2pPr>
    <a:lvl3pPr marL="914400" algn="l" rtl="0" eaLnBrk="0" fontAlgn="base" hangingPunct="0">
      <a:lnSpc>
        <a:spcPct val="75000"/>
      </a:lnSpc>
      <a:spcBef>
        <a:spcPct val="20000"/>
      </a:spcBef>
      <a:spcAft>
        <a:spcPct val="0"/>
      </a:spcAft>
      <a:buClr>
        <a:srgbClr val="FFCC66"/>
      </a:buClr>
      <a:buSzPct val="80000"/>
      <a:buFont typeface="Monotype Sorts" charset="2"/>
      <a:defRPr sz="2000" b="1" kern="1200">
        <a:solidFill>
          <a:schemeClr val="tx1"/>
        </a:solidFill>
        <a:latin typeface="Courier New" charset="0"/>
        <a:ea typeface="宋体" charset="-122"/>
        <a:cs typeface="+mn-cs"/>
      </a:defRPr>
    </a:lvl3pPr>
    <a:lvl4pPr marL="1371600" algn="l" rtl="0" eaLnBrk="0" fontAlgn="base" hangingPunct="0">
      <a:lnSpc>
        <a:spcPct val="75000"/>
      </a:lnSpc>
      <a:spcBef>
        <a:spcPct val="20000"/>
      </a:spcBef>
      <a:spcAft>
        <a:spcPct val="0"/>
      </a:spcAft>
      <a:buClr>
        <a:srgbClr val="FFCC66"/>
      </a:buClr>
      <a:buSzPct val="80000"/>
      <a:buFont typeface="Monotype Sorts" charset="2"/>
      <a:defRPr sz="2000" b="1" kern="1200">
        <a:solidFill>
          <a:schemeClr val="tx1"/>
        </a:solidFill>
        <a:latin typeface="Courier New" charset="0"/>
        <a:ea typeface="宋体" charset="-122"/>
        <a:cs typeface="+mn-cs"/>
      </a:defRPr>
    </a:lvl4pPr>
    <a:lvl5pPr marL="1828800" algn="l" rtl="0" eaLnBrk="0" fontAlgn="base" hangingPunct="0">
      <a:lnSpc>
        <a:spcPct val="75000"/>
      </a:lnSpc>
      <a:spcBef>
        <a:spcPct val="20000"/>
      </a:spcBef>
      <a:spcAft>
        <a:spcPct val="0"/>
      </a:spcAft>
      <a:buClr>
        <a:srgbClr val="FFCC66"/>
      </a:buClr>
      <a:buSzPct val="80000"/>
      <a:buFont typeface="Monotype Sorts" charset="2"/>
      <a:defRPr sz="2000" b="1" kern="1200">
        <a:solidFill>
          <a:schemeClr val="tx1"/>
        </a:solidFill>
        <a:latin typeface="Courier New" charset="0"/>
        <a:ea typeface="宋体" charset="-122"/>
        <a:cs typeface="+mn-cs"/>
      </a:defRPr>
    </a:lvl5pPr>
    <a:lvl6pPr marL="2286000" algn="l" defTabSz="914400" rtl="0" eaLnBrk="1" latinLnBrk="0" hangingPunct="1">
      <a:defRPr sz="2000" b="1" kern="1200">
        <a:solidFill>
          <a:schemeClr val="tx1"/>
        </a:solidFill>
        <a:latin typeface="Courier New" charset="0"/>
        <a:ea typeface="宋体" charset="-122"/>
        <a:cs typeface="+mn-cs"/>
      </a:defRPr>
    </a:lvl6pPr>
    <a:lvl7pPr marL="2743200" algn="l" defTabSz="914400" rtl="0" eaLnBrk="1" latinLnBrk="0" hangingPunct="1">
      <a:defRPr sz="2000" b="1" kern="1200">
        <a:solidFill>
          <a:schemeClr val="tx1"/>
        </a:solidFill>
        <a:latin typeface="Courier New" charset="0"/>
        <a:ea typeface="宋体" charset="-122"/>
        <a:cs typeface="+mn-cs"/>
      </a:defRPr>
    </a:lvl7pPr>
    <a:lvl8pPr marL="3200400" algn="l" defTabSz="914400" rtl="0" eaLnBrk="1" latinLnBrk="0" hangingPunct="1">
      <a:defRPr sz="2000" b="1" kern="1200">
        <a:solidFill>
          <a:schemeClr val="tx1"/>
        </a:solidFill>
        <a:latin typeface="Courier New" charset="0"/>
        <a:ea typeface="宋体" charset="-122"/>
        <a:cs typeface="+mn-cs"/>
      </a:defRPr>
    </a:lvl8pPr>
    <a:lvl9pPr marL="3657600" algn="l" defTabSz="914400" rtl="0" eaLnBrk="1" latinLnBrk="0" hangingPunct="1">
      <a:defRPr sz="2000" b="1" kern="1200">
        <a:solidFill>
          <a:schemeClr val="tx1"/>
        </a:solidFill>
        <a:latin typeface="Courier New"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0"/>
      </p:ext>
    </p:extLst>
  </p:showPr>
  <p:clrMru>
    <a:srgbClr val="880000"/>
    <a:srgbClr val="3366FF"/>
    <a:srgbClr val="996600"/>
    <a:srgbClr val="FF9900"/>
    <a:srgbClr val="669900"/>
    <a:srgbClr val="9900CC"/>
    <a:srgbClr val="0000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25" autoAdjust="0"/>
    <p:restoredTop sz="96654" autoAdjust="0"/>
  </p:normalViewPr>
  <p:slideViewPr>
    <p:cSldViewPr>
      <p:cViewPr varScale="1">
        <p:scale>
          <a:sx n="187" d="100"/>
          <a:sy n="187" d="100"/>
        </p:scale>
        <p:origin x="1384"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675"/>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1" Type="http://schemas.openxmlformats.org/officeDocument/2006/relationships/tableStyles" Target="tableStyles.xml"/><Relationship Id="rId80" Type="http://schemas.openxmlformats.org/officeDocument/2006/relationships/viewProps" Target="viewProps.xml"/><Relationship Id="rId8" Type="http://schemas.openxmlformats.org/officeDocument/2006/relationships/slide" Target="slides/slide5.xml"/><Relationship Id="rId79" Type="http://schemas.openxmlformats.org/officeDocument/2006/relationships/presProps" Target="presProps.xml"/><Relationship Id="rId78" Type="http://schemas.openxmlformats.org/officeDocument/2006/relationships/handoutMaster" Target="handoutMasters/handoutMaster1.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p:nvPr>
            <p:ph type="hdr" sz="quarter"/>
          </p:nvPr>
        </p:nvSpPr>
        <p:spPr bwMode="auto">
          <a:xfrm>
            <a:off x="0" y="0"/>
            <a:ext cx="2890838" cy="496888"/>
          </a:xfrm>
          <a:prstGeom prst="rect">
            <a:avLst/>
          </a:prstGeom>
          <a:noFill/>
          <a:ln w="9525">
            <a:noFill/>
            <a:miter lim="800000"/>
          </a:ln>
          <a:effectLst/>
        </p:spPr>
        <p:txBody>
          <a:bodyPr vert="horz" wrap="square" lIns="91440" tIns="45720" rIns="91440" bIns="45720" numCol="1" anchor="t" anchorCtr="0" compatLnSpc="1"/>
          <a:lstStyle>
            <a:lvl1pPr>
              <a:lnSpc>
                <a:spcPct val="100000"/>
              </a:lnSpc>
              <a:spcBef>
                <a:spcPct val="0"/>
              </a:spcBef>
              <a:buClrTx/>
              <a:buSzTx/>
              <a:buFontTx/>
              <a:buNone/>
              <a:defRPr sz="1200" b="0">
                <a:effectLst/>
                <a:latin typeface="Times" charset="0"/>
                <a:ea typeface="宋体" charset="-122"/>
              </a:defRPr>
            </a:lvl1pPr>
          </a:lstStyle>
          <a:p>
            <a:pPr>
              <a:defRPr/>
            </a:pPr>
            <a:endParaRPr lang="en-US" altLang="zh-CN"/>
          </a:p>
        </p:txBody>
      </p:sp>
      <p:sp>
        <p:nvSpPr>
          <p:cNvPr id="24579" name="Rectangle 3"/>
          <p:cNvSpPr/>
          <p:nvPr>
            <p:ph type="dt" sz="quarter" idx="1"/>
          </p:nvPr>
        </p:nvSpPr>
        <p:spPr bwMode="auto">
          <a:xfrm>
            <a:off x="3778250" y="0"/>
            <a:ext cx="2890838" cy="496888"/>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buClrTx/>
              <a:buSzTx/>
              <a:buFontTx/>
              <a:buNone/>
              <a:defRPr sz="1200" b="0">
                <a:effectLst/>
                <a:latin typeface="Times" charset="0"/>
                <a:ea typeface="宋体" charset="-122"/>
              </a:defRPr>
            </a:lvl1pPr>
          </a:lstStyle>
          <a:p>
            <a:pPr>
              <a:defRPr/>
            </a:pPr>
            <a:endParaRPr lang="en-US" altLang="zh-CN"/>
          </a:p>
        </p:txBody>
      </p:sp>
      <p:sp>
        <p:nvSpPr>
          <p:cNvPr id="24580" name="Rectangle 4"/>
          <p:cNvSpPr/>
          <p:nvPr>
            <p:ph type="ftr" sz="quarter" idx="2"/>
          </p:nvPr>
        </p:nvSpPr>
        <p:spPr bwMode="auto">
          <a:xfrm>
            <a:off x="0" y="9431338"/>
            <a:ext cx="2890838" cy="496887"/>
          </a:xfrm>
          <a:prstGeom prst="rect">
            <a:avLst/>
          </a:prstGeom>
          <a:noFill/>
          <a:ln w="9525">
            <a:noFill/>
            <a:miter lim="800000"/>
          </a:ln>
          <a:effectLst/>
        </p:spPr>
        <p:txBody>
          <a:bodyPr vert="horz" wrap="square" lIns="91440" tIns="45720" rIns="91440" bIns="45720" numCol="1" anchor="b" anchorCtr="0" compatLnSpc="1"/>
          <a:lstStyle>
            <a:lvl1pPr>
              <a:lnSpc>
                <a:spcPct val="100000"/>
              </a:lnSpc>
              <a:spcBef>
                <a:spcPct val="0"/>
              </a:spcBef>
              <a:buClrTx/>
              <a:buSzTx/>
              <a:buFontTx/>
              <a:buNone/>
              <a:defRPr sz="1200" b="0">
                <a:effectLst/>
                <a:latin typeface="Times" charset="0"/>
                <a:ea typeface="宋体" charset="-122"/>
              </a:defRPr>
            </a:lvl1pPr>
          </a:lstStyle>
          <a:p>
            <a:pPr>
              <a:defRPr/>
            </a:pPr>
            <a:endParaRPr lang="en-US" altLang="zh-CN"/>
          </a:p>
        </p:txBody>
      </p:sp>
      <p:sp>
        <p:nvSpPr>
          <p:cNvPr id="24581" name="Rectangle 5"/>
          <p:cNvSpPr/>
          <p:nvPr>
            <p:ph type="sldNum" sz="quarter" idx="3"/>
          </p:nvPr>
        </p:nvSpPr>
        <p:spPr bwMode="auto">
          <a:xfrm>
            <a:off x="3778250" y="9431338"/>
            <a:ext cx="2890838" cy="496887"/>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buClrTx/>
              <a:buSzTx/>
              <a:buFontTx/>
              <a:buNone/>
              <a:defRPr sz="1200" b="0">
                <a:latin typeface="Times" charset="0"/>
              </a:defRPr>
            </a:lvl1pPr>
          </a:lstStyle>
          <a:p>
            <a:fld id="{04234D78-619C-3745-BD86-3D1254E45115}"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3-05-19T09:58:12"/>
    </inkml:context>
    <inkml:brush xml:id="br0">
      <inkml:brushProperty name="width" value="0.05292" units="cm"/>
      <inkml:brushProperty name="height" value="0.05292" units="cm"/>
      <inkml:brushProperty name="color" value="#FBD7BB"/>
    </inkml:brush>
  </inkml:definitions>
  <inkml:trace contextRef="#ctx0" brushRef="#br0">1058.000000 17886.000000</inkml:trace>
  <inkml:trace contextRef="#ctx0" brushRef="#br0">970.000000 17992.000000</inkml:trace>
  <inkml:trace contextRef="#ctx0" brushRef="#br0">1023.000000 18115.000000</inkml:trace>
  <inkml:trace contextRef="#ctx0" brushRef="#br0">1111.000000 18115.000000</inkml:trace>
  <inkml:trace contextRef="#ctx0" brushRef="#br0">1147.000000 17992.000000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幻灯片图像占位符 1"/>
          <p:cNvSpPr/>
          <p:nvPr>
            <p:ph type="sldImg"/>
          </p:nvPr>
        </p:nvSpPr>
        <p:spPr>
          <a:xfrm>
            <a:off x="1143000" y="685800"/>
            <a:ext cx="4572000" cy="3429000"/>
          </a:xfrm>
          <a:prstGeom prst="rect">
            <a:avLst/>
          </a:prstGeom>
        </p:spPr>
      </p:sp>
      <p:sp>
        <p:nvSpPr>
          <p:cNvPr id="4098" name="备注占位符 2"/>
          <p:cNvSpPr/>
          <p:nvPr>
            <p:ph type="body" idx="1"/>
          </p:nvPr>
        </p:nvSpPr>
        <p:spPr>
          <a:xfrm>
            <a:off x="914400" y="4343400"/>
            <a:ext cx="50292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0" lang="zh-CN" altLang="en-US">
              <a:latin typeface="Times New Roman" pitchFamily="18" charset="0"/>
              <a:ea typeface="宋体" charset="-122"/>
            </a:endParaRPr>
          </a:p>
        </p:txBody>
      </p:sp>
      <p:sp>
        <p:nvSpPr>
          <p:cNvPr id="4099" name="灯片编号占位符 3"/>
          <p:cNvSpPr/>
          <p:nvPr>
            <p:ph type="sldNum" sz="quarter" idx="5"/>
          </p:nvPr>
        </p:nvSpPr>
        <p:spPr>
          <a:xfrm>
            <a:off x="3886200" y="8686800"/>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charset="0"/>
                <a:ea typeface="宋体" charset="-122"/>
              </a:defRPr>
            </a:lvl1pPr>
            <a:lvl2pPr marL="742950" indent="-285750">
              <a:defRPr kumimoji="1" sz="2400">
                <a:solidFill>
                  <a:schemeClr val="tx1"/>
                </a:solidFill>
                <a:latin typeface="Arial" charset="0"/>
                <a:ea typeface="宋体" charset="-122"/>
              </a:defRPr>
            </a:lvl2pPr>
            <a:lvl3pPr marL="1143000" indent="-228600">
              <a:defRPr kumimoji="1" sz="2400">
                <a:solidFill>
                  <a:schemeClr val="tx1"/>
                </a:solidFill>
                <a:latin typeface="Arial" charset="0"/>
                <a:ea typeface="宋体" charset="-122"/>
              </a:defRPr>
            </a:lvl3pPr>
            <a:lvl4pPr marL="1600200" indent="-228600">
              <a:defRPr kumimoji="1" sz="2400">
                <a:solidFill>
                  <a:schemeClr val="tx1"/>
                </a:solidFill>
                <a:latin typeface="Arial" charset="0"/>
                <a:ea typeface="宋体" charset="-122"/>
              </a:defRPr>
            </a:lvl4pPr>
            <a:lvl5pPr marL="2057400" indent="-228600">
              <a:defRPr kumimoji="1" sz="2400">
                <a:solidFill>
                  <a:schemeClr val="tx1"/>
                </a:solidFill>
                <a:latin typeface="Arial" charset="0"/>
                <a:ea typeface="宋体" charset="-122"/>
              </a:defRPr>
            </a:lvl5pPr>
            <a:lvl6pPr marL="2514600" indent="-228600" eaLnBrk="0" fontAlgn="base" hangingPunct="0">
              <a:spcBef>
                <a:spcPct val="0"/>
              </a:spcBef>
              <a:spcAft>
                <a:spcPct val="0"/>
              </a:spcAft>
              <a:defRPr kumimoji="1" sz="2400">
                <a:solidFill>
                  <a:schemeClr val="tx1"/>
                </a:solidFill>
                <a:latin typeface="Arial" charset="0"/>
                <a:ea typeface="宋体" charset="-122"/>
              </a:defRPr>
            </a:lvl6pPr>
            <a:lvl7pPr marL="2971800" indent="-228600" eaLnBrk="0" fontAlgn="base" hangingPunct="0">
              <a:spcBef>
                <a:spcPct val="0"/>
              </a:spcBef>
              <a:spcAft>
                <a:spcPct val="0"/>
              </a:spcAft>
              <a:defRPr kumimoji="1" sz="2400">
                <a:solidFill>
                  <a:schemeClr val="tx1"/>
                </a:solidFill>
                <a:latin typeface="Arial" charset="0"/>
                <a:ea typeface="宋体" charset="-122"/>
              </a:defRPr>
            </a:lvl7pPr>
            <a:lvl8pPr marL="3429000" indent="-228600" eaLnBrk="0" fontAlgn="base" hangingPunct="0">
              <a:spcBef>
                <a:spcPct val="0"/>
              </a:spcBef>
              <a:spcAft>
                <a:spcPct val="0"/>
              </a:spcAft>
              <a:defRPr kumimoji="1" sz="2400">
                <a:solidFill>
                  <a:schemeClr val="tx1"/>
                </a:solidFill>
                <a:latin typeface="Arial" charset="0"/>
                <a:ea typeface="宋体" charset="-122"/>
              </a:defRPr>
            </a:lvl8pPr>
            <a:lvl9pPr marL="3886200" indent="-228600" eaLnBrk="0" fontAlgn="base" hangingPunct="0">
              <a:spcBef>
                <a:spcPct val="0"/>
              </a:spcBef>
              <a:spcAft>
                <a:spcPct val="0"/>
              </a:spcAft>
              <a:defRPr kumimoji="1" sz="2400">
                <a:solidFill>
                  <a:schemeClr val="tx1"/>
                </a:solidFill>
                <a:latin typeface="Arial" charset="0"/>
                <a:ea typeface="宋体" charset="-122"/>
              </a:defRPr>
            </a:lvl9pPr>
          </a:lstStyle>
          <a:p>
            <a:fld id="{F4C1B79A-7E73-5D49-B012-E24C78966A30}" type="slidenum">
              <a:rPr lang="en-US" altLang="zh-CN" sz="1200">
                <a:latin typeface="Times New Roman" pitchFamily="18" charset="0"/>
              </a:rPr>
            </a:fld>
            <a:endParaRPr lang="en-US" altLang="zh-CN" sz="1200">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p:nvPr>
            <p:ph type="sldImg"/>
          </p:nvPr>
        </p:nvSpPr>
        <p:spPr>
          <a:xfrm>
            <a:off x="1101725" y="1241425"/>
            <a:ext cx="4467225" cy="3351213"/>
          </a:xfrm>
          <a:prstGeom prst="rect">
            <a:avLst/>
          </a:prstGeom>
          <a:noFill/>
          <a:ln w="12700">
            <a:solidFill>
              <a:prstClr val="black"/>
            </a:solidFill>
          </a:ln>
        </p:spPr>
      </p:sp>
      <p:sp>
        <p:nvSpPr>
          <p:cNvPr id="3" name="备注占位符 2"/>
          <p:cNvSpPr/>
          <p:nvPr>
            <p:ph type="body" idx="1"/>
          </p:nvPr>
        </p:nvSpPr>
        <p:spPr>
          <a:xfrm>
            <a:off x="666750" y="4778375"/>
            <a:ext cx="5337175" cy="3910013"/>
          </a:xfrm>
          <a:prstGeom prst="rect">
            <a:avLst/>
          </a:prstGeom>
        </p:spPr>
        <p:txBody>
          <a:bodyPr/>
          <a:lstStyle/>
          <a:p>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p:nvPr>
            <p:ph type="sldImg"/>
          </p:nvPr>
        </p:nvSpPr>
        <p:spPr bwMode="auto">
          <a:xfrm>
            <a:off x="855663" y="744538"/>
            <a:ext cx="4964112" cy="3722687"/>
          </a:xfrm>
          <a:prstGeom prst="rect">
            <a:avLst/>
          </a:prstGeo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4211" name="Rectangle 3"/>
          <p:cNvSpPr/>
          <p:nvPr>
            <p:ph type="body" idx="1"/>
          </p:nvPr>
        </p:nvSpPr>
        <p:spPr bwMode="auto">
          <a:xfrm>
            <a:off x="666750" y="4716463"/>
            <a:ext cx="5337175" cy="44688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pitchFamily="18" charset="0"/>
              <a:ea typeface="宋体"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p:nvPr>
            <p:ph type="sldImg"/>
          </p:nvPr>
        </p:nvSpPr>
        <p:spPr bwMode="auto">
          <a:xfrm>
            <a:off x="855663" y="744538"/>
            <a:ext cx="4964112" cy="3722687"/>
          </a:xfrm>
          <a:prstGeom prst="rect">
            <a:avLst/>
          </a:prstGeo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5235" name="Rectangle 3"/>
          <p:cNvSpPr/>
          <p:nvPr>
            <p:ph type="body" idx="1"/>
          </p:nvPr>
        </p:nvSpPr>
        <p:spPr bwMode="auto">
          <a:xfrm>
            <a:off x="666750" y="4716463"/>
            <a:ext cx="5337175" cy="44688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pitchFamily="18" charset="0"/>
              <a:ea typeface="宋体"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p:nvPr>
            <p:ph type="sldImg"/>
          </p:nvPr>
        </p:nvSpPr>
        <p:spPr bwMode="auto">
          <a:xfrm>
            <a:off x="855663" y="744538"/>
            <a:ext cx="4964112" cy="3722687"/>
          </a:xfrm>
          <a:prstGeom prst="rect">
            <a:avLst/>
          </a:prstGeo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6259" name="Rectangle 3"/>
          <p:cNvSpPr/>
          <p:nvPr>
            <p:ph type="body" idx="1"/>
          </p:nvPr>
        </p:nvSpPr>
        <p:spPr bwMode="auto">
          <a:xfrm>
            <a:off x="666750" y="4716463"/>
            <a:ext cx="5337175" cy="44688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pitchFamily="18" charset="0"/>
              <a:ea typeface="宋体"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p:nvPr>
            <p:ph type="sldImg"/>
          </p:nvPr>
        </p:nvSpPr>
        <p:spPr bwMode="auto">
          <a:xfrm>
            <a:off x="852488" y="744538"/>
            <a:ext cx="4965700" cy="3724275"/>
          </a:xfrm>
          <a:prstGeom prst="rect">
            <a:avLst/>
          </a:prstGeo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1923" name="备注占位符 2"/>
          <p:cNvSpPr/>
          <p:nvPr>
            <p:ph type="body" idx="1"/>
          </p:nvPr>
        </p:nvSpPr>
        <p:spPr bwMode="auto">
          <a:xfrm>
            <a:off x="666750" y="4716463"/>
            <a:ext cx="5337175" cy="4468812"/>
          </a:xfrm>
          <a:prstGeom prst="rect">
            <a:avLst/>
          </a:prstGeom>
          <a:noFill/>
          <a:ln>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a:latin typeface="Times New Roman" pitchFamily="18" charset="0"/>
              <a:ea typeface="宋体" charset="-122"/>
            </a:endParaRPr>
          </a:p>
        </p:txBody>
      </p:sp>
      <p:sp>
        <p:nvSpPr>
          <p:cNvPr id="4" name="灯片编号占位符 3"/>
          <p:cNvSpPr txBox="1"/>
          <p:nvPr/>
        </p:nvSpPr>
        <p:spPr>
          <a:xfrm>
            <a:off x="3778250" y="9431338"/>
            <a:ext cx="2890838" cy="496887"/>
          </a:xfrm>
          <a:prstGeom prst="rect">
            <a:avLst/>
          </a:prstGeom>
          <a:noFill/>
        </p:spPr>
        <p:txBody>
          <a:bodyPr anchor="b"/>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algn="r" eaLnBrk="1" hangingPunct="1">
              <a:spcBef>
                <a:spcPct val="0"/>
              </a:spcBef>
            </a:pPr>
            <a:fld id="{B323488D-E838-7048-AFAA-916744A88C70}" type="slidenum">
              <a:rPr lang="zh-CN" altLang="en-US" sz="1200" b="0">
                <a:solidFill>
                  <a:schemeClr val="tx1"/>
                </a:solidFill>
                <a:latin typeface="Calibri"/>
              </a:rPr>
            </a:fld>
            <a:endParaRPr lang="zh-CN" altLang="en-US" sz="1200" b="0">
              <a:solidFill>
                <a:schemeClr val="tx1"/>
              </a:solidFill>
              <a:latin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p:nvPr>
            <p:ph type="sldImg"/>
          </p:nvPr>
        </p:nvSpPr>
        <p:spPr bwMode="auto">
          <a:xfrm>
            <a:off x="852488" y="744538"/>
            <a:ext cx="4965700" cy="3724275"/>
          </a:xfrm>
          <a:prstGeom prst="rect">
            <a:avLst/>
          </a:prstGeo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2947" name="备注占位符 2"/>
          <p:cNvSpPr/>
          <p:nvPr>
            <p:ph type="body" idx="1"/>
          </p:nvPr>
        </p:nvSpPr>
        <p:spPr bwMode="auto">
          <a:xfrm>
            <a:off x="666750" y="4716463"/>
            <a:ext cx="5337175" cy="4468812"/>
          </a:xfrm>
          <a:prstGeom prst="rect">
            <a:avLst/>
          </a:prstGeom>
          <a:noFill/>
          <a:ln>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a:latin typeface="Times New Roman" pitchFamily="18" charset="0"/>
              <a:ea typeface="宋体" charset="-122"/>
            </a:endParaRPr>
          </a:p>
        </p:txBody>
      </p:sp>
      <p:sp>
        <p:nvSpPr>
          <p:cNvPr id="4" name="灯片编号占位符 3"/>
          <p:cNvSpPr txBox="1"/>
          <p:nvPr/>
        </p:nvSpPr>
        <p:spPr>
          <a:xfrm>
            <a:off x="3778250" y="9431338"/>
            <a:ext cx="2890838" cy="496887"/>
          </a:xfrm>
          <a:prstGeom prst="rect">
            <a:avLst/>
          </a:prstGeom>
          <a:noFill/>
        </p:spPr>
        <p:txBody>
          <a:bodyPr anchor="b"/>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algn="r" eaLnBrk="1" hangingPunct="1">
              <a:spcBef>
                <a:spcPct val="0"/>
              </a:spcBef>
            </a:pPr>
            <a:fld id="{FEE599DF-436F-9F44-B406-D232A620CA5B}" type="slidenum">
              <a:rPr lang="zh-CN" altLang="en-US" sz="1200" b="0">
                <a:solidFill>
                  <a:schemeClr val="tx1"/>
                </a:solidFill>
                <a:latin typeface="Calibri"/>
              </a:rPr>
            </a:fld>
            <a:endParaRPr lang="zh-CN" altLang="en-US" sz="1200" b="0">
              <a:solidFill>
                <a:schemeClr val="tx1"/>
              </a:solidFill>
              <a:latin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p:nvPr>
            <p:ph type="sldImg"/>
          </p:nvPr>
        </p:nvSpPr>
        <p:spPr bwMode="auto">
          <a:xfrm>
            <a:off x="852488" y="744538"/>
            <a:ext cx="4965700" cy="3724275"/>
          </a:xfrm>
          <a:prstGeom prst="rect">
            <a:avLst/>
          </a:prstGeo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6019" name="备注占位符 2"/>
          <p:cNvSpPr/>
          <p:nvPr>
            <p:ph type="body" idx="1"/>
          </p:nvPr>
        </p:nvSpPr>
        <p:spPr bwMode="auto">
          <a:xfrm>
            <a:off x="666750" y="4716463"/>
            <a:ext cx="5337175" cy="4468812"/>
          </a:xfrm>
          <a:prstGeom prst="rect">
            <a:avLst/>
          </a:prstGeom>
          <a:noFill/>
          <a:ln>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a:latin typeface="Times New Roman" pitchFamily="18" charset="0"/>
              <a:ea typeface="宋体" charset="-122"/>
            </a:endParaRPr>
          </a:p>
        </p:txBody>
      </p:sp>
      <p:sp>
        <p:nvSpPr>
          <p:cNvPr id="4" name="灯片编号占位符 3"/>
          <p:cNvSpPr txBox="1"/>
          <p:nvPr/>
        </p:nvSpPr>
        <p:spPr>
          <a:xfrm>
            <a:off x="3778250" y="9431338"/>
            <a:ext cx="2890838" cy="496887"/>
          </a:xfrm>
          <a:prstGeom prst="rect">
            <a:avLst/>
          </a:prstGeom>
          <a:noFill/>
        </p:spPr>
        <p:txBody>
          <a:bodyPr anchor="b"/>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algn="r" eaLnBrk="1" hangingPunct="1">
              <a:spcBef>
                <a:spcPct val="0"/>
              </a:spcBef>
            </a:pPr>
            <a:fld id="{6DADE01B-D333-3E41-B63E-079E32712B31}" type="slidenum">
              <a:rPr lang="zh-CN" altLang="en-US" sz="1200" b="0">
                <a:solidFill>
                  <a:schemeClr val="tx1"/>
                </a:solidFill>
                <a:latin typeface="Calibri"/>
              </a:rPr>
            </a:fld>
            <a:endParaRPr lang="zh-CN" altLang="en-US" sz="1200" b="0">
              <a:solidFill>
                <a:schemeClr val="tx1"/>
              </a:solidFill>
              <a:latin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5" Type="http://schemas.microsoft.com/office/2007/relationships/hdphoto" Target="../media/image2.tiff"/><Relationship Id="rId4" Type="http://schemas.openxmlformats.org/officeDocument/2006/relationships/image" Target="../media/image2.png"/><Relationship Id="rId3" Type="http://schemas.microsoft.com/office/2007/relationships/hdphoto" Target="../media/image1.tif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5" Type="http://schemas.microsoft.com/office/2007/relationships/hdphoto" Target="../media/image2.tiff"/><Relationship Id="rId4" Type="http://schemas.openxmlformats.org/officeDocument/2006/relationships/image" Target="../media/image2.png"/><Relationship Id="rId3" Type="http://schemas.microsoft.com/office/2007/relationships/hdphoto" Target="../media/image1.tif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microsoft.com/office/2007/relationships/hdphoto" Target="../media/image2.tiff"/><Relationship Id="rId4" Type="http://schemas.openxmlformats.org/officeDocument/2006/relationships/image" Target="../media/image3.png"/><Relationship Id="rId3" Type="http://schemas.microsoft.com/office/2007/relationships/hdphoto" Target="../media/image1.tif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microsoft.com/office/2007/relationships/hdphoto" Target="../media/image2.tiff"/><Relationship Id="rId4" Type="http://schemas.openxmlformats.org/officeDocument/2006/relationships/image" Target="../media/image3.png"/><Relationship Id="rId3" Type="http://schemas.microsoft.com/office/2007/relationships/hdphoto" Target="../media/image1.tif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zh-CN" altLang="en-US"/>
              <a:t>单击此处编辑母版标题样式</a:t>
            </a:r>
            <a:endParaRPr lang="en-US" dirty="0"/>
          </a:p>
        </p:txBody>
      </p:sp>
      <p:sp>
        <p:nvSpPr>
          <p:cNvPr id="3" name="Subtitle 2"/>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p:nvPr>
            <p:ph type="dt" sz="half" idx="10"/>
          </p:nvPr>
        </p:nvSpPr>
        <p:spPr/>
        <p:txBody>
          <a:bodyPr/>
          <a:lstStyle/>
          <a:p>
            <a:pPr>
              <a:defRPr/>
            </a:pPr>
            <a:fld id="{769FC6B6-2ADB-F544-9C51-B5F1CF3F074F}" type="datetime1">
              <a:rPr lang="zh-CN" altLang="en-US" smtClean="0"/>
            </a:fld>
            <a:endParaRPr lang="en-US" altLang="zh-CN"/>
          </a:p>
        </p:txBody>
      </p:sp>
      <p:sp>
        <p:nvSpPr>
          <p:cNvPr id="5" name="Footer Placeholder 4"/>
          <p:cNvSpPr/>
          <p:nvPr>
            <p:ph type="ftr" sz="quarter" idx="11"/>
          </p:nvPr>
        </p:nvSpPr>
        <p:spPr>
          <a:xfrm>
            <a:off x="812805" y="6272785"/>
            <a:ext cx="4745736" cy="365125"/>
          </a:xfrm>
        </p:spPr>
        <p:txBody>
          <a:bodyPr/>
          <a:lstStyle/>
          <a:p>
            <a:pPr>
              <a:defRPr/>
            </a:pPr>
            <a:endParaRPr lang="en-US" altLang="zh-CN"/>
          </a:p>
        </p:txBody>
      </p:sp>
      <p:sp>
        <p:nvSpPr>
          <p:cNvPr id="6" name="Slide Number Placeholder 5"/>
          <p:cNvSpPr/>
          <p:nvPr>
            <p:ph type="sldNum" sz="quarter" idx="12"/>
          </p:nvPr>
        </p:nvSpPr>
        <p:spPr>
          <a:xfrm>
            <a:off x="7244280" y="4227195"/>
            <a:ext cx="895401" cy="640080"/>
          </a:xfrm>
        </p:spPr>
        <p:txBody>
          <a:bodyPr/>
          <a:lstStyle>
            <a:lvl1pPr>
              <a:defRPr sz="2800" b="1"/>
            </a:lvl1pPr>
          </a:lstStyle>
          <a:p>
            <a:fld id="{9F04F4AE-2E1F-F54F-AFF7-53C707B6D2E6}" type="slidenum">
              <a:rPr lang="zh-CN" altLang="en-US" smtClean="0"/>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p:nvPr>
            <p:ph type="title"/>
          </p:nvPr>
        </p:nvSpPr>
        <p:spPr/>
        <p:txBody>
          <a:bodyPr/>
          <a:lstStyle/>
          <a:p>
            <a:r>
              <a:rPr lang="zh-CN" altLang="en-US"/>
              <a:t>单击此处编辑母版标题样式</a:t>
            </a:r>
            <a:endParaRPr lang="en-US" dirty="0"/>
          </a:p>
        </p:txBody>
      </p:sp>
      <p:sp>
        <p:nvSpPr>
          <p:cNvPr id="3" name="Content Placeholder 2"/>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p:nvPr>
            <p:ph type="dt" sz="half" idx="10"/>
          </p:nvPr>
        </p:nvSpPr>
        <p:spPr/>
        <p:txBody>
          <a:bodyPr/>
          <a:lstStyle/>
          <a:p>
            <a:fld id="{22B4B6E7-AF89-454F-98AE-AFED4239F98D}" type="datetime1">
              <a:rPr lang="zh-CN" altLang="en-US" smtClean="0"/>
            </a:fld>
            <a:endParaRPr lang="en-US" dirty="0"/>
          </a:p>
        </p:txBody>
      </p:sp>
      <p:sp>
        <p:nvSpPr>
          <p:cNvPr id="8" name="Footer Placeholder 7"/>
          <p:cNvSpPr/>
          <p:nvPr>
            <p:ph type="ftr" sz="quarter" idx="11"/>
          </p:nvPr>
        </p:nvSpPr>
        <p:spPr/>
        <p:txBody>
          <a:bodyPr/>
          <a:lstStyle/>
          <a:p>
            <a:endParaRPr lang="en-US" dirty="0"/>
          </a:p>
        </p:txBody>
      </p:sp>
      <p:sp>
        <p:nvSpPr>
          <p:cNvPr id="9" name="Slide Number Placeholder 8"/>
          <p:cNvSpPr/>
          <p:nvPr>
            <p:ph type="sldNum" sz="quarter" idx="12"/>
          </p:nvPr>
        </p:nvSpPr>
        <p:spPr/>
        <p:txBody>
          <a:bodyPr/>
          <a:lstStyle/>
          <a:p>
            <a:fld id="{4FAB73BC-B049-4115-A692-8D63A059BFB8}"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p:nvPr>
            <p:ph type="title"/>
          </p:nvPr>
        </p:nvSpPr>
        <p:spPr>
          <a:xfrm>
            <a:off x="1625346" y="1225296"/>
            <a:ext cx="6960870" cy="3520440"/>
          </a:xfrm>
        </p:spPr>
        <p:txBody>
          <a:bodyPr anchor="ctr">
            <a:normAutofit/>
          </a:bodyPr>
          <a:lstStyle>
            <a:lvl1pPr>
              <a:lnSpc>
                <a:spcPct val="80000"/>
              </a:lnSpc>
              <a:defRPr sz="6400" b="0"/>
            </a:lvl1pPr>
          </a:lstStyle>
          <a:p>
            <a:r>
              <a:rPr lang="zh-CN" altLang="en-US"/>
              <a:t>单击此处编辑母版标题样式</a:t>
            </a:r>
            <a:endParaRPr lang="en-US" dirty="0"/>
          </a:p>
        </p:txBody>
      </p:sp>
      <p:sp>
        <p:nvSpPr>
          <p:cNvPr id="3" name="Text Placeholder 2"/>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p:nvPr>
            <p:ph type="dt" sz="half" idx="10"/>
          </p:nvPr>
        </p:nvSpPr>
        <p:spPr>
          <a:xfrm>
            <a:off x="6445251" y="6272785"/>
            <a:ext cx="1983232" cy="365125"/>
          </a:xfrm>
        </p:spPr>
        <p:txBody>
          <a:bodyPr/>
          <a:lstStyle>
            <a:lvl1pPr>
              <a:defRPr>
                <a:solidFill>
                  <a:schemeClr val="accent1">
                    <a:lumMod val="50000"/>
                  </a:schemeClr>
                </a:solidFill>
              </a:defRPr>
            </a:lvl1pPr>
          </a:lstStyle>
          <a:p>
            <a:fld id="{EFECB7B8-690A-1746-A99C-121FBBC90BD4}" type="datetime1">
              <a:rPr lang="zh-CN" altLang="en-US" smtClean="0"/>
            </a:fld>
            <a:endParaRPr lang="en-US" dirty="0"/>
          </a:p>
        </p:txBody>
      </p:sp>
      <p:sp>
        <p:nvSpPr>
          <p:cNvPr id="5" name="Footer Placeholder 4"/>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dirty="0"/>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p:nvPr>
            <p:ph type="sldNum" sz="quarter" idx="12"/>
          </p:nvPr>
        </p:nvSpPr>
        <p:spPr>
          <a:xfrm>
            <a:off x="645450" y="2508607"/>
            <a:ext cx="891224" cy="720332"/>
          </a:xfrm>
        </p:spPr>
        <p:txBody>
          <a:bodyPr/>
          <a:lstStyle>
            <a:lvl1pPr>
              <a:defRPr sz="2800"/>
            </a:lvl1pPr>
          </a:lstStyle>
          <a:p>
            <a:fld id="{4FAB73BC-B049-4115-A692-8D63A059BFB8}"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p:nvPr>
            <p:ph type="title"/>
          </p:nvPr>
        </p:nvSpPr>
        <p:spPr/>
        <p:txBody>
          <a:bodyPr/>
          <a:lstStyle/>
          <a:p>
            <a:r>
              <a:rPr lang="zh-CN" altLang="en-US"/>
              <a:t>单击此处编辑母版标题样式</a:t>
            </a:r>
            <a:endParaRPr lang="en-US" dirty="0"/>
          </a:p>
        </p:txBody>
      </p:sp>
      <p:sp>
        <p:nvSpPr>
          <p:cNvPr id="3" name="Content Placeholder 2"/>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p:nvPr>
            <p:ph type="dt" sz="half" idx="10"/>
          </p:nvPr>
        </p:nvSpPr>
        <p:spPr/>
        <p:txBody>
          <a:bodyPr/>
          <a:lstStyle/>
          <a:p>
            <a:fld id="{DE10C195-B920-B04B-8A8D-1D96F41A80F5}" type="datetime1">
              <a:rPr lang="zh-CN" altLang="en-US" smtClean="0"/>
            </a:fld>
            <a:endParaRPr lang="en-US"/>
          </a:p>
        </p:txBody>
      </p:sp>
      <p:sp>
        <p:nvSpPr>
          <p:cNvPr id="6" name="Footer Placeholder 5"/>
          <p:cNvSpPr/>
          <p:nvPr>
            <p:ph type="ftr" sz="quarter" idx="11"/>
          </p:nvPr>
        </p:nvSpPr>
        <p:spPr/>
        <p:txBody>
          <a:bodyPr/>
          <a:lstStyle/>
          <a:p>
            <a:endParaRPr lang="en-US"/>
          </a:p>
        </p:txBody>
      </p:sp>
      <p:sp>
        <p:nvSpPr>
          <p:cNvPr id="7" name="Slide Number Placeholder 6"/>
          <p:cNvSpPr/>
          <p:nvPr>
            <p:ph type="sldNum" sz="quarter" idx="12"/>
          </p:nvPr>
        </p:nvSpPr>
        <p:spPr/>
        <p:txBody>
          <a:bodyPr/>
          <a:lstStyle/>
          <a:p>
            <a:fld id="{4FAB73BC-B049-4115-A692-8D63A059BFB8}"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p:nvPr>
            <p:ph type="dt" sz="half" idx="10"/>
          </p:nvPr>
        </p:nvSpPr>
        <p:spPr/>
        <p:txBody>
          <a:bodyPr/>
          <a:lstStyle/>
          <a:p>
            <a:fld id="{E0FE5F47-CA1B-DC49-82AD-B2CB89DEFA3F}" type="datetime1">
              <a:rPr lang="zh-CN" altLang="en-US" smtClean="0"/>
            </a:fld>
            <a:endParaRPr lang="en-US"/>
          </a:p>
        </p:txBody>
      </p:sp>
      <p:sp>
        <p:nvSpPr>
          <p:cNvPr id="8" name="Footer Placeholder 7"/>
          <p:cNvSpPr/>
          <p:nvPr>
            <p:ph type="ftr" sz="quarter" idx="11"/>
          </p:nvPr>
        </p:nvSpPr>
        <p:spPr/>
        <p:txBody>
          <a:bodyPr/>
          <a:lstStyle/>
          <a:p>
            <a:endParaRPr lang="en-US" dirty="0"/>
          </a:p>
        </p:txBody>
      </p:sp>
      <p:sp>
        <p:nvSpPr>
          <p:cNvPr id="9" name="Slide Number Placeholder 8"/>
          <p:cNvSpPr/>
          <p:nvPr>
            <p:ph type="sldNum" sz="quarter" idx="12"/>
          </p:nvPr>
        </p:nvSpPr>
        <p:spPr/>
        <p:txBody>
          <a:bodyPr/>
          <a:lstStyle/>
          <a:p>
            <a:fld id="{4FAB73BC-B049-4115-A692-8D63A059BFB8}" type="slidenum">
              <a:rPr lang="en-US" smtClean="0"/>
            </a:fld>
            <a:endParaRPr lang="en-US"/>
          </a:p>
        </p:txBody>
      </p:sp>
      <p:sp>
        <p:nvSpPr>
          <p:cNvPr id="10" name="Title 9"/>
          <p:cNvSpPr/>
          <p:nvPr>
            <p:ph type="title"/>
          </p:nvPr>
        </p:nvSpPr>
        <p:spPr/>
        <p:txBody>
          <a:bodyPr/>
          <a:lstStyle/>
          <a:p>
            <a:r>
              <a:rPr lang="zh-CN" altLang="en-US"/>
              <a:t>单击此处编辑母版标题样式</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p:nvPr>
            <p:ph type="dt" sz="half" idx="10"/>
          </p:nvPr>
        </p:nvSpPr>
        <p:spPr/>
        <p:txBody>
          <a:bodyPr/>
          <a:lstStyle>
            <a:lvl1pPr>
              <a:defRPr>
                <a:solidFill>
                  <a:schemeClr val="accent1">
                    <a:lumMod val="50000"/>
                  </a:schemeClr>
                </a:solidFill>
              </a:defRPr>
            </a:lvl1pPr>
          </a:lstStyle>
          <a:p>
            <a:fld id="{A6459A6B-70B2-524D-B786-2E345CC6B91F}" type="datetime1">
              <a:rPr lang="zh-CN" altLang="en-US" smtClean="0"/>
            </a:fld>
            <a:endParaRPr lang="en-US" dirty="0"/>
          </a:p>
        </p:txBody>
      </p:sp>
      <p:sp>
        <p:nvSpPr>
          <p:cNvPr id="4" name="Footer Placeholder 3"/>
          <p:cNvSpPr/>
          <p:nvPr>
            <p:ph type="ftr" sz="quarter" idx="11"/>
          </p:nvPr>
        </p:nvSpPr>
        <p:spPr/>
        <p:txBody>
          <a:bodyPr/>
          <a:lstStyle>
            <a:lvl1pPr>
              <a:defRPr>
                <a:solidFill>
                  <a:schemeClr val="accent1">
                    <a:lumMod val="50000"/>
                  </a:schemeClr>
                </a:solidFill>
              </a:defRPr>
            </a:lvl1pPr>
          </a:lstStyle>
          <a:p>
            <a:endParaRPr lang="en-US" dirty="0"/>
          </a:p>
        </p:txBody>
      </p:sp>
      <p:sp>
        <p:nvSpPr>
          <p:cNvPr id="5" name="Slide Number Placeholder 4"/>
          <p:cNvSpPr/>
          <p:nvPr>
            <p:ph type="sldNum" sz="quarter" idx="12"/>
          </p:nvPr>
        </p:nvSpPr>
        <p:spPr/>
        <p:txBody>
          <a:bodyPr/>
          <a:lstStyle/>
          <a:p>
            <a:fld id="{4FAB73BC-B049-4115-A692-8D63A059BFB8}" type="slidenum">
              <a:rPr lang="en-US" smtClean="0"/>
            </a:fld>
            <a:endParaRPr lang="en-US"/>
          </a:p>
        </p:txBody>
      </p:sp>
      <p:sp>
        <p:nvSpPr>
          <p:cNvPr id="6" name="Title 5"/>
          <p:cNvSpPr/>
          <p:nvPr>
            <p:ph type="title"/>
          </p:nvPr>
        </p:nvSpPr>
        <p:spPr/>
        <p:txBody>
          <a:bodyPr/>
          <a:lstStyle/>
          <a:p>
            <a:r>
              <a:rPr lang="zh-CN" altLang="en-US"/>
              <a:t>单击此处编辑母版标题样式</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p:nvPr>
            <p:ph type="dt" sz="half" idx="10"/>
          </p:nvPr>
        </p:nvSpPr>
        <p:spPr/>
        <p:txBody>
          <a:bodyPr/>
          <a:lstStyle/>
          <a:p>
            <a:fld id="{D0B097B5-EE7D-D04A-B749-4EBE87F233A2}" type="datetime1">
              <a:rPr lang="zh-CN" altLang="en-US" smtClean="0"/>
            </a:fld>
            <a:endParaRPr lang="en-US"/>
          </a:p>
        </p:txBody>
      </p:sp>
      <p:sp>
        <p:nvSpPr>
          <p:cNvPr id="3" name="Footer Placeholder 2"/>
          <p:cNvSpPr/>
          <p:nvPr>
            <p:ph type="ftr" sz="quarter" idx="11"/>
          </p:nvPr>
        </p:nvSpPr>
        <p:spPr/>
        <p:txBody>
          <a:bodyPr/>
          <a:lstStyle/>
          <a:p>
            <a:endParaRPr lang="en-US"/>
          </a:p>
        </p:txBody>
      </p:sp>
      <p:sp>
        <p:nvSpPr>
          <p:cNvPr id="4" name="Slide Number Placeholder 3"/>
          <p:cNvSpPr/>
          <p:nvPr>
            <p:ph type="sldNum" sz="quarter" idx="12"/>
          </p:nvPr>
        </p:nvSpPr>
        <p:spPr/>
        <p:txBody>
          <a:bodyPr/>
          <a:lstStyle/>
          <a:p>
            <a:fld id="{4FAB73BC-B049-4115-A692-8D63A059BFB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p:nvPr>
            <p:ph type="title"/>
          </p:nvPr>
        </p:nvSpPr>
        <p:spPr>
          <a:xfrm>
            <a:off x="6412230" y="685800"/>
            <a:ext cx="2400300" cy="1737360"/>
          </a:xfrm>
        </p:spPr>
        <p:txBody>
          <a:bodyPr anchor="b">
            <a:normAutofit/>
          </a:bodyPr>
          <a:lstStyle>
            <a:lvl1pPr>
              <a:defRPr sz="2800" b="0"/>
            </a:lvl1pPr>
          </a:lstStyle>
          <a:p>
            <a:r>
              <a:rPr lang="zh-CN" altLang="en-US"/>
              <a:t>单击此处编辑母版标题样式</a:t>
            </a:r>
            <a:endParaRPr lang="en-US" dirty="0"/>
          </a:p>
        </p:txBody>
      </p:sp>
      <p:sp>
        <p:nvSpPr>
          <p:cNvPr id="3" name="Content Placeholder 2"/>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grpSp>
        <p:nvGrpSpPr>
          <p:cNvPr id="12" name="Group 11"/>
          <p:cNvGrpSpPr/>
          <p:nvPr/>
        </p:nvGrpSpPr>
        <p:grpSpPr>
          <a:xfrm>
            <a:off x="8522664" y="6255258"/>
            <a:ext cx="393192" cy="393192"/>
            <a:chOff x="8532189" y="5068824"/>
            <a:chExt cx="393192" cy="393192"/>
          </a:xfrm>
        </p:grpSpPr>
        <p:sp>
          <p:nvSpPr>
            <p:cNvPr id="13" name="Oval 12"/>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9" name="Date Placeholder 8"/>
          <p:cNvSpPr/>
          <p:nvPr>
            <p:ph type="dt" sz="half" idx="10"/>
          </p:nvPr>
        </p:nvSpPr>
        <p:spPr/>
        <p:txBody>
          <a:bodyPr/>
          <a:lstStyle/>
          <a:p>
            <a:fld id="{982C767F-2FF2-9448-B7AF-2E553C5E18E7}" type="datetime1">
              <a:rPr lang="zh-CN" altLang="en-US" smtClean="0"/>
            </a:fld>
            <a:endParaRPr lang="en-US" dirty="0"/>
          </a:p>
        </p:txBody>
      </p:sp>
      <p:sp>
        <p:nvSpPr>
          <p:cNvPr id="10" name="Footer Placeholder 9"/>
          <p:cNvSpPr/>
          <p:nvPr>
            <p:ph type="ftr" sz="quarter" idx="11"/>
          </p:nvPr>
        </p:nvSpPr>
        <p:spPr/>
        <p:txBody>
          <a:bodyPr/>
          <a:lstStyle/>
          <a:p>
            <a:endParaRPr lang="en-US" dirty="0"/>
          </a:p>
        </p:txBody>
      </p:sp>
      <p:sp>
        <p:nvSpPr>
          <p:cNvPr id="11" name="Slide Number Placeholder 10"/>
          <p:cNvSpPr/>
          <p:nvPr>
            <p:ph type="sldNum" sz="quarter" idx="12"/>
          </p:nvPr>
        </p:nvSpPr>
        <p:spPr/>
        <p:txBody>
          <a:bodyPr/>
          <a:lstStyle/>
          <a:p>
            <a:fld id="{4FAB73BC-B049-4115-A692-8D63A059BFB8}"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p:nvPr>
            <p:ph type="title"/>
          </p:nvPr>
        </p:nvSpPr>
        <p:spPr>
          <a:xfrm>
            <a:off x="6412230" y="685800"/>
            <a:ext cx="2400300" cy="1737360"/>
          </a:xfrm>
        </p:spPr>
        <p:txBody>
          <a:bodyPr anchor="b">
            <a:normAutofit/>
          </a:bodyPr>
          <a:lstStyle>
            <a:lvl1pPr>
              <a:defRPr sz="2800" b="0"/>
            </a:lvl1pPr>
          </a:lstStyle>
          <a:p>
            <a:r>
              <a:rPr lang="zh-CN" altLang="en-US"/>
              <a:t>单击此处编辑母版标题样式</a:t>
            </a:r>
            <a:endParaRPr lang="en-US" dirty="0"/>
          </a:p>
        </p:txBody>
      </p:sp>
      <p:sp>
        <p:nvSpPr>
          <p:cNvPr id="3" name="Picture Placeholder 2"/>
          <p:cNvSpPr/>
          <p:nvPr>
            <p:ph type="pic" idx="1"/>
          </p:nvPr>
        </p:nvSpPr>
        <p:spPr>
          <a:xfrm>
            <a:off x="0" y="0"/>
            <a:ext cx="6227805"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将图片拖动到占位符，或单击添加图标</a:t>
            </a:r>
            <a:endParaRPr lang="en-US" dirty="0"/>
          </a:p>
        </p:txBody>
      </p:sp>
      <p:sp>
        <p:nvSpPr>
          <p:cNvPr id="4" name="Text Placeholder 3"/>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grpSp>
        <p:nvGrpSpPr>
          <p:cNvPr id="12" name="Group 11"/>
          <p:cNvGrpSpPr/>
          <p:nvPr/>
        </p:nvGrpSpPr>
        <p:grpSpPr>
          <a:xfrm>
            <a:off x="8522664" y="6255258"/>
            <a:ext cx="393192" cy="393192"/>
            <a:chOff x="8532189" y="5068824"/>
            <a:chExt cx="393192" cy="393192"/>
          </a:xfrm>
        </p:grpSpPr>
        <p:sp>
          <p:nvSpPr>
            <p:cNvPr id="13" name="Oval 12"/>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8" name="Date Placeholder 7"/>
          <p:cNvSpPr/>
          <p:nvPr>
            <p:ph type="dt" sz="half" idx="10"/>
          </p:nvPr>
        </p:nvSpPr>
        <p:spPr/>
        <p:txBody>
          <a:bodyPr/>
          <a:lstStyle/>
          <a:p>
            <a:fld id="{556F4131-F1E0-E44C-B57A-7FBC3B297A1A}" type="datetime1">
              <a:rPr lang="zh-CN" altLang="en-US" smtClean="0"/>
            </a:fld>
            <a:endParaRPr lang="en-US" dirty="0"/>
          </a:p>
        </p:txBody>
      </p:sp>
      <p:sp>
        <p:nvSpPr>
          <p:cNvPr id="10" name="Slide Number Placeholder 9"/>
          <p:cNvSpPr/>
          <p:nvPr>
            <p:ph type="sldNum" sz="quarter" idx="12"/>
          </p:nvPr>
        </p:nvSpPr>
        <p:spPr/>
        <p:txBody>
          <a:bodyPr/>
          <a:lstStyle/>
          <a:p>
            <a:fld id="{4FAB73BC-B049-4115-A692-8D63A059BFB8}"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p:nvPr>
            <p:ph type="title"/>
          </p:nvPr>
        </p:nvSpPr>
        <p:spPr/>
        <p:txBody>
          <a:bodyPr/>
          <a:lstStyle/>
          <a:p>
            <a:r>
              <a:rPr lang="zh-CN" altLang="en-US"/>
              <a:t>单击此处编辑母版标题样式</a:t>
            </a:r>
            <a:endParaRPr lang="en-US"/>
          </a:p>
        </p:txBody>
      </p:sp>
      <p:sp>
        <p:nvSpPr>
          <p:cNvPr id="3" name="Vertical Text Placeholder 2"/>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7" name="Date Placeholder 6"/>
          <p:cNvSpPr/>
          <p:nvPr>
            <p:ph type="dt" sz="half" idx="10"/>
          </p:nvPr>
        </p:nvSpPr>
        <p:spPr/>
        <p:txBody>
          <a:bodyPr/>
          <a:lstStyle/>
          <a:p>
            <a:fld id="{1B7A7F65-C148-9145-A326-289FB247F152}" type="datetime1">
              <a:rPr lang="zh-CN" altLang="en-US" smtClean="0"/>
            </a:fld>
            <a:endParaRPr lang="en-US" dirty="0"/>
          </a:p>
        </p:txBody>
      </p:sp>
      <p:sp>
        <p:nvSpPr>
          <p:cNvPr id="8" name="Footer Placeholder 7"/>
          <p:cNvSpPr/>
          <p:nvPr>
            <p:ph type="ftr" sz="quarter" idx="11"/>
          </p:nvPr>
        </p:nvSpPr>
        <p:spPr/>
        <p:txBody>
          <a:bodyPr/>
          <a:lstStyle/>
          <a:p>
            <a:endParaRPr lang="en-US" dirty="0"/>
          </a:p>
        </p:txBody>
      </p:sp>
      <p:sp>
        <p:nvSpPr>
          <p:cNvPr id="9" name="Slide Number Placeholder 8"/>
          <p:cNvSpPr/>
          <p:nvPr>
            <p:ph type="sldNum" sz="quarter" idx="12"/>
          </p:nvPr>
        </p:nvSpPr>
        <p:spPr/>
        <p:txBody>
          <a:bodyPr/>
          <a:lstStyle/>
          <a:p>
            <a:fld id="{4FAB73BC-B049-4115-A692-8D63A059BFB8}"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p:nvPr>
            <p:ph type="title" orient="vert"/>
          </p:nvPr>
        </p:nvSpPr>
        <p:spPr>
          <a:xfrm>
            <a:off x="6543675" y="533400"/>
            <a:ext cx="1914525" cy="5638800"/>
          </a:xfrm>
        </p:spPr>
        <p:txBody>
          <a:bodyPr vert="eaVert"/>
          <a:lstStyle>
            <a:lvl1pPr>
              <a:defRPr b="0"/>
            </a:lvl1pPr>
          </a:lstStyle>
          <a:p>
            <a:r>
              <a:rPr lang="zh-CN" altLang="en-US"/>
              <a:t>单击此处编辑母版标题样式</a:t>
            </a:r>
            <a:endParaRPr lang="en-US" dirty="0"/>
          </a:p>
        </p:txBody>
      </p:sp>
      <p:sp>
        <p:nvSpPr>
          <p:cNvPr id="3" name="Vertical Text Placeholder 2"/>
          <p:cNvSpPr/>
          <p:nvPr>
            <p:ph type="body" orient="vert" idx="1"/>
          </p:nvPr>
        </p:nvSpPr>
        <p:spPr>
          <a:xfrm>
            <a:off x="800100" y="533400"/>
            <a:ext cx="5629275" cy="56388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p:nvPr>
            <p:ph type="dt" sz="half" idx="10"/>
          </p:nvPr>
        </p:nvSpPr>
        <p:spPr/>
        <p:txBody>
          <a:bodyPr/>
          <a:lstStyle/>
          <a:p>
            <a:fld id="{D271643F-DF8B-E94A-B006-C3FD98D92121}" type="datetime1">
              <a:rPr lang="zh-CN" altLang="en-US" smtClean="0"/>
            </a:fld>
            <a:endParaRPr lang="en-US" dirty="0"/>
          </a:p>
        </p:txBody>
      </p:sp>
      <p:sp>
        <p:nvSpPr>
          <p:cNvPr id="8" name="Footer Placeholder 7"/>
          <p:cNvSpPr/>
          <p:nvPr>
            <p:ph type="ftr" sz="quarter" idx="11"/>
          </p:nvPr>
        </p:nvSpPr>
        <p:spPr/>
        <p:txBody>
          <a:bodyPr/>
          <a:lstStyle/>
          <a:p>
            <a:endParaRPr lang="en-US" dirty="0"/>
          </a:p>
        </p:txBody>
      </p:sp>
      <p:sp>
        <p:nvSpPr>
          <p:cNvPr id="9" name="Slide Number Placeholder 8"/>
          <p:cNvSpPr/>
          <p:nvPr>
            <p:ph type="sldNum" sz="quarter" idx="12"/>
          </p:nvPr>
        </p:nvSpPr>
        <p:spPr/>
        <p:txBody>
          <a:bodyPr/>
          <a:lstStyle/>
          <a:p>
            <a:fld id="{4FAB73BC-B049-4115-A692-8D63A059BFB8}"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p:nvPr>
            <p:ph type="title"/>
          </p:nvPr>
        </p:nvSpPr>
        <p:spPr>
          <a:xfrm>
            <a:off x="681038" y="333375"/>
            <a:ext cx="7797800" cy="839788"/>
          </a:xfrm>
        </p:spPr>
        <p:txBody>
          <a:bodyPr/>
          <a:lstStyle/>
          <a:p>
            <a:r>
              <a:rPr lang="zh-CN" altLang="en-US"/>
              <a:t>单击此处编辑母版标题样式</a:t>
            </a:r>
            <a:endParaRPr lang="zh-CN" altLang="en-US"/>
          </a:p>
        </p:txBody>
      </p:sp>
      <p:sp>
        <p:nvSpPr>
          <p:cNvPr id="3" name="文本占位符 2"/>
          <p:cNvSpPr/>
          <p:nvPr>
            <p:ph type="body" sz="half" idx="1"/>
          </p:nvPr>
        </p:nvSpPr>
        <p:spPr>
          <a:xfrm>
            <a:off x="685800" y="1484313"/>
            <a:ext cx="3810000" cy="461168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p:nvPr>
            <p:ph sz="quarter" idx="2"/>
          </p:nvPr>
        </p:nvSpPr>
        <p:spPr>
          <a:xfrm>
            <a:off x="4648200" y="1484313"/>
            <a:ext cx="3810000" cy="22288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p:nvPr>
            <p:ph sz="quarter" idx="3"/>
          </p:nvPr>
        </p:nvSpPr>
        <p:spPr>
          <a:xfrm>
            <a:off x="4648200" y="3865563"/>
            <a:ext cx="3810000" cy="22304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2.png"/><Relationship Id="rId14" Type="http://schemas.microsoft.com/office/2007/relationships/hdphoto" Target="../media/image2.tiff"/><Relationship Id="rId13" Type="http://schemas.openxmlformats.org/officeDocument/2006/relationships/image" Target="../media/image3.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Placeholder 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B4B28F58-F81C-7F47-B000-1A56E32DD32B}" type="datetime1">
              <a:rPr lang="zh-CN" altLang="en-US" smtClean="0"/>
            </a:fld>
            <a:endParaRPr lang="en-US" dirty="0"/>
          </a:p>
        </p:txBody>
      </p:sp>
      <p:sp>
        <p:nvSpPr>
          <p:cNvPr id="5" name="Footer Placeholder 4"/>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dirty="0"/>
          </a:p>
        </p:txBody>
      </p:sp>
      <p:sp>
        <p:nvSpPr>
          <p:cNvPr id="6" name="Slide Number Placeholder 5"/>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4FAB73BC-B049-4115-A692-8D63A059BFB8}"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hyperlink" Target="mailto:leizhang@cuc.edu.cn" TargetMode="Externa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customXml" Target="../ink/ink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2"/>
          <p:cNvSpPr/>
          <p:nvPr>
            <p:ph type="ctrTitle"/>
          </p:nvPr>
        </p:nvSpPr>
        <p:spPr>
          <a:xfrm>
            <a:off x="788670" y="3200399"/>
            <a:ext cx="7593330" cy="1008551"/>
          </a:xfrm>
        </p:spPr>
        <p:txBody>
          <a:bodyPr/>
          <a:lstStyle/>
          <a:p>
            <a:pPr algn="ctr">
              <a:lnSpc>
                <a:spcPct val="90000"/>
              </a:lnSpc>
              <a:defRPr/>
            </a:pPr>
            <a:r>
              <a:rPr lang="zh-CN" altLang="en-US" sz="4000" dirty="0">
                <a:blipFill>
                  <a:blip r:embed="rId1">
                    <a:extLst>
                      <a:ext uri="{28A0092B-C50C-407E-A947-70E740481C1C}">
                        <a14:useLocalDpi xmlns:a14="http://schemas.microsoft.com/office/drawing/2010/main" val="0"/>
                      </a:ext>
                    </a:extLst>
                  </a:blip>
                  <a:tile tx="6350" ty="-127000" sx="65000" sy="64000" flip="none" algn="tl"/>
                </a:blipFill>
              </a:rPr>
              <a:t>程序设计与编程方法</a:t>
            </a:r>
            <a:endParaRPr lang="zh-CN" altLang="en-US" sz="4000" dirty="0">
              <a:blipFill>
                <a:blip r:embed="rId1">
                  <a:extLst>
                    <a:ext uri="{28A0092B-C50C-407E-A947-70E740481C1C}">
                      <a14:useLocalDpi xmlns:a14="http://schemas.microsoft.com/office/drawing/2010/main" val="0"/>
                    </a:ext>
                  </a:extLst>
                </a:blip>
                <a:tile tx="6350" ty="-127000" sx="65000" sy="64000" flip="none" algn="tl"/>
              </a:blipFill>
            </a:endParaRPr>
          </a:p>
        </p:txBody>
      </p:sp>
      <p:sp>
        <p:nvSpPr>
          <p:cNvPr id="3" name="WordArt 6"/>
          <p:cNvSpPr/>
          <p:nvPr/>
        </p:nvSpPr>
        <p:spPr bwMode="auto">
          <a:xfrm>
            <a:off x="1763688" y="1916832"/>
            <a:ext cx="5839494" cy="961384"/>
          </a:xfrm>
          <a:prstGeom prst="rect">
            <a:avLst/>
          </a:prstGeom>
        </p:spPr>
        <p:txBody>
          <a:bodyPr wrap="none" fromWordArt="1">
            <a:prstTxWarp prst="textPlain">
              <a:avLst>
                <a:gd name="adj" fmla="val 50000"/>
              </a:avLst>
            </a:prstTxWarp>
          </a:bodyPr>
          <a:lstStyle/>
          <a:p>
            <a:pPr eaLnBrk="1" hangingPunct="1">
              <a:lnSpc>
                <a:spcPct val="90000"/>
              </a:lnSpc>
              <a:spcBef>
                <a:spcPct val="0"/>
              </a:spcBef>
              <a:buClr>
                <a:schemeClr val="accent1">
                  <a:lumMod val="75000"/>
                </a:schemeClr>
              </a:buClr>
              <a:buSzPct val="85000"/>
              <a:buNone/>
            </a:pPr>
            <a:r>
              <a:rPr kumimoji="1" lang="zh-CN" altLang="en-US" sz="4000" cap="all" dirty="0">
                <a:blipFill>
                  <a:blip r:embed="rId1">
                    <a:extLst>
                      <a:ext uri="{28A0092B-C50C-407E-A947-70E740481C1C}">
                        <a14:useLocalDpi xmlns:a14="http://schemas.microsoft.com/office/drawing/2010/main" val="0"/>
                      </a:ext>
                    </a:extLst>
                  </a:blip>
                  <a:tile tx="6350" ty="-127000" sx="65000" sy="64000" flip="none" algn="tl"/>
                </a:blipFill>
                <a:latin typeface="+mj-lt"/>
                <a:ea typeface="+mj-ea"/>
                <a:cs typeface="+mj-cs"/>
              </a:rPr>
              <a:t>第五章 函数</a:t>
            </a:r>
            <a:endParaRPr kumimoji="1" lang="zh-CN" altLang="en-US" sz="4000" cap="all" dirty="0">
              <a:blipFill>
                <a:blip r:embed="rId1">
                  <a:extLst>
                    <a:ext uri="{28A0092B-C50C-407E-A947-70E740481C1C}">
                      <a14:useLocalDpi xmlns:a14="http://schemas.microsoft.com/office/drawing/2010/main" val="0"/>
                    </a:ext>
                  </a:extLst>
                </a:blip>
                <a:tile tx="6350" ty="-127000" sx="65000" sy="64000" flip="none" algn="tl"/>
              </a:blipFill>
              <a:latin typeface="+mj-lt"/>
              <a:ea typeface="+mj-ea"/>
              <a:cs typeface="+mj-cs"/>
            </a:endParaRPr>
          </a:p>
        </p:txBody>
      </p:sp>
      <p:sp>
        <p:nvSpPr>
          <p:cNvPr id="4" name="Text Box 3"/>
          <p:cNvSpPr txBox="1"/>
          <p:nvPr/>
        </p:nvSpPr>
        <p:spPr bwMode="auto">
          <a:xfrm>
            <a:off x="2421037" y="4797152"/>
            <a:ext cx="4374356"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0" hangingPunct="0">
              <a:spcBef>
                <a:spcPct val="50000"/>
              </a:spcBef>
              <a:buNone/>
            </a:pPr>
            <a:r>
              <a:rPr lang="zh-CN" altLang="en-US" sz="2000" b="1" dirty="0">
                <a:solidFill>
                  <a:srgbClr val="000000"/>
                </a:solidFill>
                <a:latin typeface="隶书" charset="0"/>
                <a:ea typeface="隶书" charset="0"/>
              </a:rPr>
              <a:t>张雷</a:t>
            </a:r>
            <a:br>
              <a:rPr lang="zh-CN" altLang="en-US" sz="2000" b="1" dirty="0">
                <a:solidFill>
                  <a:srgbClr val="000000"/>
                </a:solidFill>
                <a:latin typeface="隶书" charset="0"/>
                <a:ea typeface="隶书" charset="0"/>
              </a:rPr>
            </a:br>
            <a:r>
              <a:rPr lang="en-US" altLang="zh-CN" sz="2000" b="1" dirty="0">
                <a:latin typeface="Times New Roman" pitchFamily="18" charset="0"/>
                <a:ea typeface="隶书" charset="0"/>
                <a:hlinkClick r:id="rId2"/>
              </a:rPr>
              <a:t>leizhang</a:t>
            </a:r>
            <a:r>
              <a:rPr lang="en-US" altLang="zh-CN" sz="2000" b="1" dirty="0">
                <a:latin typeface="Times New Roman" pitchFamily="18" charset="0"/>
                <a:hlinkClick r:id="rId2"/>
              </a:rPr>
              <a:t>@cuc.edu.cn</a:t>
            </a:r>
            <a:endParaRPr lang="zh-CN" altLang="en-US" sz="2000" b="1" dirty="0">
              <a:latin typeface="Times New Roman" pitchFamily="18" charset="0"/>
            </a:endParaRPr>
          </a:p>
          <a:p>
            <a:pPr algn="ctr" eaLnBrk="0" hangingPunct="0">
              <a:spcBef>
                <a:spcPct val="50000"/>
              </a:spcBef>
              <a:buNone/>
            </a:pPr>
            <a:r>
              <a:rPr lang="zh-CN" altLang="en-US" sz="2000" b="1" dirty="0">
                <a:solidFill>
                  <a:schemeClr val="tx1"/>
                </a:solidFill>
                <a:latin typeface="Times New Roman" pitchFamily="18" charset="0"/>
              </a:rPr>
              <a:t>中国传媒大学</a:t>
            </a:r>
            <a:endParaRPr lang="zh-CN" altLang="en-US" sz="2000" b="1" dirty="0">
              <a:solidFill>
                <a:schemeClr val="tx1"/>
              </a:solidFill>
              <a:latin typeface="Times New Roman" pitchFamily="18" charset="0"/>
            </a:endParaRPr>
          </a:p>
          <a:p>
            <a:pPr algn="ctr">
              <a:spcBef>
                <a:spcPct val="50000"/>
              </a:spcBef>
            </a:pPr>
            <a:r>
              <a:rPr lang="zh-CN" altLang="en-US" dirty="0">
                <a:latin typeface="Times New Roman" pitchFamily="18" charset="0"/>
              </a:rPr>
              <a:t>计算机与网络空间安全学院</a:t>
            </a:r>
            <a:endParaRPr lang="en-US" altLang="zh-CN" sz="2400">
              <a:latin typeface="Times New Roman" pitchFamily="18" charset="0"/>
            </a:endParaRPr>
          </a:p>
          <a:p>
            <a:pPr algn="ctr" eaLnBrk="0" hangingPunct="0">
              <a:spcBef>
                <a:spcPct val="50000"/>
              </a:spcBef>
            </a:pPr>
            <a:endParaRPr lang="en-US" altLang="zh-CN" sz="2400" b="1" dirty="0">
              <a:latin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8706" name="Rectangle 2"/>
          <p:cNvSpPr/>
          <p:nvPr>
            <p:ph type="title"/>
          </p:nvPr>
        </p:nvSpPr>
        <p:spPr>
          <a:xfrm>
            <a:off x="685800" y="484633"/>
            <a:ext cx="7772400" cy="640112"/>
          </a:xfrm>
        </p:spPr>
        <p:txBody>
          <a:bodyPr>
            <a:normAutofit fontScale="90000"/>
          </a:bodyPr>
          <a:lstStyle/>
          <a:p>
            <a:pPr>
              <a:defRPr/>
            </a:pPr>
            <a:r>
              <a:rPr lang="zh-CN" altLang="en-US"/>
              <a:t>内容提要</a:t>
            </a:r>
            <a:endParaRPr lang="zh-CN" altLang="en-US"/>
          </a:p>
        </p:txBody>
      </p:sp>
      <p:sp>
        <p:nvSpPr>
          <p:cNvPr id="328707" name="Rectangle 3"/>
          <p:cNvSpPr/>
          <p:nvPr>
            <p:ph idx="1"/>
          </p:nvPr>
        </p:nvSpPr>
        <p:spPr>
          <a:xfrm>
            <a:off x="395288" y="1772816"/>
            <a:ext cx="8280400" cy="4323184"/>
          </a:xfrm>
        </p:spPr>
        <p:txBody>
          <a:bodyPr/>
          <a:lstStyle/>
          <a:p>
            <a:pPr marL="533400" indent="-533400"/>
            <a:r>
              <a:rPr lang="zh-CN" altLang="en-US" dirty="0">
                <a:ea typeface="宋体" charset="-122"/>
              </a:rPr>
              <a:t>函数定义、函数调用、函数原型、函数返回值</a:t>
            </a:r>
            <a:endParaRPr lang="zh-CN" altLang="en-US" dirty="0">
              <a:ea typeface="宋体" charset="-122"/>
            </a:endParaRPr>
          </a:p>
          <a:p>
            <a:pPr marL="1022350" lvl="1" indent="-457200"/>
            <a:r>
              <a:rPr lang="zh-CN" altLang="en-US" dirty="0">
                <a:ea typeface="宋体" charset="-122"/>
              </a:rPr>
              <a:t>难点：函数的参数传递与返回值 </a:t>
            </a:r>
            <a:endParaRPr lang="zh-CN" altLang="en-US" dirty="0">
              <a:ea typeface="宋体" charset="-122"/>
            </a:endParaRPr>
          </a:p>
          <a:p>
            <a:pPr marL="1022350" lvl="1" indent="-457200"/>
            <a:endParaRPr lang="zh-CN" altLang="en-US" dirty="0">
              <a:ea typeface="宋体" charset="-122"/>
            </a:endParaRPr>
          </a:p>
          <a:p>
            <a:pPr marL="533400" indent="-533400"/>
            <a:r>
              <a:rPr lang="zh-CN" altLang="en-US" dirty="0">
                <a:ea typeface="宋体" charset="-122"/>
              </a:rPr>
              <a:t>全局变量、自动变量、静态变量、寄存器变量</a:t>
            </a:r>
            <a:endParaRPr lang="zh-CN" altLang="en-US" dirty="0">
              <a:ea typeface="宋体" charset="-122"/>
            </a:endParaRPr>
          </a:p>
          <a:p>
            <a:pPr marL="1022350" lvl="1" indent="-457200"/>
            <a:r>
              <a:rPr lang="zh-CN" altLang="en-US" dirty="0">
                <a:ea typeface="宋体" charset="-122"/>
              </a:rPr>
              <a:t>难点：变量的作用域与存储类型 </a:t>
            </a:r>
            <a:endParaRPr lang="zh-CN" altLang="en-US" dirty="0">
              <a:ea typeface="宋体" charset="-122"/>
            </a:endParaRPr>
          </a:p>
          <a:p>
            <a:pPr marL="1022350" lvl="1" indent="-457200"/>
            <a:endParaRPr lang="zh-CN" altLang="en-US" dirty="0">
              <a:ea typeface="宋体" charset="-122"/>
            </a:endParaRPr>
          </a:p>
          <a:p>
            <a:pPr marL="533400" indent="-533400"/>
            <a:r>
              <a:rPr lang="zh-CN" altLang="en-US" dirty="0">
                <a:ea typeface="宋体" charset="-122"/>
              </a:rPr>
              <a:t>结构设计与模块化 </a:t>
            </a:r>
            <a:endParaRPr lang="zh-CN" altLang="en-US" dirty="0">
              <a:ea typeface="宋体" charset="-122"/>
            </a:endParaRPr>
          </a:p>
        </p:txBody>
      </p:sp>
      <p:sp>
        <p:nvSpPr>
          <p:cNvPr id="2" name="日期占位符 1"/>
          <p:cNvSpPr/>
          <p:nvPr>
            <p:ph type="dt" sz="half" idx="10"/>
          </p:nvPr>
        </p:nvSpPr>
        <p:spPr/>
        <p:txBody>
          <a:bodyPr/>
          <a:lstStyle/>
          <a:p>
            <a:fld id="{1E0371B7-E004-5B4D-8978-A711ED666E66}"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2802" name="Rectangle 2"/>
          <p:cNvSpPr/>
          <p:nvPr>
            <p:ph type="title"/>
          </p:nvPr>
        </p:nvSpPr>
        <p:spPr/>
        <p:txBody>
          <a:bodyPr/>
          <a:lstStyle/>
          <a:p>
            <a:r>
              <a:rPr lang="zh-CN" altLang="en-US"/>
              <a:t>程序设计的艺术</a:t>
            </a:r>
            <a:endParaRPr lang="en-US" altLang="zh-CN"/>
          </a:p>
        </p:txBody>
      </p:sp>
      <p:sp>
        <p:nvSpPr>
          <p:cNvPr id="332803" name="Rectangle 3"/>
          <p:cNvSpPr/>
          <p:nvPr>
            <p:ph idx="1"/>
          </p:nvPr>
        </p:nvSpPr>
        <p:spPr>
          <a:xfrm>
            <a:off x="685800" y="3789040"/>
            <a:ext cx="7772400" cy="2383160"/>
          </a:xfrm>
        </p:spPr>
        <p:txBody>
          <a:bodyPr/>
          <a:lstStyle/>
          <a:p>
            <a:pPr>
              <a:buFont typeface="Monotype Sorts" charset="2"/>
              <a:buNone/>
            </a:pPr>
            <a:endParaRPr lang="zh-CN" altLang="en-US" dirty="0">
              <a:ea typeface="宋体" charset="-122"/>
            </a:endParaRPr>
          </a:p>
          <a:p>
            <a:r>
              <a:rPr lang="en-US" altLang="zh-CN" dirty="0">
                <a:ea typeface="宋体" charset="-122"/>
              </a:rPr>
              <a:t>C</a:t>
            </a:r>
            <a:r>
              <a:rPr lang="zh-CN" altLang="en-US" dirty="0">
                <a:ea typeface="宋体" charset="-122"/>
              </a:rPr>
              <a:t>语言为程序的结构提供了两样武器</a:t>
            </a:r>
            <a:endParaRPr lang="zh-CN" altLang="en-US" dirty="0">
              <a:ea typeface="宋体" charset="-122"/>
            </a:endParaRPr>
          </a:p>
          <a:p>
            <a:pPr lvl="1"/>
            <a:r>
              <a:rPr lang="zh-CN" altLang="en-US" dirty="0">
                <a:ea typeface="宋体" charset="-122"/>
              </a:rPr>
              <a:t>函数和模块</a:t>
            </a:r>
            <a:endParaRPr lang="zh-CN" altLang="en-US" dirty="0">
              <a:ea typeface="宋体" charset="-122"/>
            </a:endParaRPr>
          </a:p>
          <a:p>
            <a:r>
              <a:rPr lang="zh-CN" altLang="en-US" i="1" u="sng" dirty="0">
                <a:solidFill>
                  <a:schemeClr val="tx1"/>
                </a:solidFill>
                <a:ea typeface="宋体" charset="-122"/>
              </a:rPr>
              <a:t>函数</a:t>
            </a:r>
            <a:r>
              <a:rPr lang="zh-CN" altLang="en-US" dirty="0">
                <a:ea typeface="宋体" charset="-122"/>
              </a:rPr>
              <a:t>（</a:t>
            </a:r>
            <a:r>
              <a:rPr lang="en-US" altLang="zh-CN" dirty="0">
                <a:ea typeface="宋体" charset="-122"/>
              </a:rPr>
              <a:t>function</a:t>
            </a:r>
            <a:r>
              <a:rPr lang="zh-CN" altLang="en-US" dirty="0">
                <a:ea typeface="宋体" charset="-122"/>
              </a:rPr>
              <a:t>）是结构设计的最基本单位</a:t>
            </a:r>
            <a:endParaRPr lang="zh-CN" altLang="en-US" dirty="0">
              <a:ea typeface="宋体" charset="-122"/>
            </a:endParaRPr>
          </a:p>
          <a:p>
            <a:pPr lvl="1"/>
            <a:r>
              <a:rPr lang="zh-CN" altLang="en-US" dirty="0">
                <a:ea typeface="宋体" charset="-122"/>
              </a:rPr>
              <a:t>“一个程序应该是轻灵自由的，它的</a:t>
            </a:r>
            <a:r>
              <a:rPr lang="zh-CN" altLang="en-US" i="1" u="sng" dirty="0">
                <a:solidFill>
                  <a:schemeClr val="tx1"/>
                </a:solidFill>
                <a:ea typeface="宋体" charset="-122"/>
              </a:rPr>
              <a:t>子过程</a:t>
            </a:r>
            <a:r>
              <a:rPr lang="zh-CN" altLang="en-US" dirty="0">
                <a:ea typeface="宋体" charset="-122"/>
              </a:rPr>
              <a:t>就象串在一根线上的珍珠。” </a:t>
            </a:r>
            <a:endParaRPr lang="zh-CN" altLang="en-US" dirty="0">
              <a:ea typeface="宋体" charset="-122"/>
            </a:endParaRPr>
          </a:p>
          <a:p>
            <a:pPr lvl="2"/>
            <a:r>
              <a:rPr lang="en-US" altLang="zh-CN" dirty="0">
                <a:ea typeface="宋体" charset="-122"/>
              </a:rPr>
              <a:t>Geoffrey James</a:t>
            </a:r>
            <a:r>
              <a:rPr lang="zh-CN" altLang="en-US" dirty="0">
                <a:ea typeface="宋体" charset="-122"/>
              </a:rPr>
              <a:t>的</a:t>
            </a:r>
            <a:r>
              <a:rPr lang="en-US" altLang="zh-CN" dirty="0">
                <a:ea typeface="宋体" charset="-122"/>
              </a:rPr>
              <a:t>《</a:t>
            </a:r>
            <a:r>
              <a:rPr lang="zh-CN" altLang="en-US" dirty="0">
                <a:ea typeface="宋体" charset="-122"/>
              </a:rPr>
              <a:t>编程之道</a:t>
            </a:r>
            <a:r>
              <a:rPr lang="en-US" altLang="zh-CN" dirty="0">
                <a:ea typeface="宋体" charset="-122"/>
              </a:rPr>
              <a:t>》 </a:t>
            </a:r>
            <a:endParaRPr lang="zh-CN" altLang="en-US" dirty="0">
              <a:ea typeface="宋体" charset="-122"/>
            </a:endParaRPr>
          </a:p>
        </p:txBody>
      </p:sp>
      <p:sp>
        <p:nvSpPr>
          <p:cNvPr id="2" name="矩形 1"/>
          <p:cNvSpPr/>
          <p:nvPr/>
        </p:nvSpPr>
        <p:spPr>
          <a:xfrm>
            <a:off x="685800" y="2093976"/>
            <a:ext cx="7414592" cy="1341906"/>
          </a:xfrm>
          <a:prstGeom prst="rect">
            <a:avLst/>
          </a:prstGeom>
        </p:spPr>
        <p:txBody>
          <a:bodyPr wrap="square">
            <a:spAutoFit/>
          </a:bodyPr>
          <a:lstStyle/>
          <a:p>
            <a:pPr>
              <a:lnSpc>
                <a:spcPct val="100000"/>
              </a:lnSpc>
            </a:pPr>
            <a:r>
              <a:rPr lang="zh-CN" altLang="en-US" dirty="0"/>
              <a:t>“</a:t>
            </a:r>
            <a:r>
              <a:rPr lang="zh-CN" altLang="en-US" sz="1800" dirty="0"/>
              <a:t>事无巨细”，“事必躬亲”  </a:t>
            </a:r>
            <a:endParaRPr lang="zh-CN" altLang="en-US" sz="1800" dirty="0"/>
          </a:p>
          <a:p>
            <a:pPr lvl="1">
              <a:lnSpc>
                <a:spcPct val="100000"/>
              </a:lnSpc>
            </a:pPr>
            <a:r>
              <a:rPr lang="zh-CN" altLang="en-US" sz="1800" dirty="0"/>
              <a:t>管理学的观点是极其排斥这种做法的，认为</a:t>
            </a:r>
            <a:r>
              <a:rPr lang="en-US" altLang="zh-CN" sz="1800" dirty="0"/>
              <a:t>:</a:t>
            </a:r>
            <a:r>
              <a:rPr lang="zh-CN" altLang="en-US" sz="1800" dirty="0"/>
              <a:t>工作必须分工，各司其职</a:t>
            </a:r>
            <a:endParaRPr lang="zh-CN" altLang="en-US" sz="1800" dirty="0"/>
          </a:p>
          <a:p>
            <a:pPr lvl="1">
              <a:lnSpc>
                <a:spcPct val="100000"/>
              </a:lnSpc>
            </a:pPr>
            <a:r>
              <a:rPr lang="zh-CN" altLang="en-US" sz="1800" dirty="0"/>
              <a:t>其中的思想，在程序设计里也适用 </a:t>
            </a:r>
            <a:endParaRPr lang="zh-CN" altLang="en-US" sz="1800" dirty="0"/>
          </a:p>
        </p:txBody>
      </p:sp>
      <p:sp>
        <p:nvSpPr>
          <p:cNvPr id="3" name="日期占位符 2"/>
          <p:cNvSpPr/>
          <p:nvPr>
            <p:ph type="dt" sz="half" idx="10"/>
          </p:nvPr>
        </p:nvSpPr>
        <p:spPr/>
        <p:txBody>
          <a:bodyPr/>
          <a:lstStyle/>
          <a:p>
            <a:fld id="{B7FCBA53-FD44-B546-BC1C-C3AEBFCC4F40}" type="datetime1">
              <a:rPr lang="zh-CN" altLang="en-US" smtClean="0"/>
            </a:fld>
            <a:endParaRPr lang="en-US" dirty="0"/>
          </a:p>
        </p:txBody>
      </p:sp>
      <p:sp>
        <p:nvSpPr>
          <p:cNvPr id="4" name="幻灯片编号占位符 3"/>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p:nvPr>
            <p:ph type="title"/>
          </p:nvPr>
        </p:nvSpPr>
        <p:spPr/>
        <p:txBody>
          <a:bodyPr/>
          <a:lstStyle/>
          <a:p>
            <a:pPr>
              <a:defRPr/>
            </a:pPr>
            <a:r>
              <a:rPr lang="zh-CN" altLang="en-US" dirty="0"/>
              <a:t>数学函数</a:t>
            </a:r>
            <a:r>
              <a:rPr lang="en-US" altLang="zh-CN" dirty="0">
                <a:latin typeface="楷体_GB2312" pitchFamily="49" charset="-122"/>
                <a:ea typeface="楷体_GB2312" pitchFamily="49" charset="-122"/>
              </a:rPr>
              <a:t>(1)</a:t>
            </a:r>
            <a:endParaRPr lang="en-US" altLang="zh-CN" dirty="0">
              <a:latin typeface="楷体_GB2312" pitchFamily="49" charset="-122"/>
              <a:ea typeface="楷体_GB2312" pitchFamily="49" charset="-122"/>
            </a:endParaRPr>
          </a:p>
        </p:txBody>
      </p:sp>
      <p:sp>
        <p:nvSpPr>
          <p:cNvPr id="4100" name="AutoShape 4"/>
          <p:cNvSpPr/>
          <p:nvPr/>
        </p:nvSpPr>
        <p:spPr bwMode="auto">
          <a:xfrm>
            <a:off x="5724525" y="3068638"/>
            <a:ext cx="1981200" cy="2955925"/>
          </a:xfrm>
          <a:prstGeom prst="wedgeRectCallout">
            <a:avLst>
              <a:gd name="adj1" fmla="val -40787"/>
              <a:gd name="adj2" fmla="val -68366"/>
            </a:avLst>
          </a:prstGeom>
          <a:solidFill>
            <a:schemeClr val="accent1"/>
          </a:solidFill>
          <a:ln w="9525">
            <a:solidFill>
              <a:srgbClr val="33CCCC"/>
            </a:solidFill>
            <a:miter lim="800000"/>
          </a:ln>
        </p:spPr>
        <p:txBody>
          <a:bodyPr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r>
              <a:rPr kumimoji="1" lang="zh-CN" altLang="en-US" sz="2400">
                <a:latin typeface="Times New Roman" pitchFamily="18" charset="0"/>
              </a:rPr>
              <a:t>一个变量</a:t>
            </a:r>
            <a:endParaRPr kumimoji="1" lang="zh-CN" altLang="en-US" sz="2400">
              <a:latin typeface="Times New Roman" pitchFamily="18" charset="0"/>
            </a:endParaRPr>
          </a:p>
          <a:p>
            <a:pPr algn="ctr" eaLnBrk="1" hangingPunct="1">
              <a:lnSpc>
                <a:spcPct val="100000"/>
              </a:lnSpc>
              <a:spcBef>
                <a:spcPct val="0"/>
              </a:spcBef>
              <a:buClrTx/>
              <a:buSzTx/>
              <a:buFontTx/>
              <a:buNone/>
            </a:pPr>
            <a:r>
              <a:rPr kumimoji="1" lang="zh-CN" altLang="en-US" sz="2400">
                <a:latin typeface="Times New Roman" pitchFamily="18" charset="0"/>
              </a:rPr>
              <a:t>二个变量</a:t>
            </a:r>
            <a:endParaRPr kumimoji="1" lang="zh-CN" altLang="en-US" sz="2400">
              <a:latin typeface="Times New Roman" pitchFamily="18" charset="0"/>
            </a:endParaRPr>
          </a:p>
          <a:p>
            <a:pPr algn="ctr" eaLnBrk="1" hangingPunct="1">
              <a:lnSpc>
                <a:spcPct val="100000"/>
              </a:lnSpc>
              <a:spcBef>
                <a:spcPct val="0"/>
              </a:spcBef>
              <a:buClrTx/>
              <a:buSzTx/>
              <a:buFontTx/>
              <a:buNone/>
            </a:pPr>
            <a:endParaRPr kumimoji="1" lang="zh-CN" altLang="en-US" sz="2400">
              <a:latin typeface="Times New Roman" pitchFamily="18" charset="0"/>
            </a:endParaRPr>
          </a:p>
          <a:p>
            <a:pPr algn="ctr" eaLnBrk="1" hangingPunct="1">
              <a:lnSpc>
                <a:spcPct val="100000"/>
              </a:lnSpc>
              <a:spcBef>
                <a:spcPct val="0"/>
              </a:spcBef>
              <a:buClrTx/>
              <a:buSzTx/>
              <a:buFontTx/>
              <a:buNone/>
            </a:pPr>
            <a:r>
              <a:rPr kumimoji="1" lang="en-US" altLang="zh-CN" sz="2400">
                <a:latin typeface="Times New Roman" pitchFamily="18" charset="0"/>
              </a:rPr>
              <a:t>……</a:t>
            </a:r>
            <a:endParaRPr kumimoji="1" lang="en-US" altLang="zh-CN" sz="2400">
              <a:latin typeface="Times New Roman" pitchFamily="18" charset="0"/>
            </a:endParaRPr>
          </a:p>
          <a:p>
            <a:pPr algn="ctr" eaLnBrk="1" hangingPunct="1">
              <a:lnSpc>
                <a:spcPct val="100000"/>
              </a:lnSpc>
              <a:spcBef>
                <a:spcPct val="0"/>
              </a:spcBef>
              <a:buClrTx/>
              <a:buSzTx/>
              <a:buFontTx/>
              <a:buNone/>
            </a:pPr>
            <a:endParaRPr kumimoji="1" lang="en-US" altLang="zh-CN" sz="2400">
              <a:latin typeface="Times New Roman" pitchFamily="18" charset="0"/>
            </a:endParaRPr>
          </a:p>
          <a:p>
            <a:pPr algn="ctr" eaLnBrk="1" hangingPunct="1">
              <a:lnSpc>
                <a:spcPct val="100000"/>
              </a:lnSpc>
              <a:spcBef>
                <a:spcPct val="0"/>
              </a:spcBef>
              <a:buClrTx/>
              <a:buSzTx/>
              <a:buFontTx/>
              <a:buNone/>
            </a:pPr>
            <a:r>
              <a:rPr kumimoji="1" lang="en-US" altLang="zh-CN" sz="2400">
                <a:latin typeface="Times New Roman" pitchFamily="18" charset="0"/>
              </a:rPr>
              <a:t>N</a:t>
            </a:r>
            <a:r>
              <a:rPr kumimoji="1" lang="zh-CN" altLang="en-US" sz="2400">
                <a:latin typeface="Times New Roman" pitchFamily="18" charset="0"/>
              </a:rPr>
              <a:t>个变量</a:t>
            </a:r>
            <a:endParaRPr kumimoji="1" lang="zh-CN" altLang="en-US" sz="2400">
              <a:latin typeface="Times New Roman" pitchFamily="18" charset="0"/>
            </a:endParaRPr>
          </a:p>
        </p:txBody>
      </p:sp>
      <p:sp>
        <p:nvSpPr>
          <p:cNvPr id="4101" name="AutoShape 5"/>
          <p:cNvSpPr/>
          <p:nvPr/>
        </p:nvSpPr>
        <p:spPr bwMode="auto">
          <a:xfrm>
            <a:off x="1143000" y="3200400"/>
            <a:ext cx="1981200" cy="2955925"/>
          </a:xfrm>
          <a:prstGeom prst="wedgeRectCallout">
            <a:avLst>
              <a:gd name="adj1" fmla="val -2324"/>
              <a:gd name="adj2" fmla="val -68366"/>
            </a:avLst>
          </a:prstGeom>
          <a:solidFill>
            <a:schemeClr val="accent1"/>
          </a:solidFill>
          <a:ln w="9525">
            <a:solidFill>
              <a:srgbClr val="33CCCC"/>
            </a:solidFill>
            <a:miter lim="800000"/>
          </a:ln>
        </p:spPr>
        <p:txBody>
          <a:bodyPr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r>
              <a:rPr kumimoji="1" lang="zh-CN" altLang="en-US" sz="2400">
                <a:latin typeface="Times New Roman" pitchFamily="18" charset="0"/>
              </a:rPr>
              <a:t>一个变量</a:t>
            </a:r>
            <a:endParaRPr kumimoji="1" lang="zh-CN" altLang="en-US" sz="2400">
              <a:latin typeface="Times New Roman" pitchFamily="18" charset="0"/>
            </a:endParaRPr>
          </a:p>
          <a:p>
            <a:pPr algn="ctr" eaLnBrk="1" hangingPunct="1">
              <a:lnSpc>
                <a:spcPct val="100000"/>
              </a:lnSpc>
              <a:spcBef>
                <a:spcPct val="0"/>
              </a:spcBef>
              <a:buClrTx/>
              <a:buSzTx/>
              <a:buFontTx/>
              <a:buNone/>
            </a:pPr>
            <a:r>
              <a:rPr kumimoji="1" lang="zh-CN" altLang="en-US" sz="2400">
                <a:latin typeface="Times New Roman" pitchFamily="18" charset="0"/>
              </a:rPr>
              <a:t>二个变量</a:t>
            </a:r>
            <a:endParaRPr kumimoji="1" lang="zh-CN" altLang="en-US" sz="2400">
              <a:latin typeface="Times New Roman" pitchFamily="18" charset="0"/>
            </a:endParaRPr>
          </a:p>
          <a:p>
            <a:pPr algn="ctr" eaLnBrk="1" hangingPunct="1">
              <a:lnSpc>
                <a:spcPct val="100000"/>
              </a:lnSpc>
              <a:spcBef>
                <a:spcPct val="0"/>
              </a:spcBef>
              <a:buClrTx/>
              <a:buSzTx/>
              <a:buFontTx/>
              <a:buNone/>
            </a:pPr>
            <a:endParaRPr kumimoji="1" lang="zh-CN" altLang="en-US" sz="2400">
              <a:latin typeface="Times New Roman" pitchFamily="18" charset="0"/>
            </a:endParaRPr>
          </a:p>
          <a:p>
            <a:pPr algn="ctr" eaLnBrk="1" hangingPunct="1">
              <a:lnSpc>
                <a:spcPct val="100000"/>
              </a:lnSpc>
              <a:spcBef>
                <a:spcPct val="0"/>
              </a:spcBef>
              <a:buClrTx/>
              <a:buSzTx/>
              <a:buFontTx/>
              <a:buNone/>
            </a:pPr>
            <a:r>
              <a:rPr kumimoji="1" lang="en-US" altLang="zh-CN" sz="2400">
                <a:latin typeface="Times New Roman" pitchFamily="18" charset="0"/>
              </a:rPr>
              <a:t>……</a:t>
            </a:r>
            <a:endParaRPr kumimoji="1" lang="en-US" altLang="zh-CN" sz="2400">
              <a:latin typeface="Times New Roman" pitchFamily="18" charset="0"/>
            </a:endParaRPr>
          </a:p>
          <a:p>
            <a:pPr algn="ctr" eaLnBrk="1" hangingPunct="1">
              <a:lnSpc>
                <a:spcPct val="100000"/>
              </a:lnSpc>
              <a:spcBef>
                <a:spcPct val="0"/>
              </a:spcBef>
              <a:buClrTx/>
              <a:buSzTx/>
              <a:buFontTx/>
              <a:buNone/>
            </a:pPr>
            <a:endParaRPr kumimoji="1" lang="en-US" altLang="zh-CN" sz="2400">
              <a:latin typeface="Times New Roman" pitchFamily="18" charset="0"/>
            </a:endParaRPr>
          </a:p>
          <a:p>
            <a:pPr algn="ctr" eaLnBrk="1" hangingPunct="1">
              <a:lnSpc>
                <a:spcPct val="100000"/>
              </a:lnSpc>
              <a:spcBef>
                <a:spcPct val="0"/>
              </a:spcBef>
              <a:buClrTx/>
              <a:buSzTx/>
              <a:buFontTx/>
              <a:buNone/>
            </a:pPr>
            <a:r>
              <a:rPr kumimoji="1" lang="en-US" altLang="zh-CN" sz="2400">
                <a:latin typeface="Times New Roman" pitchFamily="18" charset="0"/>
              </a:rPr>
              <a:t>N</a:t>
            </a:r>
            <a:r>
              <a:rPr kumimoji="1" lang="zh-CN" altLang="en-US" sz="2400">
                <a:latin typeface="Times New Roman" pitchFamily="18" charset="0"/>
              </a:rPr>
              <a:t>个变量</a:t>
            </a:r>
            <a:endParaRPr kumimoji="1" lang="zh-CN" altLang="en-US" sz="2400">
              <a:latin typeface="Times New Roman" pitchFamily="18" charset="0"/>
            </a:endParaRPr>
          </a:p>
        </p:txBody>
      </p:sp>
      <p:sp>
        <p:nvSpPr>
          <p:cNvPr id="4102" name="AutoShape 6"/>
          <p:cNvSpPr/>
          <p:nvPr/>
        </p:nvSpPr>
        <p:spPr bwMode="auto">
          <a:xfrm>
            <a:off x="3810000" y="3200400"/>
            <a:ext cx="1266825" cy="2955925"/>
          </a:xfrm>
          <a:prstGeom prst="wedgeRectCallout">
            <a:avLst>
              <a:gd name="adj1" fmla="val -6264"/>
              <a:gd name="adj2" fmla="val -70301"/>
            </a:avLst>
          </a:prstGeom>
          <a:solidFill>
            <a:schemeClr val="accent1"/>
          </a:solidFill>
          <a:ln w="9525">
            <a:solidFill>
              <a:srgbClr val="33CCCC"/>
            </a:solidFill>
            <a:miter lim="800000"/>
          </a:ln>
        </p:spPr>
        <p:txBody>
          <a:bodyPr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r>
              <a:rPr kumimoji="1" lang="zh-CN" altLang="en-US" sz="2400">
                <a:latin typeface="Times New Roman" pitchFamily="18" charset="0"/>
              </a:rPr>
              <a:t>自变量与</a:t>
            </a:r>
            <a:endParaRPr kumimoji="1" lang="zh-CN" altLang="en-US" sz="2400">
              <a:latin typeface="Times New Roman" pitchFamily="18" charset="0"/>
            </a:endParaRPr>
          </a:p>
          <a:p>
            <a:pPr algn="ctr" eaLnBrk="1" hangingPunct="1">
              <a:lnSpc>
                <a:spcPct val="100000"/>
              </a:lnSpc>
              <a:spcBef>
                <a:spcPct val="0"/>
              </a:spcBef>
              <a:buClrTx/>
              <a:buSzTx/>
              <a:buFontTx/>
              <a:buNone/>
            </a:pPr>
            <a:r>
              <a:rPr kumimoji="1" lang="zh-CN" altLang="en-US" sz="2400">
                <a:latin typeface="Times New Roman" pitchFamily="18" charset="0"/>
              </a:rPr>
              <a:t>因变量的关系</a:t>
            </a:r>
            <a:endParaRPr kumimoji="1" lang="zh-CN" altLang="en-US" sz="2400">
              <a:latin typeface="Times New Roman" pitchFamily="18" charset="0"/>
            </a:endParaRPr>
          </a:p>
        </p:txBody>
      </p:sp>
      <p:sp>
        <p:nvSpPr>
          <p:cNvPr id="2" name="日期占位符 1"/>
          <p:cNvSpPr/>
          <p:nvPr>
            <p:ph type="dt" sz="half" idx="10"/>
          </p:nvPr>
        </p:nvSpPr>
        <p:spPr/>
        <p:txBody>
          <a:bodyPr/>
          <a:lstStyle/>
          <a:p>
            <a:fld id="{27C91B75-247E-144B-B89A-DEA691D23626}"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p:nvPr/>
        </p:nvSpPr>
        <p:spPr bwMode="auto">
          <a:xfrm>
            <a:off x="1143000" y="1981200"/>
            <a:ext cx="2438400" cy="3429000"/>
          </a:xfrm>
          <a:prstGeom prst="rect">
            <a:avLst/>
          </a:prstGeom>
          <a:solidFill>
            <a:srgbClr val="99FF66"/>
          </a:solidFill>
          <a:ln w="9525">
            <a:solidFill>
              <a:schemeClr val="tx1"/>
            </a:solidFill>
            <a:miter lim="800000"/>
          </a:ln>
          <a:effectLst/>
        </p:spPr>
        <p:txBody>
          <a:bodyPr wrap="none" anchor="ct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326659" name="Rectangle 3"/>
          <p:cNvSpPr/>
          <p:nvPr>
            <p:ph type="title"/>
          </p:nvPr>
        </p:nvSpPr>
        <p:spPr/>
        <p:txBody>
          <a:bodyPr/>
          <a:lstStyle/>
          <a:p>
            <a:pPr>
              <a:defRPr/>
            </a:pPr>
            <a:r>
              <a:rPr lang="zh-CN" altLang="en-US" dirty="0"/>
              <a:t>数学函数</a:t>
            </a:r>
            <a:r>
              <a:rPr lang="en-US" altLang="zh-CN" dirty="0">
                <a:latin typeface="楷体_GB2312" pitchFamily="49" charset="-122"/>
                <a:ea typeface="楷体_GB2312" pitchFamily="49" charset="-122"/>
              </a:rPr>
              <a:t>(2)</a:t>
            </a:r>
            <a:endParaRPr lang="en-US" altLang="zh-CN" dirty="0">
              <a:latin typeface="楷体_GB2312" pitchFamily="49" charset="-122"/>
              <a:ea typeface="楷体_GB2312" pitchFamily="49" charset="-122"/>
            </a:endParaRPr>
          </a:p>
        </p:txBody>
      </p:sp>
      <p:sp>
        <p:nvSpPr>
          <p:cNvPr id="13316" name="Oval 4"/>
          <p:cNvSpPr/>
          <p:nvPr/>
        </p:nvSpPr>
        <p:spPr bwMode="auto">
          <a:xfrm>
            <a:off x="5105400" y="2247900"/>
            <a:ext cx="2286000" cy="2667000"/>
          </a:xfrm>
          <a:prstGeom prst="ellipse">
            <a:avLst/>
          </a:prstGeom>
          <a:solidFill>
            <a:schemeClr val="accent1"/>
          </a:solidFill>
          <a:ln w="9525">
            <a:solidFill>
              <a:schemeClr val="tx1"/>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chemeClr val="bg1"/>
              </a:solidFill>
              <a:latin typeface="Times New Roman" pitchFamily="18" charset="0"/>
            </a:endParaRPr>
          </a:p>
        </p:txBody>
      </p:sp>
      <p:sp>
        <p:nvSpPr>
          <p:cNvPr id="13317" name="Text Box 5"/>
          <p:cNvSpPr txBox="1"/>
          <p:nvPr/>
        </p:nvSpPr>
        <p:spPr bwMode="auto">
          <a:xfrm>
            <a:off x="5791200" y="5181600"/>
            <a:ext cx="1014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r>
              <a:rPr kumimoji="1" lang="zh-CN" altLang="en-US" sz="2400" b="0">
                <a:latin typeface="Times New Roman" pitchFamily="18" charset="0"/>
              </a:rPr>
              <a:t>集合</a:t>
            </a:r>
            <a:r>
              <a:rPr kumimoji="1" lang="en-US" altLang="zh-CN" sz="2400" b="0">
                <a:latin typeface="Times New Roman" pitchFamily="18" charset="0"/>
              </a:rPr>
              <a:t>A</a:t>
            </a:r>
            <a:endParaRPr kumimoji="1" lang="en-US" altLang="zh-CN" sz="2400" b="0">
              <a:latin typeface="Times New Roman" pitchFamily="18" charset="0"/>
            </a:endParaRPr>
          </a:p>
        </p:txBody>
      </p:sp>
      <p:sp>
        <p:nvSpPr>
          <p:cNvPr id="13318" name="Oval 6"/>
          <p:cNvSpPr/>
          <p:nvPr/>
        </p:nvSpPr>
        <p:spPr bwMode="auto">
          <a:xfrm>
            <a:off x="6286500" y="2895600"/>
            <a:ext cx="76200" cy="76200"/>
          </a:xfrm>
          <a:prstGeom prst="ellipse">
            <a:avLst/>
          </a:prstGeom>
          <a:solidFill>
            <a:schemeClr val="bg1"/>
          </a:solidFill>
          <a:ln w="9525">
            <a:solidFill>
              <a:srgbClr val="FFFFFF"/>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pitchFamily="18" charset="0"/>
            </a:endParaRPr>
          </a:p>
        </p:txBody>
      </p:sp>
      <p:sp>
        <p:nvSpPr>
          <p:cNvPr id="13319" name="Oval 7"/>
          <p:cNvSpPr/>
          <p:nvPr/>
        </p:nvSpPr>
        <p:spPr bwMode="auto">
          <a:xfrm>
            <a:off x="6172200" y="3505200"/>
            <a:ext cx="76200" cy="76200"/>
          </a:xfrm>
          <a:prstGeom prst="ellipse">
            <a:avLst/>
          </a:prstGeom>
          <a:solidFill>
            <a:schemeClr val="bg1"/>
          </a:solidFill>
          <a:ln w="9525">
            <a:solidFill>
              <a:srgbClr val="FFFFFF"/>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pitchFamily="18" charset="0"/>
            </a:endParaRPr>
          </a:p>
        </p:txBody>
      </p:sp>
      <p:sp>
        <p:nvSpPr>
          <p:cNvPr id="13320" name="Oval 8"/>
          <p:cNvSpPr/>
          <p:nvPr/>
        </p:nvSpPr>
        <p:spPr bwMode="auto">
          <a:xfrm>
            <a:off x="6629400" y="3581400"/>
            <a:ext cx="76200" cy="76200"/>
          </a:xfrm>
          <a:prstGeom prst="ellipse">
            <a:avLst/>
          </a:prstGeom>
          <a:solidFill>
            <a:schemeClr val="bg1"/>
          </a:solidFill>
          <a:ln w="9525">
            <a:solidFill>
              <a:srgbClr val="FFFFFF"/>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pitchFamily="18" charset="0"/>
            </a:endParaRPr>
          </a:p>
        </p:txBody>
      </p:sp>
      <p:sp>
        <p:nvSpPr>
          <p:cNvPr id="13321" name="Oval 9"/>
          <p:cNvSpPr/>
          <p:nvPr/>
        </p:nvSpPr>
        <p:spPr bwMode="auto">
          <a:xfrm>
            <a:off x="6515100" y="3962400"/>
            <a:ext cx="76200" cy="76200"/>
          </a:xfrm>
          <a:prstGeom prst="ellipse">
            <a:avLst/>
          </a:prstGeom>
          <a:solidFill>
            <a:schemeClr val="bg1"/>
          </a:solidFill>
          <a:ln w="9525">
            <a:solidFill>
              <a:srgbClr val="FFFFFF"/>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pitchFamily="18" charset="0"/>
            </a:endParaRPr>
          </a:p>
        </p:txBody>
      </p:sp>
      <p:sp>
        <p:nvSpPr>
          <p:cNvPr id="13322" name="Oval 10"/>
          <p:cNvSpPr/>
          <p:nvPr/>
        </p:nvSpPr>
        <p:spPr bwMode="auto">
          <a:xfrm>
            <a:off x="6629400" y="3200400"/>
            <a:ext cx="76200" cy="76200"/>
          </a:xfrm>
          <a:prstGeom prst="ellipse">
            <a:avLst/>
          </a:prstGeom>
          <a:solidFill>
            <a:schemeClr val="bg1"/>
          </a:solidFill>
          <a:ln w="9525">
            <a:solidFill>
              <a:srgbClr val="FFFFFF"/>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pitchFamily="18" charset="0"/>
            </a:endParaRPr>
          </a:p>
        </p:txBody>
      </p:sp>
      <p:sp>
        <p:nvSpPr>
          <p:cNvPr id="13323" name="Oval 11"/>
          <p:cNvSpPr/>
          <p:nvPr/>
        </p:nvSpPr>
        <p:spPr bwMode="auto">
          <a:xfrm>
            <a:off x="5791200" y="3429000"/>
            <a:ext cx="76200" cy="76200"/>
          </a:xfrm>
          <a:prstGeom prst="ellipse">
            <a:avLst/>
          </a:prstGeom>
          <a:solidFill>
            <a:schemeClr val="bg1"/>
          </a:solidFill>
          <a:ln w="9525">
            <a:solidFill>
              <a:srgbClr val="FFFFFF"/>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pitchFamily="18" charset="0"/>
            </a:endParaRPr>
          </a:p>
        </p:txBody>
      </p:sp>
      <p:sp>
        <p:nvSpPr>
          <p:cNvPr id="13324" name="Oval 12"/>
          <p:cNvSpPr/>
          <p:nvPr/>
        </p:nvSpPr>
        <p:spPr bwMode="auto">
          <a:xfrm>
            <a:off x="6324600" y="3886200"/>
            <a:ext cx="76200" cy="76200"/>
          </a:xfrm>
          <a:prstGeom prst="ellipse">
            <a:avLst/>
          </a:prstGeom>
          <a:solidFill>
            <a:schemeClr val="bg1"/>
          </a:solidFill>
          <a:ln w="9525">
            <a:solidFill>
              <a:srgbClr val="FFFFFF"/>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pitchFamily="18" charset="0"/>
            </a:endParaRPr>
          </a:p>
        </p:txBody>
      </p:sp>
      <p:sp>
        <p:nvSpPr>
          <p:cNvPr id="13325" name="Oval 13"/>
          <p:cNvSpPr/>
          <p:nvPr/>
        </p:nvSpPr>
        <p:spPr bwMode="auto">
          <a:xfrm>
            <a:off x="5638800" y="3886200"/>
            <a:ext cx="76200" cy="76200"/>
          </a:xfrm>
          <a:prstGeom prst="ellipse">
            <a:avLst/>
          </a:prstGeom>
          <a:solidFill>
            <a:schemeClr val="bg1"/>
          </a:solidFill>
          <a:ln w="9525">
            <a:solidFill>
              <a:srgbClr val="FFFFFF"/>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pitchFamily="18" charset="0"/>
            </a:endParaRPr>
          </a:p>
        </p:txBody>
      </p:sp>
      <p:sp>
        <p:nvSpPr>
          <p:cNvPr id="13326" name="Oval 14"/>
          <p:cNvSpPr/>
          <p:nvPr/>
        </p:nvSpPr>
        <p:spPr bwMode="auto">
          <a:xfrm>
            <a:off x="5715000" y="4038600"/>
            <a:ext cx="76200" cy="76200"/>
          </a:xfrm>
          <a:prstGeom prst="ellipse">
            <a:avLst/>
          </a:prstGeom>
          <a:solidFill>
            <a:schemeClr val="bg1"/>
          </a:solidFill>
          <a:ln w="9525">
            <a:solidFill>
              <a:srgbClr val="FFFFFF"/>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pitchFamily="18" charset="0"/>
            </a:endParaRPr>
          </a:p>
        </p:txBody>
      </p:sp>
      <p:sp>
        <p:nvSpPr>
          <p:cNvPr id="13327" name="Oval 15"/>
          <p:cNvSpPr/>
          <p:nvPr/>
        </p:nvSpPr>
        <p:spPr bwMode="auto">
          <a:xfrm>
            <a:off x="6248400" y="4191000"/>
            <a:ext cx="76200" cy="76200"/>
          </a:xfrm>
          <a:prstGeom prst="ellipse">
            <a:avLst/>
          </a:prstGeom>
          <a:solidFill>
            <a:schemeClr val="bg1"/>
          </a:solidFill>
          <a:ln w="9525">
            <a:solidFill>
              <a:srgbClr val="FFFFFF"/>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pitchFamily="18" charset="0"/>
            </a:endParaRPr>
          </a:p>
        </p:txBody>
      </p:sp>
      <p:sp>
        <p:nvSpPr>
          <p:cNvPr id="13328" name="Oval 16"/>
          <p:cNvSpPr/>
          <p:nvPr/>
        </p:nvSpPr>
        <p:spPr bwMode="auto">
          <a:xfrm>
            <a:off x="6019800" y="2971800"/>
            <a:ext cx="76200" cy="76200"/>
          </a:xfrm>
          <a:prstGeom prst="ellipse">
            <a:avLst/>
          </a:prstGeom>
          <a:solidFill>
            <a:schemeClr val="bg1"/>
          </a:solidFill>
          <a:ln w="9525">
            <a:solidFill>
              <a:srgbClr val="FFFFFF"/>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pitchFamily="18" charset="0"/>
            </a:endParaRPr>
          </a:p>
        </p:txBody>
      </p:sp>
      <p:sp>
        <p:nvSpPr>
          <p:cNvPr id="13329" name="Oval 17"/>
          <p:cNvSpPr/>
          <p:nvPr/>
        </p:nvSpPr>
        <p:spPr bwMode="auto">
          <a:xfrm>
            <a:off x="5562600" y="3238500"/>
            <a:ext cx="76200" cy="76200"/>
          </a:xfrm>
          <a:prstGeom prst="ellipse">
            <a:avLst/>
          </a:prstGeom>
          <a:solidFill>
            <a:schemeClr val="bg1"/>
          </a:solidFill>
          <a:ln w="9525">
            <a:solidFill>
              <a:srgbClr val="FFFFFF"/>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pitchFamily="18" charset="0"/>
            </a:endParaRPr>
          </a:p>
        </p:txBody>
      </p:sp>
      <p:sp>
        <p:nvSpPr>
          <p:cNvPr id="13330" name="Oval 18"/>
          <p:cNvSpPr/>
          <p:nvPr/>
        </p:nvSpPr>
        <p:spPr bwMode="auto">
          <a:xfrm>
            <a:off x="6629400" y="2857500"/>
            <a:ext cx="76200" cy="76200"/>
          </a:xfrm>
          <a:prstGeom prst="ellipse">
            <a:avLst/>
          </a:prstGeom>
          <a:solidFill>
            <a:schemeClr val="bg1"/>
          </a:solidFill>
          <a:ln w="9525">
            <a:solidFill>
              <a:srgbClr val="FFFFFF"/>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pitchFamily="18" charset="0"/>
            </a:endParaRPr>
          </a:p>
        </p:txBody>
      </p:sp>
      <p:sp>
        <p:nvSpPr>
          <p:cNvPr id="13331" name="Oval 19"/>
          <p:cNvSpPr/>
          <p:nvPr/>
        </p:nvSpPr>
        <p:spPr bwMode="auto">
          <a:xfrm>
            <a:off x="6057900" y="3924300"/>
            <a:ext cx="76200" cy="76200"/>
          </a:xfrm>
          <a:prstGeom prst="ellipse">
            <a:avLst/>
          </a:prstGeom>
          <a:solidFill>
            <a:schemeClr val="bg1"/>
          </a:solidFill>
          <a:ln w="9525">
            <a:solidFill>
              <a:srgbClr val="FFFFFF"/>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pitchFamily="18" charset="0"/>
            </a:endParaRPr>
          </a:p>
        </p:txBody>
      </p:sp>
      <p:sp>
        <p:nvSpPr>
          <p:cNvPr id="13332" name="Oval 20"/>
          <p:cNvSpPr/>
          <p:nvPr/>
        </p:nvSpPr>
        <p:spPr bwMode="auto">
          <a:xfrm>
            <a:off x="6781800" y="3733800"/>
            <a:ext cx="76200" cy="76200"/>
          </a:xfrm>
          <a:prstGeom prst="ellipse">
            <a:avLst/>
          </a:prstGeom>
          <a:solidFill>
            <a:schemeClr val="bg1"/>
          </a:solidFill>
          <a:ln w="9525">
            <a:solidFill>
              <a:srgbClr val="FFFFFF"/>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pitchFamily="18" charset="0"/>
            </a:endParaRPr>
          </a:p>
        </p:txBody>
      </p:sp>
      <p:sp>
        <p:nvSpPr>
          <p:cNvPr id="13333" name="Oval 21"/>
          <p:cNvSpPr/>
          <p:nvPr/>
        </p:nvSpPr>
        <p:spPr bwMode="auto">
          <a:xfrm>
            <a:off x="6210300" y="2514600"/>
            <a:ext cx="76200" cy="76200"/>
          </a:xfrm>
          <a:prstGeom prst="ellipse">
            <a:avLst/>
          </a:prstGeom>
          <a:solidFill>
            <a:schemeClr val="bg1"/>
          </a:solidFill>
          <a:ln w="9525">
            <a:solidFill>
              <a:srgbClr val="FFFFFF"/>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pitchFamily="18" charset="0"/>
            </a:endParaRPr>
          </a:p>
        </p:txBody>
      </p:sp>
      <p:sp>
        <p:nvSpPr>
          <p:cNvPr id="13334" name="Oval 22"/>
          <p:cNvSpPr/>
          <p:nvPr/>
        </p:nvSpPr>
        <p:spPr bwMode="auto">
          <a:xfrm>
            <a:off x="6172200" y="3124200"/>
            <a:ext cx="76200" cy="76200"/>
          </a:xfrm>
          <a:prstGeom prst="ellipse">
            <a:avLst/>
          </a:prstGeom>
          <a:solidFill>
            <a:schemeClr val="bg1"/>
          </a:solidFill>
          <a:ln w="9525">
            <a:solidFill>
              <a:srgbClr val="FFFFFF"/>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pitchFamily="18" charset="0"/>
            </a:endParaRPr>
          </a:p>
        </p:txBody>
      </p:sp>
      <p:sp>
        <p:nvSpPr>
          <p:cNvPr id="13335" name="Oval 23"/>
          <p:cNvSpPr/>
          <p:nvPr/>
        </p:nvSpPr>
        <p:spPr bwMode="auto">
          <a:xfrm>
            <a:off x="6324600" y="3276600"/>
            <a:ext cx="76200" cy="76200"/>
          </a:xfrm>
          <a:prstGeom prst="ellipse">
            <a:avLst/>
          </a:prstGeom>
          <a:solidFill>
            <a:schemeClr val="bg1"/>
          </a:solidFill>
          <a:ln w="9525">
            <a:solidFill>
              <a:srgbClr val="FFFFFF"/>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pitchFamily="18" charset="0"/>
            </a:endParaRPr>
          </a:p>
        </p:txBody>
      </p:sp>
      <p:sp>
        <p:nvSpPr>
          <p:cNvPr id="13336" name="Oval 24"/>
          <p:cNvSpPr/>
          <p:nvPr/>
        </p:nvSpPr>
        <p:spPr bwMode="auto">
          <a:xfrm>
            <a:off x="2286000" y="3810000"/>
            <a:ext cx="76200" cy="76200"/>
          </a:xfrm>
          <a:prstGeom prst="ellipse">
            <a:avLst/>
          </a:prstGeom>
          <a:solidFill>
            <a:schemeClr val="bg2"/>
          </a:solidFill>
          <a:ln w="9525">
            <a:solidFill>
              <a:schemeClr val="bg2"/>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pitchFamily="18" charset="0"/>
            </a:endParaRPr>
          </a:p>
        </p:txBody>
      </p:sp>
      <p:sp>
        <p:nvSpPr>
          <p:cNvPr id="13337" name="Oval 25"/>
          <p:cNvSpPr/>
          <p:nvPr/>
        </p:nvSpPr>
        <p:spPr bwMode="auto">
          <a:xfrm>
            <a:off x="2362200" y="3505200"/>
            <a:ext cx="76200" cy="76200"/>
          </a:xfrm>
          <a:prstGeom prst="ellipse">
            <a:avLst/>
          </a:prstGeom>
          <a:solidFill>
            <a:schemeClr val="bg2"/>
          </a:solidFill>
          <a:ln w="9525">
            <a:solidFill>
              <a:schemeClr val="bg2"/>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pitchFamily="18" charset="0"/>
            </a:endParaRPr>
          </a:p>
        </p:txBody>
      </p:sp>
      <p:sp>
        <p:nvSpPr>
          <p:cNvPr id="13338" name="Oval 26"/>
          <p:cNvSpPr/>
          <p:nvPr/>
        </p:nvSpPr>
        <p:spPr bwMode="auto">
          <a:xfrm>
            <a:off x="2819400" y="3581400"/>
            <a:ext cx="76200" cy="76200"/>
          </a:xfrm>
          <a:prstGeom prst="ellipse">
            <a:avLst/>
          </a:prstGeom>
          <a:solidFill>
            <a:schemeClr val="bg2"/>
          </a:solidFill>
          <a:ln w="9525">
            <a:solidFill>
              <a:schemeClr val="bg2"/>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pitchFamily="18" charset="0"/>
            </a:endParaRPr>
          </a:p>
        </p:txBody>
      </p:sp>
      <p:sp>
        <p:nvSpPr>
          <p:cNvPr id="13339" name="Oval 27"/>
          <p:cNvSpPr/>
          <p:nvPr/>
        </p:nvSpPr>
        <p:spPr bwMode="auto">
          <a:xfrm>
            <a:off x="3048000" y="4191000"/>
            <a:ext cx="76200" cy="76200"/>
          </a:xfrm>
          <a:prstGeom prst="ellipse">
            <a:avLst/>
          </a:prstGeom>
          <a:solidFill>
            <a:schemeClr val="bg2"/>
          </a:solidFill>
          <a:ln w="9525">
            <a:solidFill>
              <a:schemeClr val="bg2"/>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pitchFamily="18" charset="0"/>
            </a:endParaRPr>
          </a:p>
        </p:txBody>
      </p:sp>
      <p:sp>
        <p:nvSpPr>
          <p:cNvPr id="13340" name="Oval 28"/>
          <p:cNvSpPr/>
          <p:nvPr/>
        </p:nvSpPr>
        <p:spPr bwMode="auto">
          <a:xfrm>
            <a:off x="2819400" y="3200400"/>
            <a:ext cx="76200" cy="76200"/>
          </a:xfrm>
          <a:prstGeom prst="ellipse">
            <a:avLst/>
          </a:prstGeom>
          <a:solidFill>
            <a:schemeClr val="bg2"/>
          </a:solidFill>
          <a:ln w="9525">
            <a:solidFill>
              <a:schemeClr val="bg2"/>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pitchFamily="18" charset="0"/>
            </a:endParaRPr>
          </a:p>
        </p:txBody>
      </p:sp>
      <p:sp>
        <p:nvSpPr>
          <p:cNvPr id="13341" name="Oval 29"/>
          <p:cNvSpPr/>
          <p:nvPr/>
        </p:nvSpPr>
        <p:spPr bwMode="auto">
          <a:xfrm>
            <a:off x="1981200" y="3429000"/>
            <a:ext cx="76200" cy="76200"/>
          </a:xfrm>
          <a:prstGeom prst="ellipse">
            <a:avLst/>
          </a:prstGeom>
          <a:solidFill>
            <a:schemeClr val="bg2"/>
          </a:solidFill>
          <a:ln w="9525">
            <a:solidFill>
              <a:schemeClr val="bg2"/>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pitchFamily="18" charset="0"/>
            </a:endParaRPr>
          </a:p>
        </p:txBody>
      </p:sp>
      <p:sp>
        <p:nvSpPr>
          <p:cNvPr id="13342" name="Oval 30"/>
          <p:cNvSpPr/>
          <p:nvPr/>
        </p:nvSpPr>
        <p:spPr bwMode="auto">
          <a:xfrm>
            <a:off x="2628900" y="4076700"/>
            <a:ext cx="76200" cy="76200"/>
          </a:xfrm>
          <a:prstGeom prst="ellipse">
            <a:avLst/>
          </a:prstGeom>
          <a:solidFill>
            <a:schemeClr val="bg2"/>
          </a:solidFill>
          <a:ln w="9525">
            <a:solidFill>
              <a:schemeClr val="bg2"/>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pitchFamily="18" charset="0"/>
            </a:endParaRPr>
          </a:p>
        </p:txBody>
      </p:sp>
      <p:sp>
        <p:nvSpPr>
          <p:cNvPr id="13343" name="Oval 31"/>
          <p:cNvSpPr/>
          <p:nvPr/>
        </p:nvSpPr>
        <p:spPr bwMode="auto">
          <a:xfrm>
            <a:off x="1828800" y="3886200"/>
            <a:ext cx="76200" cy="76200"/>
          </a:xfrm>
          <a:prstGeom prst="ellipse">
            <a:avLst/>
          </a:prstGeom>
          <a:solidFill>
            <a:schemeClr val="bg2"/>
          </a:solidFill>
          <a:ln w="9525">
            <a:solidFill>
              <a:schemeClr val="bg2"/>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pitchFamily="18" charset="0"/>
            </a:endParaRPr>
          </a:p>
        </p:txBody>
      </p:sp>
      <p:sp>
        <p:nvSpPr>
          <p:cNvPr id="13344" name="Oval 32"/>
          <p:cNvSpPr/>
          <p:nvPr/>
        </p:nvSpPr>
        <p:spPr bwMode="auto">
          <a:xfrm>
            <a:off x="1676400" y="4495800"/>
            <a:ext cx="76200" cy="76200"/>
          </a:xfrm>
          <a:prstGeom prst="ellipse">
            <a:avLst/>
          </a:prstGeom>
          <a:solidFill>
            <a:schemeClr val="bg2"/>
          </a:solidFill>
          <a:ln w="9525">
            <a:solidFill>
              <a:schemeClr val="bg2"/>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pitchFamily="18" charset="0"/>
            </a:endParaRPr>
          </a:p>
        </p:txBody>
      </p:sp>
      <p:sp>
        <p:nvSpPr>
          <p:cNvPr id="13345" name="Oval 33"/>
          <p:cNvSpPr/>
          <p:nvPr/>
        </p:nvSpPr>
        <p:spPr bwMode="auto">
          <a:xfrm>
            <a:off x="2667000" y="4838700"/>
            <a:ext cx="76200" cy="76200"/>
          </a:xfrm>
          <a:prstGeom prst="ellipse">
            <a:avLst/>
          </a:prstGeom>
          <a:solidFill>
            <a:schemeClr val="bg2"/>
          </a:solidFill>
          <a:ln w="9525">
            <a:solidFill>
              <a:schemeClr val="bg2"/>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pitchFamily="18" charset="0"/>
            </a:endParaRPr>
          </a:p>
        </p:txBody>
      </p:sp>
      <p:sp>
        <p:nvSpPr>
          <p:cNvPr id="13346" name="Oval 34"/>
          <p:cNvSpPr/>
          <p:nvPr/>
        </p:nvSpPr>
        <p:spPr bwMode="auto">
          <a:xfrm>
            <a:off x="1905000" y="2895600"/>
            <a:ext cx="76200" cy="76200"/>
          </a:xfrm>
          <a:prstGeom prst="ellipse">
            <a:avLst/>
          </a:prstGeom>
          <a:solidFill>
            <a:schemeClr val="bg2"/>
          </a:solidFill>
          <a:ln w="9525">
            <a:solidFill>
              <a:schemeClr val="bg2"/>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pitchFamily="18" charset="0"/>
            </a:endParaRPr>
          </a:p>
        </p:txBody>
      </p:sp>
      <p:sp>
        <p:nvSpPr>
          <p:cNvPr id="13347" name="Oval 35"/>
          <p:cNvSpPr/>
          <p:nvPr/>
        </p:nvSpPr>
        <p:spPr bwMode="auto">
          <a:xfrm>
            <a:off x="1752600" y="3238500"/>
            <a:ext cx="76200" cy="76200"/>
          </a:xfrm>
          <a:prstGeom prst="ellipse">
            <a:avLst/>
          </a:prstGeom>
          <a:solidFill>
            <a:schemeClr val="bg2"/>
          </a:solidFill>
          <a:ln w="9525">
            <a:solidFill>
              <a:schemeClr val="bg2"/>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pitchFamily="18" charset="0"/>
            </a:endParaRPr>
          </a:p>
        </p:txBody>
      </p:sp>
      <p:sp>
        <p:nvSpPr>
          <p:cNvPr id="13348" name="Oval 36"/>
          <p:cNvSpPr/>
          <p:nvPr/>
        </p:nvSpPr>
        <p:spPr bwMode="auto">
          <a:xfrm>
            <a:off x="2057400" y="4762500"/>
            <a:ext cx="76200" cy="76200"/>
          </a:xfrm>
          <a:prstGeom prst="ellipse">
            <a:avLst/>
          </a:prstGeom>
          <a:solidFill>
            <a:schemeClr val="bg2"/>
          </a:solidFill>
          <a:ln w="9525">
            <a:solidFill>
              <a:schemeClr val="bg2"/>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pitchFamily="18" charset="0"/>
            </a:endParaRPr>
          </a:p>
        </p:txBody>
      </p:sp>
      <p:sp>
        <p:nvSpPr>
          <p:cNvPr id="13349" name="Oval 37"/>
          <p:cNvSpPr/>
          <p:nvPr/>
        </p:nvSpPr>
        <p:spPr bwMode="auto">
          <a:xfrm>
            <a:off x="2057400" y="4267200"/>
            <a:ext cx="76200" cy="76200"/>
          </a:xfrm>
          <a:prstGeom prst="ellipse">
            <a:avLst/>
          </a:prstGeom>
          <a:solidFill>
            <a:schemeClr val="bg2"/>
          </a:solidFill>
          <a:ln w="9525">
            <a:solidFill>
              <a:schemeClr val="bg2"/>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pitchFamily="18" charset="0"/>
            </a:endParaRPr>
          </a:p>
        </p:txBody>
      </p:sp>
      <p:sp>
        <p:nvSpPr>
          <p:cNvPr id="13350" name="Oval 38"/>
          <p:cNvSpPr/>
          <p:nvPr/>
        </p:nvSpPr>
        <p:spPr bwMode="auto">
          <a:xfrm>
            <a:off x="2971800" y="3733800"/>
            <a:ext cx="76200" cy="76200"/>
          </a:xfrm>
          <a:prstGeom prst="ellipse">
            <a:avLst/>
          </a:prstGeom>
          <a:solidFill>
            <a:schemeClr val="bg2"/>
          </a:solidFill>
          <a:ln w="9525">
            <a:solidFill>
              <a:schemeClr val="bg2"/>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pitchFamily="18" charset="0"/>
            </a:endParaRPr>
          </a:p>
        </p:txBody>
      </p:sp>
      <p:sp>
        <p:nvSpPr>
          <p:cNvPr id="13351" name="Oval 39"/>
          <p:cNvSpPr/>
          <p:nvPr/>
        </p:nvSpPr>
        <p:spPr bwMode="auto">
          <a:xfrm>
            <a:off x="2400300" y="2514600"/>
            <a:ext cx="76200" cy="76200"/>
          </a:xfrm>
          <a:prstGeom prst="ellipse">
            <a:avLst/>
          </a:prstGeom>
          <a:solidFill>
            <a:schemeClr val="bg2"/>
          </a:solidFill>
          <a:ln w="9525">
            <a:solidFill>
              <a:schemeClr val="bg2"/>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pitchFamily="18" charset="0"/>
            </a:endParaRPr>
          </a:p>
        </p:txBody>
      </p:sp>
      <p:sp>
        <p:nvSpPr>
          <p:cNvPr id="13352" name="Oval 40"/>
          <p:cNvSpPr/>
          <p:nvPr/>
        </p:nvSpPr>
        <p:spPr bwMode="auto">
          <a:xfrm>
            <a:off x="2362200" y="3124200"/>
            <a:ext cx="76200" cy="76200"/>
          </a:xfrm>
          <a:prstGeom prst="ellipse">
            <a:avLst/>
          </a:prstGeom>
          <a:solidFill>
            <a:schemeClr val="bg2"/>
          </a:solidFill>
          <a:ln w="9525">
            <a:solidFill>
              <a:schemeClr val="bg2"/>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pitchFamily="18" charset="0"/>
            </a:endParaRPr>
          </a:p>
        </p:txBody>
      </p:sp>
      <p:sp>
        <p:nvSpPr>
          <p:cNvPr id="13353" name="Oval 41"/>
          <p:cNvSpPr/>
          <p:nvPr/>
        </p:nvSpPr>
        <p:spPr bwMode="auto">
          <a:xfrm>
            <a:off x="1676400" y="4038600"/>
            <a:ext cx="76200" cy="76200"/>
          </a:xfrm>
          <a:prstGeom prst="ellipse">
            <a:avLst/>
          </a:prstGeom>
          <a:solidFill>
            <a:schemeClr val="bg2"/>
          </a:solidFill>
          <a:ln w="9525">
            <a:solidFill>
              <a:schemeClr val="bg2"/>
            </a:solidFill>
            <a:round/>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pitchFamily="18" charset="0"/>
            </a:endParaRPr>
          </a:p>
        </p:txBody>
      </p:sp>
      <p:sp>
        <p:nvSpPr>
          <p:cNvPr id="326698" name="AutoShape 42"/>
          <p:cNvSpPr/>
          <p:nvPr/>
        </p:nvSpPr>
        <p:spPr bwMode="auto">
          <a:xfrm>
            <a:off x="3581400" y="3314700"/>
            <a:ext cx="1524000" cy="609600"/>
          </a:xfrm>
          <a:prstGeom prst="leftRightArrow">
            <a:avLst>
              <a:gd name="adj1" fmla="val 50000"/>
              <a:gd name="adj2" fmla="val 50000"/>
            </a:avLst>
          </a:prstGeom>
          <a:solidFill>
            <a:schemeClr val="folHlink"/>
          </a:solidFill>
          <a:ln w="9525">
            <a:solidFill>
              <a:schemeClr val="hlink"/>
            </a:solidFill>
            <a:miter lim="800000"/>
          </a:ln>
          <a:effectLst/>
        </p:spPr>
        <p:txBody>
          <a:bodyPr wrap="none" anchor="ct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3355" name="Text Box 43"/>
          <p:cNvSpPr txBox="1"/>
          <p:nvPr/>
        </p:nvSpPr>
        <p:spPr bwMode="auto">
          <a:xfrm>
            <a:off x="4038600" y="390683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r>
              <a:rPr kumimoji="1" lang="zh-CN" altLang="en-US" sz="2400" b="0">
                <a:latin typeface="Times New Roman" pitchFamily="18" charset="0"/>
              </a:rPr>
              <a:t>关系</a:t>
            </a:r>
            <a:endParaRPr kumimoji="1" lang="zh-CN" altLang="en-US" sz="2400" b="0">
              <a:latin typeface="Times New Roman" pitchFamily="18" charset="0"/>
            </a:endParaRPr>
          </a:p>
        </p:txBody>
      </p:sp>
      <p:sp>
        <p:nvSpPr>
          <p:cNvPr id="13356" name="Text Box 44"/>
          <p:cNvSpPr txBox="1"/>
          <p:nvPr/>
        </p:nvSpPr>
        <p:spPr bwMode="auto">
          <a:xfrm>
            <a:off x="1912938" y="5562600"/>
            <a:ext cx="996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r>
              <a:rPr kumimoji="1" lang="zh-CN" altLang="en-US" sz="2400" b="0">
                <a:latin typeface="Times New Roman" pitchFamily="18" charset="0"/>
              </a:rPr>
              <a:t>集合</a:t>
            </a:r>
            <a:r>
              <a:rPr kumimoji="1" lang="en-US" altLang="zh-CN" sz="2400" b="0">
                <a:latin typeface="Times New Roman" pitchFamily="18" charset="0"/>
              </a:rPr>
              <a:t>B</a:t>
            </a:r>
            <a:endParaRPr kumimoji="1" lang="en-US" altLang="zh-CN" sz="2400" b="0">
              <a:latin typeface="Times New Roman" pitchFamily="18" charset="0"/>
            </a:endParaRPr>
          </a:p>
        </p:txBody>
      </p:sp>
      <p:sp>
        <p:nvSpPr>
          <p:cNvPr id="2" name="日期占位符 1"/>
          <p:cNvSpPr/>
          <p:nvPr>
            <p:ph type="dt" sz="half" idx="10"/>
          </p:nvPr>
        </p:nvSpPr>
        <p:spPr/>
        <p:txBody>
          <a:bodyPr/>
          <a:lstStyle/>
          <a:p>
            <a:fld id="{ADC35922-C510-574B-8FEE-4FD55201A64A}"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5650" name="Rectangle 2"/>
          <p:cNvSpPr/>
          <p:nvPr>
            <p:ph type="title"/>
          </p:nvPr>
        </p:nvSpPr>
        <p:spPr/>
        <p:txBody>
          <a:bodyPr/>
          <a:lstStyle/>
          <a:p>
            <a:r>
              <a:rPr lang="zh-CN" altLang="en-US"/>
              <a:t>程序设计中的函数</a:t>
            </a:r>
            <a:endParaRPr lang="zh-CN" altLang="en-US"/>
          </a:p>
        </p:txBody>
      </p:sp>
      <p:sp>
        <p:nvSpPr>
          <p:cNvPr id="155651" name="Rectangle 3"/>
          <p:cNvSpPr/>
          <p:nvPr>
            <p:ph idx="1"/>
          </p:nvPr>
        </p:nvSpPr>
        <p:spPr>
          <a:xfrm>
            <a:off x="339725" y="2708920"/>
            <a:ext cx="8458200" cy="2016224"/>
          </a:xfrm>
        </p:spPr>
        <p:txBody>
          <a:bodyPr/>
          <a:lstStyle/>
          <a:p>
            <a:r>
              <a:rPr lang="zh-CN" altLang="en-US" dirty="0">
                <a:ea typeface="宋体" charset="-122"/>
              </a:rPr>
              <a:t>程序设计中的函数不局限于计算</a:t>
            </a:r>
            <a:endParaRPr lang="zh-CN" altLang="en-US" dirty="0">
              <a:ea typeface="宋体" charset="-122"/>
            </a:endParaRPr>
          </a:p>
          <a:p>
            <a:pPr lvl="1"/>
            <a:r>
              <a:rPr lang="zh-CN" altLang="en-US" dirty="0">
                <a:ea typeface="宋体" charset="-122"/>
              </a:rPr>
              <a:t>计算类，如打印阶乘表的程序</a:t>
            </a:r>
            <a:r>
              <a:rPr lang="en-US" altLang="zh-CN" dirty="0">
                <a:ea typeface="宋体" charset="-122"/>
              </a:rPr>
              <a:t>……</a:t>
            </a:r>
            <a:endParaRPr lang="en-US" altLang="zh-CN" dirty="0">
              <a:ea typeface="宋体" charset="-122"/>
            </a:endParaRPr>
          </a:p>
          <a:p>
            <a:pPr lvl="1"/>
            <a:r>
              <a:rPr lang="zh-CN" altLang="en-US" dirty="0">
                <a:ea typeface="宋体" charset="-122"/>
              </a:rPr>
              <a:t>判断推理类，如排序、查找</a:t>
            </a:r>
            <a:r>
              <a:rPr lang="en-US" altLang="zh-CN" dirty="0">
                <a:ea typeface="宋体" charset="-122"/>
              </a:rPr>
              <a:t>……</a:t>
            </a:r>
            <a:endParaRPr lang="zh-CN" altLang="en-US" dirty="0">
              <a:ea typeface="宋体" charset="-122"/>
            </a:endParaRPr>
          </a:p>
          <a:p>
            <a:pPr lvl="1"/>
            <a:r>
              <a:rPr lang="zh-CN" altLang="en-US" dirty="0">
                <a:ea typeface="宋体" charset="-122"/>
              </a:rPr>
              <a:t>其他逻辑上的功能点</a:t>
            </a:r>
            <a:endParaRPr lang="en-US" altLang="zh-CN" dirty="0">
              <a:ea typeface="宋体" charset="-122"/>
            </a:endParaRPr>
          </a:p>
        </p:txBody>
      </p:sp>
      <p:sp>
        <p:nvSpPr>
          <p:cNvPr id="2" name="日期占位符 1"/>
          <p:cNvSpPr/>
          <p:nvPr>
            <p:ph type="dt" sz="half" idx="10"/>
          </p:nvPr>
        </p:nvSpPr>
        <p:spPr/>
        <p:txBody>
          <a:bodyPr/>
          <a:lstStyle/>
          <a:p>
            <a:fld id="{7C23FC3B-5FCF-2D45-B06A-D8837DB64BFD}"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p:cNvSpPr/>
          <p:nvPr>
            <p:ph type="title"/>
          </p:nvPr>
        </p:nvSpPr>
        <p:spPr/>
        <p:txBody>
          <a:bodyPr/>
          <a:lstStyle/>
          <a:p>
            <a:r>
              <a:rPr lang="zh-CN" altLang="en-US"/>
              <a:t>用函数解决问题的要点</a:t>
            </a:r>
            <a:endParaRPr lang="zh-CN" altLang="en-US"/>
          </a:p>
        </p:txBody>
      </p:sp>
      <p:sp>
        <p:nvSpPr>
          <p:cNvPr id="333827" name="Rectangle 3"/>
          <p:cNvSpPr/>
          <p:nvPr>
            <p:ph idx="1"/>
          </p:nvPr>
        </p:nvSpPr>
        <p:spPr>
          <a:xfrm>
            <a:off x="250825" y="1916832"/>
            <a:ext cx="8569325" cy="3820393"/>
          </a:xfrm>
        </p:spPr>
        <p:txBody>
          <a:bodyPr/>
          <a:lstStyle/>
          <a:p>
            <a:r>
              <a:rPr lang="zh-CN" altLang="en-US">
                <a:ea typeface="宋体" charset="-122"/>
              </a:rPr>
              <a:t>分而治之</a:t>
            </a:r>
            <a:endParaRPr lang="zh-CN" altLang="en-US">
              <a:ea typeface="宋体" charset="-122"/>
            </a:endParaRPr>
          </a:p>
          <a:p>
            <a:pPr lvl="1"/>
            <a:r>
              <a:rPr lang="zh-CN" altLang="en-US" dirty="0">
                <a:ea typeface="宋体" charset="-122"/>
              </a:rPr>
              <a:t>函数把较大的任务分解成若干个较小的任务，并提炼出公用任务</a:t>
            </a:r>
            <a:endParaRPr lang="en-US" altLang="zh-CN" dirty="0">
              <a:ea typeface="宋体" charset="-122"/>
            </a:endParaRPr>
          </a:p>
          <a:p>
            <a:r>
              <a:rPr lang="zh-CN" altLang="en-US" dirty="0">
                <a:ea typeface="宋体" charset="-122"/>
              </a:rPr>
              <a:t>复用</a:t>
            </a:r>
            <a:endParaRPr lang="zh-CN" altLang="en-US" dirty="0">
              <a:ea typeface="宋体" charset="-122"/>
            </a:endParaRPr>
          </a:p>
          <a:p>
            <a:pPr lvl="1"/>
            <a:r>
              <a:rPr lang="zh-CN" altLang="en-US" dirty="0">
                <a:ea typeface="宋体" charset="-122"/>
              </a:rPr>
              <a:t>程序员可以在其他函数的基础上构造程序，而不需要从头做起</a:t>
            </a:r>
            <a:endParaRPr lang="zh-CN" altLang="en-US" dirty="0">
              <a:ea typeface="宋体" charset="-122"/>
            </a:endParaRPr>
          </a:p>
          <a:p>
            <a:r>
              <a:rPr lang="zh-CN" altLang="en-US" dirty="0">
                <a:ea typeface="宋体" charset="-122"/>
              </a:rPr>
              <a:t>信息隐藏</a:t>
            </a:r>
            <a:endParaRPr lang="zh-CN" altLang="en-US" dirty="0">
              <a:ea typeface="宋体" charset="-122"/>
            </a:endParaRPr>
          </a:p>
          <a:p>
            <a:pPr lvl="1"/>
            <a:r>
              <a:rPr lang="zh-CN" altLang="en-US" dirty="0">
                <a:ea typeface="宋体" charset="-122"/>
              </a:rPr>
              <a:t>设计得当的函数可以把具体操作细节对程序中不需要知道它们的那些部分隐藏掉，从而使整个程序结构清楚</a:t>
            </a:r>
            <a:endParaRPr lang="zh-CN" altLang="en-US" dirty="0">
              <a:ea typeface="宋体" charset="-122"/>
            </a:endParaRPr>
          </a:p>
        </p:txBody>
      </p:sp>
      <p:sp>
        <p:nvSpPr>
          <p:cNvPr id="2" name="日期占位符 1"/>
          <p:cNvSpPr/>
          <p:nvPr>
            <p:ph type="dt" sz="half" idx="10"/>
          </p:nvPr>
        </p:nvSpPr>
        <p:spPr/>
        <p:txBody>
          <a:bodyPr/>
          <a:lstStyle/>
          <a:p>
            <a:fld id="{230F2B4C-D5E2-5B43-9A11-46E1C78F341B}"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p:nvPr>
            <p:ph type="title"/>
          </p:nvPr>
        </p:nvSpPr>
        <p:spPr/>
        <p:txBody>
          <a:bodyPr/>
          <a:lstStyle/>
          <a:p>
            <a:pPr>
              <a:defRPr/>
            </a:pPr>
            <a:r>
              <a:rPr lang="en-US" altLang="zh-CN"/>
              <a:t>C</a:t>
            </a:r>
            <a:r>
              <a:rPr lang="zh-CN" altLang="en-US"/>
              <a:t>中的函数</a:t>
            </a:r>
            <a:r>
              <a:rPr lang="en-US" altLang="zh-CN"/>
              <a:t>(Function)</a:t>
            </a:r>
            <a:endParaRPr lang="en-US" altLang="zh-CN"/>
          </a:p>
        </p:txBody>
      </p:sp>
      <p:sp>
        <p:nvSpPr>
          <p:cNvPr id="329731" name="Rectangle 3"/>
          <p:cNvSpPr/>
          <p:nvPr>
            <p:ph idx="1"/>
          </p:nvPr>
        </p:nvSpPr>
        <p:spPr>
          <a:xfrm>
            <a:off x="457200" y="2093976"/>
            <a:ext cx="8178800" cy="4071874"/>
          </a:xfrm>
        </p:spPr>
        <p:txBody>
          <a:bodyPr/>
          <a:lstStyle/>
          <a:p>
            <a:pPr marL="342900" indent="-342900">
              <a:lnSpc>
                <a:spcPct val="130000"/>
              </a:lnSpc>
            </a:pPr>
            <a:r>
              <a:rPr lang="zh-CN" altLang="en-US" dirty="0">
                <a:ea typeface="宋体" charset="-122"/>
              </a:rPr>
              <a:t>说明</a:t>
            </a:r>
            <a:r>
              <a:rPr lang="en-US" altLang="zh-CN" dirty="0">
                <a:ea typeface="宋体" charset="-122"/>
              </a:rPr>
              <a:t>:</a:t>
            </a:r>
            <a:endParaRPr lang="en-US" altLang="zh-CN" dirty="0">
              <a:ea typeface="宋体" charset="-122"/>
            </a:endParaRPr>
          </a:p>
          <a:p>
            <a:pPr marL="742950" lvl="1">
              <a:lnSpc>
                <a:spcPct val="130000"/>
              </a:lnSpc>
              <a:buFont typeface="Monotype Sorts" charset="2"/>
              <a:buChar char="L"/>
            </a:pPr>
            <a:r>
              <a:rPr lang="zh-CN" altLang="en-US" dirty="0">
                <a:solidFill>
                  <a:schemeClr val="hlink"/>
                </a:solidFill>
                <a:ea typeface="宋体" charset="-122"/>
              </a:rPr>
              <a:t>一个源程序文件由一个或多个函数组成。</a:t>
            </a:r>
            <a:endParaRPr lang="zh-CN" altLang="en-US" dirty="0">
              <a:solidFill>
                <a:schemeClr val="hlink"/>
              </a:solidFill>
              <a:ea typeface="宋体" charset="-122"/>
            </a:endParaRPr>
          </a:p>
          <a:p>
            <a:pPr marL="742950" lvl="1">
              <a:lnSpc>
                <a:spcPct val="130000"/>
              </a:lnSpc>
              <a:buFont typeface="Monotype Sorts" charset="2"/>
              <a:buChar char="L"/>
            </a:pPr>
            <a:r>
              <a:rPr lang="zh-CN" altLang="en-US" dirty="0">
                <a:solidFill>
                  <a:schemeClr val="hlink"/>
                </a:solidFill>
                <a:ea typeface="宋体" charset="-122"/>
              </a:rPr>
              <a:t>一个</a:t>
            </a:r>
            <a:r>
              <a:rPr lang="en-US" altLang="zh-CN" dirty="0">
                <a:solidFill>
                  <a:schemeClr val="hlink"/>
                </a:solidFill>
                <a:ea typeface="宋体" charset="-122"/>
              </a:rPr>
              <a:t>C</a:t>
            </a:r>
            <a:r>
              <a:rPr lang="zh-CN" altLang="en-US" dirty="0">
                <a:solidFill>
                  <a:schemeClr val="hlink"/>
                </a:solidFill>
                <a:ea typeface="宋体" charset="-122"/>
              </a:rPr>
              <a:t>程序由一个或多个源程序文件组成。</a:t>
            </a:r>
            <a:endParaRPr lang="zh-CN" altLang="en-US" dirty="0">
              <a:solidFill>
                <a:schemeClr val="hlink"/>
              </a:solidFill>
              <a:ea typeface="宋体" charset="-122"/>
            </a:endParaRPr>
          </a:p>
          <a:p>
            <a:pPr marL="742950" lvl="1">
              <a:lnSpc>
                <a:spcPct val="130000"/>
              </a:lnSpc>
              <a:buFont typeface="Monotype Sorts" charset="2"/>
              <a:buChar char="L"/>
            </a:pPr>
            <a:r>
              <a:rPr lang="en-US" altLang="zh-CN" dirty="0">
                <a:solidFill>
                  <a:schemeClr val="hlink"/>
                </a:solidFill>
                <a:ea typeface="宋体" charset="-122"/>
              </a:rPr>
              <a:t>C</a:t>
            </a:r>
            <a:r>
              <a:rPr lang="zh-CN" altLang="en-US" dirty="0">
                <a:solidFill>
                  <a:schemeClr val="hlink"/>
                </a:solidFill>
                <a:ea typeface="宋体" charset="-122"/>
              </a:rPr>
              <a:t>程序的执行从</a:t>
            </a:r>
            <a:r>
              <a:rPr lang="en-US" altLang="zh-CN" dirty="0">
                <a:solidFill>
                  <a:schemeClr val="hlink"/>
                </a:solidFill>
                <a:ea typeface="宋体" charset="-122"/>
              </a:rPr>
              <a:t>main</a:t>
            </a:r>
            <a:r>
              <a:rPr lang="zh-CN" altLang="en-US" dirty="0">
                <a:solidFill>
                  <a:schemeClr val="hlink"/>
                </a:solidFill>
                <a:ea typeface="宋体" charset="-122"/>
              </a:rPr>
              <a:t>函数开始，调用其他函数后流程回到</a:t>
            </a:r>
            <a:r>
              <a:rPr lang="en-US" altLang="zh-CN" dirty="0">
                <a:solidFill>
                  <a:schemeClr val="hlink"/>
                </a:solidFill>
                <a:ea typeface="宋体" charset="-122"/>
              </a:rPr>
              <a:t>main</a:t>
            </a:r>
            <a:r>
              <a:rPr lang="zh-CN" altLang="en-US" dirty="0">
                <a:solidFill>
                  <a:schemeClr val="hlink"/>
                </a:solidFill>
                <a:ea typeface="宋体" charset="-122"/>
              </a:rPr>
              <a:t>函数，在</a:t>
            </a:r>
            <a:r>
              <a:rPr lang="en-US" altLang="zh-CN" dirty="0">
                <a:solidFill>
                  <a:schemeClr val="hlink"/>
                </a:solidFill>
                <a:ea typeface="宋体" charset="-122"/>
              </a:rPr>
              <a:t>main</a:t>
            </a:r>
            <a:r>
              <a:rPr lang="zh-CN" altLang="en-US" dirty="0">
                <a:solidFill>
                  <a:schemeClr val="hlink"/>
                </a:solidFill>
                <a:ea typeface="宋体" charset="-122"/>
              </a:rPr>
              <a:t>函数中结束整个程序运行。</a:t>
            </a:r>
            <a:endParaRPr lang="zh-CN" altLang="en-US" dirty="0">
              <a:solidFill>
                <a:schemeClr val="hlink"/>
              </a:solidFill>
              <a:ea typeface="宋体" charset="-122"/>
            </a:endParaRPr>
          </a:p>
          <a:p>
            <a:pPr marL="742950" lvl="1">
              <a:lnSpc>
                <a:spcPct val="130000"/>
              </a:lnSpc>
              <a:buFont typeface="Monotype Sorts" charset="2"/>
              <a:buChar char="L"/>
            </a:pPr>
            <a:r>
              <a:rPr lang="zh-CN" altLang="en-US" dirty="0">
                <a:solidFill>
                  <a:schemeClr val="hlink"/>
                </a:solidFill>
                <a:ea typeface="宋体" charset="-122"/>
              </a:rPr>
              <a:t>所有函数都是平行的，即函数定义时是互相独立的，一个函数并不从属于另一个函数。</a:t>
            </a:r>
            <a:endParaRPr lang="zh-CN" altLang="en-US" dirty="0">
              <a:solidFill>
                <a:schemeClr val="hlink"/>
              </a:solidFill>
              <a:ea typeface="宋体" charset="-122"/>
            </a:endParaRPr>
          </a:p>
        </p:txBody>
      </p:sp>
      <p:sp>
        <p:nvSpPr>
          <p:cNvPr id="2" name="日期占位符 1"/>
          <p:cNvSpPr/>
          <p:nvPr>
            <p:ph type="dt" sz="half" idx="10"/>
          </p:nvPr>
        </p:nvSpPr>
        <p:spPr/>
        <p:txBody>
          <a:bodyPr/>
          <a:lstStyle/>
          <a:p>
            <a:fld id="{D1EB329E-252A-2245-A2C2-2AF876CA2FFE}"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5106" name="Rectangle 2"/>
          <p:cNvSpPr/>
          <p:nvPr>
            <p:ph type="title"/>
          </p:nvPr>
        </p:nvSpPr>
        <p:spPr/>
        <p:txBody>
          <a:bodyPr/>
          <a:lstStyle/>
          <a:p>
            <a:r>
              <a:rPr lang="zh-CN" altLang="en-US"/>
              <a:t>函数的分类 </a:t>
            </a:r>
            <a:endParaRPr lang="zh-CN" altLang="en-US"/>
          </a:p>
        </p:txBody>
      </p:sp>
      <p:sp>
        <p:nvSpPr>
          <p:cNvPr id="175107" name="Rectangle 3"/>
          <p:cNvSpPr/>
          <p:nvPr>
            <p:ph idx="1"/>
          </p:nvPr>
        </p:nvSpPr>
        <p:spPr/>
        <p:txBody>
          <a:bodyPr/>
          <a:lstStyle/>
          <a:p>
            <a:r>
              <a:rPr lang="zh-CN" altLang="en-US">
                <a:solidFill>
                  <a:schemeClr val="hlink"/>
                </a:solidFill>
                <a:ea typeface="宋体" charset="-122"/>
              </a:rPr>
              <a:t>标准函数，即库函数</a:t>
            </a:r>
            <a:r>
              <a:rPr lang="zh-CN" altLang="en-US">
                <a:ea typeface="宋体" charset="-122"/>
              </a:rPr>
              <a:t> </a:t>
            </a:r>
            <a:endParaRPr lang="zh-CN" altLang="en-US">
              <a:ea typeface="宋体" charset="-122"/>
            </a:endParaRPr>
          </a:p>
          <a:p>
            <a:pPr>
              <a:buFont typeface="Monotype Sorts" charset="2"/>
              <a:buNone/>
            </a:pPr>
            <a:r>
              <a:rPr lang="en-US" altLang="zh-CN">
                <a:effectLst/>
                <a:ea typeface="宋体" charset="-122"/>
              </a:rPr>
              <a:t>    </a:t>
            </a:r>
            <a:r>
              <a:rPr lang="zh-CN" altLang="en-US">
                <a:effectLst/>
                <a:ea typeface="宋体" charset="-122"/>
              </a:rPr>
              <a:t>目前为止，我们所学习的</a:t>
            </a:r>
            <a:r>
              <a:rPr lang="en-US" altLang="zh-CN">
                <a:effectLst/>
                <a:ea typeface="宋体" charset="-122"/>
              </a:rPr>
              <a:t>printf()</a:t>
            </a:r>
            <a:r>
              <a:rPr lang="zh-CN" altLang="en-US">
                <a:effectLst/>
                <a:ea typeface="宋体" charset="-122"/>
              </a:rPr>
              <a:t>、</a:t>
            </a:r>
            <a:r>
              <a:rPr lang="en-US" altLang="zh-CN">
                <a:effectLst/>
                <a:ea typeface="宋体" charset="-122"/>
              </a:rPr>
              <a:t>scanf()</a:t>
            </a:r>
            <a:r>
              <a:rPr lang="zh-CN" altLang="en-US">
                <a:effectLst/>
                <a:ea typeface="宋体" charset="-122"/>
              </a:rPr>
              <a:t>等都是</a:t>
            </a:r>
            <a:r>
              <a:rPr lang="en-US" altLang="zh-CN">
                <a:effectLst/>
                <a:ea typeface="宋体" charset="-122"/>
              </a:rPr>
              <a:t>ANSI C</a:t>
            </a:r>
            <a:r>
              <a:rPr lang="zh-CN" altLang="en-US">
                <a:effectLst/>
                <a:ea typeface="宋体" charset="-122"/>
              </a:rPr>
              <a:t>标准定义的库函数。任意符合</a:t>
            </a:r>
            <a:r>
              <a:rPr lang="en-US" altLang="zh-CN">
                <a:effectLst/>
                <a:ea typeface="宋体" charset="-122"/>
              </a:rPr>
              <a:t>ANSI C</a:t>
            </a:r>
            <a:r>
              <a:rPr lang="zh-CN" altLang="en-US">
                <a:effectLst/>
                <a:ea typeface="宋体" charset="-122"/>
              </a:rPr>
              <a:t>的编译器，不管它支持什么平台，都必须提供这些函数供用户使用。</a:t>
            </a:r>
            <a:endParaRPr lang="zh-CN" altLang="en-US">
              <a:effectLst/>
              <a:ea typeface="宋体" charset="-122"/>
            </a:endParaRPr>
          </a:p>
          <a:p>
            <a:r>
              <a:rPr lang="zh-CN" altLang="en-US">
                <a:solidFill>
                  <a:schemeClr val="hlink"/>
                </a:solidFill>
                <a:ea typeface="宋体" charset="-122"/>
              </a:rPr>
              <a:t>用户自定义函数</a:t>
            </a:r>
            <a:r>
              <a:rPr lang="zh-CN" altLang="en-US">
                <a:ea typeface="宋体" charset="-122"/>
              </a:rPr>
              <a:t> </a:t>
            </a:r>
            <a:endParaRPr lang="zh-CN" altLang="en-US">
              <a:ea typeface="宋体" charset="-122"/>
            </a:endParaRPr>
          </a:p>
          <a:p>
            <a:pPr>
              <a:buFont typeface="Monotype Sorts" charset="2"/>
              <a:buNone/>
            </a:pPr>
            <a:r>
              <a:rPr lang="zh-CN" altLang="en-US">
                <a:ea typeface="宋体" charset="-122"/>
              </a:rPr>
              <a:t>    </a:t>
            </a:r>
            <a:r>
              <a:rPr lang="zh-CN" altLang="en-US">
                <a:effectLst/>
                <a:ea typeface="宋体" charset="-122"/>
              </a:rPr>
              <a:t>用户按自己的意愿编写自己的函数，完成人员功能。</a:t>
            </a:r>
            <a:endParaRPr lang="zh-CN" altLang="en-US">
              <a:effectLst/>
              <a:ea typeface="宋体" charset="-122"/>
            </a:endParaRPr>
          </a:p>
        </p:txBody>
      </p:sp>
      <p:sp>
        <p:nvSpPr>
          <p:cNvPr id="2" name="日期占位符 1"/>
          <p:cNvSpPr/>
          <p:nvPr>
            <p:ph type="dt" sz="half" idx="10"/>
          </p:nvPr>
        </p:nvSpPr>
        <p:spPr/>
        <p:txBody>
          <a:bodyPr/>
          <a:lstStyle/>
          <a:p>
            <a:fld id="{DB270A34-8383-7E4F-8F2D-EF427371EAE0}"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21" name="Rectangle 5"/>
          <p:cNvSpPr/>
          <p:nvPr>
            <p:ph type="title"/>
          </p:nvPr>
        </p:nvSpPr>
        <p:spPr>
          <a:xfrm>
            <a:off x="685800" y="484632"/>
            <a:ext cx="7772400" cy="712343"/>
          </a:xfrm>
        </p:spPr>
        <p:txBody>
          <a:bodyPr/>
          <a:lstStyle/>
          <a:p>
            <a:r>
              <a:rPr lang="zh-CN" altLang="en-US"/>
              <a:t>函数的定义</a:t>
            </a:r>
            <a:endParaRPr lang="zh-CN" altLang="en-US"/>
          </a:p>
        </p:txBody>
      </p:sp>
      <p:sp>
        <p:nvSpPr>
          <p:cNvPr id="367622" name="Rectangle 6"/>
          <p:cNvSpPr/>
          <p:nvPr>
            <p:ph idx="1"/>
          </p:nvPr>
        </p:nvSpPr>
        <p:spPr>
          <a:xfrm>
            <a:off x="323850" y="1196975"/>
            <a:ext cx="8639175" cy="4899025"/>
          </a:xfrm>
        </p:spPr>
        <p:txBody>
          <a:bodyPr/>
          <a:lstStyle/>
          <a:p>
            <a:r>
              <a:rPr lang="zh-CN" altLang="en-US" sz="2400" dirty="0">
                <a:solidFill>
                  <a:schemeClr val="hlink"/>
                </a:solidFill>
                <a:ea typeface="宋体" charset="-122"/>
              </a:rPr>
              <a:t>变量必须先定义，后使用。函数也一样。</a:t>
            </a:r>
            <a:endParaRPr lang="zh-CN" altLang="en-US" sz="2400" dirty="0">
              <a:solidFill>
                <a:schemeClr val="hlink"/>
              </a:solidFill>
              <a:ea typeface="宋体" charset="-122"/>
            </a:endParaRPr>
          </a:p>
          <a:p>
            <a:pPr>
              <a:buFont typeface="Monotype Sorts" charset="2"/>
              <a:buNone/>
            </a:pPr>
            <a:r>
              <a:rPr lang="zh-CN" altLang="en-US" sz="2400" dirty="0">
                <a:ea typeface="宋体" charset="-122"/>
              </a:rPr>
              <a:t>函数定义的语法如下：</a:t>
            </a:r>
            <a:endParaRPr lang="zh-CN" altLang="en-US" sz="2400" dirty="0">
              <a:ea typeface="宋体" charset="-122"/>
            </a:endParaRPr>
          </a:p>
          <a:p>
            <a:pPr>
              <a:buFont typeface="Monotype Sorts" charset="2"/>
              <a:buNone/>
            </a:pPr>
            <a:endParaRPr lang="zh-CN" altLang="en-US" sz="2400" dirty="0">
              <a:ea typeface="宋体" charset="-122"/>
            </a:endParaRPr>
          </a:p>
          <a:p>
            <a:pPr>
              <a:buFont typeface="Monotype Sorts" charset="2"/>
              <a:buNone/>
            </a:pPr>
            <a:r>
              <a:rPr lang="zh-CN" altLang="en-US" sz="2400" dirty="0">
                <a:solidFill>
                  <a:schemeClr val="accent2"/>
                </a:solidFill>
                <a:latin typeface="Courier New" charset="0"/>
                <a:ea typeface="宋体" charset="-122"/>
              </a:rPr>
              <a:t>返回值类型</a:t>
            </a:r>
            <a:r>
              <a:rPr lang="zh-CN" altLang="en-US" sz="2400" dirty="0">
                <a:solidFill>
                  <a:srgbClr val="000000"/>
                </a:solidFill>
                <a:latin typeface="Courier New" charset="0"/>
                <a:ea typeface="宋体" charset="-122"/>
              </a:rPr>
              <a:t> 函数名</a:t>
            </a:r>
            <a:r>
              <a:rPr lang="en-US" altLang="zh-CN" sz="2400" dirty="0">
                <a:solidFill>
                  <a:srgbClr val="000000"/>
                </a:solidFill>
                <a:latin typeface="Courier New" charset="0"/>
                <a:ea typeface="宋体" charset="-122"/>
              </a:rPr>
              <a:t>(</a:t>
            </a:r>
            <a:r>
              <a:rPr lang="zh-CN" altLang="en-US" sz="2400" dirty="0">
                <a:ea typeface="宋体" charset="-122"/>
              </a:rPr>
              <a:t>类型 </a:t>
            </a:r>
            <a:r>
              <a:rPr lang="zh-CN" altLang="en-US" sz="2400" dirty="0">
                <a:solidFill>
                  <a:schemeClr val="tx1"/>
                </a:solidFill>
                <a:ea typeface="宋体" charset="-122"/>
              </a:rPr>
              <a:t>参数</a:t>
            </a:r>
            <a:r>
              <a:rPr lang="en-US" altLang="zh-CN" sz="2400" dirty="0">
                <a:solidFill>
                  <a:schemeClr val="tx1"/>
                </a:solidFill>
                <a:ea typeface="宋体" charset="-122"/>
              </a:rPr>
              <a:t>1,</a:t>
            </a:r>
            <a:r>
              <a:rPr lang="en-US" altLang="zh-CN" sz="2400" dirty="0">
                <a:ea typeface="宋体" charset="-122"/>
              </a:rPr>
              <a:t>  </a:t>
            </a:r>
            <a:r>
              <a:rPr lang="zh-CN" altLang="en-US" sz="2400" dirty="0">
                <a:ea typeface="宋体" charset="-122"/>
              </a:rPr>
              <a:t>类型 </a:t>
            </a:r>
            <a:r>
              <a:rPr lang="zh-CN" altLang="en-US" sz="2400" dirty="0">
                <a:solidFill>
                  <a:schemeClr val="tx1"/>
                </a:solidFill>
                <a:ea typeface="宋体" charset="-122"/>
              </a:rPr>
              <a:t>参数</a:t>
            </a:r>
            <a:r>
              <a:rPr lang="en-US" altLang="zh-CN" sz="2400" dirty="0">
                <a:solidFill>
                  <a:schemeClr val="tx1"/>
                </a:solidFill>
                <a:ea typeface="宋体" charset="-122"/>
              </a:rPr>
              <a:t>2, </a:t>
            </a:r>
            <a:r>
              <a:rPr lang="en-US" altLang="zh-CN" sz="2400" dirty="0">
                <a:ea typeface="宋体" charset="-122"/>
              </a:rPr>
              <a:t> ……</a:t>
            </a:r>
            <a:r>
              <a:rPr lang="en-US" altLang="zh-CN" dirty="0">
                <a:ea typeface="宋体" charset="-122"/>
              </a:rPr>
              <a:t> </a:t>
            </a:r>
            <a:r>
              <a:rPr lang="en-US" altLang="zh-CN" sz="2400" dirty="0">
                <a:solidFill>
                  <a:srgbClr val="000000"/>
                </a:solidFill>
                <a:latin typeface="Courier New" charset="0"/>
                <a:ea typeface="宋体" charset="-122"/>
              </a:rPr>
              <a:t>)</a:t>
            </a:r>
            <a:br>
              <a:rPr lang="en-US" altLang="zh-CN" sz="2400" dirty="0">
                <a:solidFill>
                  <a:srgbClr val="000000"/>
                </a:solidFill>
                <a:latin typeface="Courier New" charset="0"/>
                <a:ea typeface="宋体" charset="-122"/>
              </a:rPr>
            </a:br>
            <a:r>
              <a:rPr lang="en-US" altLang="zh-CN" sz="2400" dirty="0">
                <a:solidFill>
                  <a:srgbClr val="000000"/>
                </a:solidFill>
                <a:latin typeface="Courier New" charset="0"/>
                <a:ea typeface="宋体" charset="-122"/>
              </a:rPr>
              <a:t>{</a:t>
            </a:r>
            <a:br>
              <a:rPr lang="en-US" altLang="zh-CN" sz="2400" dirty="0">
                <a:solidFill>
                  <a:srgbClr val="000000"/>
                </a:solidFill>
                <a:latin typeface="Courier New" charset="0"/>
                <a:ea typeface="宋体" charset="-122"/>
              </a:rPr>
            </a:br>
            <a:r>
              <a:rPr lang="en-US" altLang="zh-CN" sz="2400" dirty="0">
                <a:solidFill>
                  <a:srgbClr val="000000"/>
                </a:solidFill>
                <a:latin typeface="Courier New" charset="0"/>
                <a:ea typeface="宋体" charset="-122"/>
              </a:rPr>
              <a:t>	</a:t>
            </a:r>
            <a:r>
              <a:rPr lang="zh-CN" altLang="en-US" sz="2400" dirty="0">
                <a:solidFill>
                  <a:srgbClr val="000000"/>
                </a:solidFill>
                <a:latin typeface="Courier New" charset="0"/>
                <a:ea typeface="宋体" charset="-122"/>
              </a:rPr>
              <a:t>函数体</a:t>
            </a:r>
            <a:br>
              <a:rPr lang="zh-CN" altLang="en-US" sz="2400" dirty="0">
                <a:solidFill>
                  <a:srgbClr val="000000"/>
                </a:solidFill>
                <a:latin typeface="Courier New" charset="0"/>
                <a:ea typeface="宋体" charset="-122"/>
              </a:rPr>
            </a:br>
            <a:r>
              <a:rPr lang="zh-CN" altLang="en-US" sz="2400" dirty="0">
                <a:solidFill>
                  <a:srgbClr val="000000"/>
                </a:solidFill>
                <a:latin typeface="Courier New" charset="0"/>
                <a:ea typeface="宋体" charset="-122"/>
              </a:rPr>
              <a:t>	</a:t>
            </a:r>
            <a:r>
              <a:rPr lang="en-US" altLang="zh-CN" sz="2400" dirty="0">
                <a:solidFill>
                  <a:srgbClr val="0000FF"/>
                </a:solidFill>
                <a:latin typeface="Courier New" charset="0"/>
                <a:ea typeface="宋体" charset="-122"/>
              </a:rPr>
              <a:t>return</a:t>
            </a:r>
            <a:r>
              <a:rPr lang="en-US" altLang="zh-CN" sz="2400" dirty="0">
                <a:solidFill>
                  <a:srgbClr val="000000"/>
                </a:solidFill>
                <a:latin typeface="Courier New" charset="0"/>
                <a:ea typeface="宋体" charset="-122"/>
              </a:rPr>
              <a:t> </a:t>
            </a:r>
            <a:r>
              <a:rPr lang="zh-CN" altLang="en-US" sz="2400" dirty="0">
                <a:solidFill>
                  <a:srgbClr val="000000"/>
                </a:solidFill>
                <a:latin typeface="Courier New" charset="0"/>
                <a:ea typeface="宋体" charset="-122"/>
              </a:rPr>
              <a:t>表达式</a:t>
            </a:r>
            <a:r>
              <a:rPr lang="en-US" altLang="zh-CN" sz="2400" dirty="0">
                <a:solidFill>
                  <a:srgbClr val="000000"/>
                </a:solidFill>
                <a:latin typeface="Courier New" charset="0"/>
                <a:ea typeface="宋体" charset="-122"/>
              </a:rPr>
              <a:t>;</a:t>
            </a:r>
            <a:br>
              <a:rPr lang="en-US" altLang="zh-CN" sz="2400" dirty="0">
                <a:solidFill>
                  <a:srgbClr val="000000"/>
                </a:solidFill>
                <a:latin typeface="Courier New" charset="0"/>
                <a:ea typeface="宋体" charset="-122"/>
              </a:rPr>
            </a:br>
            <a:r>
              <a:rPr lang="en-US" altLang="zh-CN" sz="2400" dirty="0">
                <a:solidFill>
                  <a:srgbClr val="000000"/>
                </a:solidFill>
                <a:latin typeface="Courier New" charset="0"/>
                <a:ea typeface="宋体" charset="-122"/>
              </a:rPr>
              <a:t>}</a:t>
            </a:r>
            <a:endParaRPr lang="en-US" altLang="zh-CN" sz="2400" dirty="0">
              <a:solidFill>
                <a:srgbClr val="000000"/>
              </a:solidFill>
              <a:latin typeface="Courier New" charset="0"/>
              <a:ea typeface="宋体" charset="-122"/>
            </a:endParaRPr>
          </a:p>
          <a:p>
            <a:pPr lvl="1"/>
            <a:r>
              <a:rPr lang="zh-CN" altLang="en-US" sz="2000" dirty="0">
                <a:ea typeface="宋体" charset="-122"/>
              </a:rPr>
              <a:t>返回值类型与</a:t>
            </a:r>
            <a:r>
              <a:rPr lang="en-US" altLang="zh-CN" sz="2000" dirty="0">
                <a:solidFill>
                  <a:srgbClr val="0000FF"/>
                </a:solidFill>
                <a:latin typeface="Courier New" charset="0"/>
                <a:ea typeface="宋体" charset="-122"/>
              </a:rPr>
              <a:t>return</a:t>
            </a:r>
            <a:r>
              <a:rPr lang="zh-CN" altLang="en-US" sz="2000" dirty="0">
                <a:ea typeface="宋体" charset="-122"/>
              </a:rPr>
              <a:t>语句配合</a:t>
            </a:r>
            <a:endParaRPr lang="en-US" altLang="zh-CN" sz="2000" dirty="0">
              <a:solidFill>
                <a:srgbClr val="000000"/>
              </a:solidFill>
              <a:latin typeface="Courier New" charset="0"/>
              <a:ea typeface="宋体" charset="-122"/>
            </a:endParaRPr>
          </a:p>
          <a:p>
            <a:r>
              <a:rPr lang="zh-CN" altLang="en-US" sz="2400" dirty="0">
                <a:ea typeface="宋体" charset="-122"/>
              </a:rPr>
              <a:t>当函数执行到</a:t>
            </a:r>
            <a:r>
              <a:rPr lang="en-US" altLang="zh-CN" sz="2400" dirty="0">
                <a:solidFill>
                  <a:srgbClr val="0000FF"/>
                </a:solidFill>
                <a:latin typeface="Courier New" charset="0"/>
                <a:ea typeface="宋体" charset="-122"/>
              </a:rPr>
              <a:t>return</a:t>
            </a:r>
            <a:r>
              <a:rPr lang="zh-CN" altLang="en-US" sz="2400" dirty="0">
                <a:ea typeface="宋体" charset="-122"/>
              </a:rPr>
              <a:t>语句时，就中止函数的执行，</a:t>
            </a:r>
            <a:r>
              <a:rPr lang="zh-CN" altLang="en-US" sz="2400" dirty="0">
                <a:solidFill>
                  <a:schemeClr val="hlink"/>
                </a:solidFill>
                <a:ea typeface="宋体" charset="-122"/>
              </a:rPr>
              <a:t>返回到调用它的地方</a:t>
            </a:r>
            <a:endParaRPr lang="en-US" altLang="zh-CN" sz="2400" dirty="0">
              <a:solidFill>
                <a:srgbClr val="000000"/>
              </a:solidFill>
              <a:latin typeface="Courier New" charset="0"/>
              <a:ea typeface="宋体" charset="-122"/>
            </a:endParaRPr>
          </a:p>
          <a:p>
            <a:pPr>
              <a:buFont typeface="Monotype Sorts" charset="2"/>
              <a:buNone/>
            </a:pPr>
            <a:r>
              <a:rPr lang="zh-CN" altLang="en-US" sz="2400" dirty="0">
                <a:ea typeface="宋体" charset="-122"/>
              </a:rPr>
              <a:t>函数名的命名规则和变量名的命名规则一致。</a:t>
            </a:r>
            <a:endParaRPr lang="zh-CN" altLang="en-US" sz="2400" dirty="0">
              <a:ea typeface="宋体" charset="-122"/>
            </a:endParaRPr>
          </a:p>
          <a:p>
            <a:pPr>
              <a:buFont typeface="Monotype Sorts" charset="2"/>
              <a:buNone/>
            </a:pPr>
            <a:endParaRPr lang="zh-CN" altLang="en-US" sz="2400" dirty="0">
              <a:ea typeface="宋体" charset="-122"/>
            </a:endParaRPr>
          </a:p>
          <a:p>
            <a:pPr>
              <a:buFont typeface="Monotype Sorts" charset="2"/>
              <a:buNone/>
            </a:pPr>
            <a:endParaRPr lang="zh-CN" altLang="en-US" sz="2400" dirty="0">
              <a:ea typeface="宋体" charset="-122"/>
            </a:endParaRPr>
          </a:p>
        </p:txBody>
      </p:sp>
      <p:sp>
        <p:nvSpPr>
          <p:cNvPr id="367623" name="AutoShape 7"/>
          <p:cNvSpPr/>
          <p:nvPr/>
        </p:nvSpPr>
        <p:spPr bwMode="auto">
          <a:xfrm>
            <a:off x="4859338" y="3357563"/>
            <a:ext cx="3455987" cy="1296987"/>
          </a:xfrm>
          <a:prstGeom prst="cloudCallout">
            <a:avLst>
              <a:gd name="adj1" fmla="val -115227"/>
              <a:gd name="adj2" fmla="val 10343"/>
            </a:avLst>
          </a:prstGeom>
          <a:solidFill>
            <a:schemeClr val="accent1"/>
          </a:solidFill>
          <a:ln w="12700">
            <a:solidFill>
              <a:schemeClr val="tx1"/>
            </a:solidFill>
            <a:round/>
            <a:headEnd type="none" w="sm" len="sm"/>
            <a:tailEnd type="none" w="sm" len="sm"/>
          </a:ln>
        </p:spPr>
        <p:txBody>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nSpc>
                <a:spcPct val="95000"/>
              </a:lnSpc>
            </a:pPr>
            <a:r>
              <a:rPr lang="zh-CN" altLang="en-US" sz="1800">
                <a:latin typeface="Times New Roman" pitchFamily="18" charset="0"/>
              </a:rPr>
              <a:t>函数的返回值是通过函数中的 </a:t>
            </a:r>
            <a:r>
              <a:rPr lang="en-US" altLang="zh-CN" sz="1800"/>
              <a:t>return</a:t>
            </a:r>
            <a:r>
              <a:rPr lang="en-US" altLang="zh-CN" sz="1800">
                <a:latin typeface="Times New Roman" pitchFamily="18" charset="0"/>
              </a:rPr>
              <a:t> </a:t>
            </a:r>
            <a:r>
              <a:rPr lang="zh-CN" altLang="en-US" sz="1800">
                <a:latin typeface="Times New Roman" pitchFamily="18" charset="0"/>
              </a:rPr>
              <a:t>语句获得的。</a:t>
            </a:r>
            <a:endParaRPr lang="zh-CN" altLang="en-US" sz="1800">
              <a:latin typeface="Times New Roman" pitchFamily="18" charset="0"/>
            </a:endParaRPr>
          </a:p>
          <a:p>
            <a:pPr algn="ctr">
              <a:lnSpc>
                <a:spcPct val="100000"/>
              </a:lnSpc>
              <a:spcBef>
                <a:spcPct val="0"/>
              </a:spcBef>
              <a:buClrTx/>
              <a:buSzTx/>
              <a:buFontTx/>
              <a:buNone/>
            </a:pPr>
            <a:endParaRPr lang="zh-CN" altLang="en-US" sz="1800" b="0">
              <a:latin typeface="Times New Roman" pitchFamily="18" charset="0"/>
            </a:endParaRPr>
          </a:p>
        </p:txBody>
      </p:sp>
      <p:sp>
        <p:nvSpPr>
          <p:cNvPr id="2" name="日期占位符 1"/>
          <p:cNvSpPr/>
          <p:nvPr>
            <p:ph type="dt" sz="half" idx="10"/>
          </p:nvPr>
        </p:nvSpPr>
        <p:spPr/>
        <p:txBody>
          <a:bodyPr/>
          <a:lstStyle/>
          <a:p>
            <a:fld id="{2A3243B0-196E-0849-A6F7-0F567425ED25}"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7623"/>
                                        </p:tgtEl>
                                        <p:attrNameLst>
                                          <p:attrName>style.visibility</p:attrName>
                                        </p:attrNameLst>
                                      </p:cBhvr>
                                      <p:to>
                                        <p:strVal val="visible"/>
                                      </p:to>
                                    </p:set>
                                    <p:animEffect transition="in" filter="wipe(left)">
                                      <p:cBhvr>
                                        <p:cTn id="7" dur="500"/>
                                        <p:tgtEl>
                                          <p:spTgt spid="367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23"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6674" name="Rectangle 2"/>
          <p:cNvSpPr/>
          <p:nvPr>
            <p:ph type="title"/>
          </p:nvPr>
        </p:nvSpPr>
        <p:spPr>
          <a:xfrm>
            <a:off x="684213" y="188913"/>
            <a:ext cx="7797800" cy="503237"/>
          </a:xfrm>
        </p:spPr>
        <p:txBody>
          <a:bodyPr>
            <a:normAutofit fontScale="90000"/>
          </a:bodyPr>
          <a:lstStyle/>
          <a:p>
            <a:r>
              <a:rPr lang="zh-CN" altLang="en-US" sz="4000"/>
              <a:t>函数定义（</a:t>
            </a:r>
            <a:r>
              <a:rPr lang="en-US" altLang="zh-CN" sz="4000"/>
              <a:t>definition</a:t>
            </a:r>
            <a:r>
              <a:rPr lang="zh-CN" altLang="en-US" sz="4000"/>
              <a:t>）</a:t>
            </a:r>
            <a:endParaRPr lang="en-US" altLang="zh-CN" sz="4000"/>
          </a:p>
        </p:txBody>
      </p:sp>
      <p:sp>
        <p:nvSpPr>
          <p:cNvPr id="156675" name="Rectangle 3"/>
          <p:cNvSpPr/>
          <p:nvPr>
            <p:ph idx="1"/>
          </p:nvPr>
        </p:nvSpPr>
        <p:spPr>
          <a:xfrm>
            <a:off x="250825" y="836613"/>
            <a:ext cx="8497888" cy="5545137"/>
          </a:xfrm>
        </p:spPr>
        <p:txBody>
          <a:bodyPr>
            <a:normAutofit lnSpcReduction="10000"/>
          </a:bodyPr>
          <a:lstStyle/>
          <a:p>
            <a:r>
              <a:rPr lang="zh-CN" altLang="en-US" sz="2400" dirty="0">
                <a:ea typeface="宋体" charset="-122"/>
              </a:rPr>
              <a:t>如果</a:t>
            </a:r>
            <a:r>
              <a:rPr lang="zh-CN" altLang="en-US" sz="2400" dirty="0">
                <a:solidFill>
                  <a:schemeClr val="hlink"/>
                </a:solidFill>
                <a:ea typeface="宋体" charset="-122"/>
              </a:rPr>
              <a:t>没有参数</a:t>
            </a:r>
            <a:r>
              <a:rPr lang="zh-CN" altLang="en-US" sz="2400" dirty="0">
                <a:ea typeface="宋体" charset="-122"/>
              </a:rPr>
              <a:t>，可以用</a:t>
            </a:r>
            <a:r>
              <a:rPr lang="en-US" altLang="zh-CN" sz="2400" dirty="0">
                <a:solidFill>
                  <a:schemeClr val="hlink"/>
                </a:solidFill>
                <a:latin typeface="Courier New" charset="0"/>
                <a:ea typeface="宋体" charset="-122"/>
              </a:rPr>
              <a:t>void</a:t>
            </a:r>
            <a:r>
              <a:rPr lang="zh-CN" altLang="en-US" sz="2400" dirty="0">
                <a:latin typeface="Courier New" charset="0"/>
                <a:ea typeface="宋体" charset="-122"/>
              </a:rPr>
              <a:t>注明</a:t>
            </a:r>
            <a:endParaRPr lang="zh-CN" altLang="en-US" sz="2400" dirty="0">
              <a:latin typeface="Courier New" charset="0"/>
              <a:ea typeface="宋体" charset="-122"/>
            </a:endParaRPr>
          </a:p>
          <a:p>
            <a:pPr>
              <a:buFont typeface="Monotype Sorts" charset="2"/>
              <a:buNone/>
            </a:pPr>
            <a:r>
              <a:rPr lang="zh-CN" altLang="en-US" sz="2400" dirty="0">
                <a:latin typeface="Courier New" charset="0"/>
                <a:ea typeface="宋体" charset="-122"/>
              </a:rPr>
              <a:t>其形如：</a:t>
            </a:r>
            <a:endParaRPr lang="zh-CN" altLang="en-US" sz="2400" dirty="0">
              <a:latin typeface="Courier New" charset="0"/>
              <a:ea typeface="宋体" charset="-122"/>
            </a:endParaRPr>
          </a:p>
          <a:p>
            <a:pPr>
              <a:buFont typeface="Monotype Sorts" charset="2"/>
              <a:buNone/>
            </a:pPr>
            <a:endParaRPr lang="zh-CN" altLang="en-US" sz="2400" dirty="0">
              <a:latin typeface="Courier New" charset="0"/>
              <a:ea typeface="宋体" charset="-122"/>
            </a:endParaRPr>
          </a:p>
          <a:p>
            <a:pPr>
              <a:buFont typeface="Monotype Sorts" charset="2"/>
              <a:buNone/>
            </a:pPr>
            <a:endParaRPr lang="zh-CN" altLang="en-US" sz="2400" dirty="0">
              <a:latin typeface="Courier New" charset="0"/>
              <a:ea typeface="宋体" charset="-122"/>
            </a:endParaRPr>
          </a:p>
          <a:p>
            <a:pPr>
              <a:buFont typeface="Monotype Sorts" charset="2"/>
              <a:buNone/>
            </a:pPr>
            <a:endParaRPr lang="zh-CN" altLang="en-US" sz="2400" dirty="0">
              <a:ea typeface="宋体" charset="-122"/>
            </a:endParaRPr>
          </a:p>
          <a:p>
            <a:pPr>
              <a:buFont typeface="Monotype Sorts" charset="2"/>
              <a:buNone/>
            </a:pPr>
            <a:r>
              <a:rPr lang="zh-CN" altLang="en-US" sz="2400" dirty="0">
                <a:ea typeface="宋体" charset="-122"/>
              </a:rPr>
              <a:t>如果</a:t>
            </a:r>
            <a:r>
              <a:rPr lang="zh-CN" altLang="en-US" sz="2400" dirty="0">
                <a:solidFill>
                  <a:schemeClr val="hlink"/>
                </a:solidFill>
                <a:ea typeface="宋体" charset="-122"/>
              </a:rPr>
              <a:t>不需要返回值</a:t>
            </a:r>
            <a:r>
              <a:rPr lang="zh-CN" altLang="en-US" sz="2400" dirty="0">
                <a:ea typeface="宋体" charset="-122"/>
              </a:rPr>
              <a:t>，则应该用</a:t>
            </a:r>
            <a:r>
              <a:rPr lang="en-US" altLang="zh-CN" sz="2400" dirty="0">
                <a:solidFill>
                  <a:schemeClr val="hlink"/>
                </a:solidFill>
                <a:latin typeface="Courier New" charset="0"/>
                <a:ea typeface="宋体" charset="-122"/>
              </a:rPr>
              <a:t>void</a:t>
            </a:r>
            <a:r>
              <a:rPr lang="zh-CN" altLang="en-US" sz="2400" dirty="0">
                <a:ea typeface="宋体" charset="-122"/>
              </a:rPr>
              <a:t>定义返回值类型</a:t>
            </a:r>
            <a:endParaRPr lang="zh-CN" altLang="en-US" sz="2400" dirty="0">
              <a:ea typeface="宋体" charset="-122"/>
            </a:endParaRPr>
          </a:p>
          <a:p>
            <a:pPr>
              <a:buFont typeface="Monotype Sorts" charset="2"/>
              <a:buNone/>
            </a:pPr>
            <a:r>
              <a:rPr lang="zh-CN" altLang="en-US" sz="2400" dirty="0">
                <a:ea typeface="宋体" charset="-122"/>
              </a:rPr>
              <a:t>其形如：</a:t>
            </a:r>
            <a:endParaRPr lang="zh-CN" altLang="en-US" sz="2400" dirty="0">
              <a:ea typeface="宋体" charset="-122"/>
            </a:endParaRPr>
          </a:p>
          <a:p>
            <a:pPr>
              <a:buFont typeface="Monotype Sorts" charset="2"/>
              <a:buNone/>
            </a:pPr>
            <a:endParaRPr lang="zh-CN" altLang="en-US" sz="2400" dirty="0">
              <a:ea typeface="宋体" charset="-122"/>
            </a:endParaRPr>
          </a:p>
          <a:p>
            <a:pPr>
              <a:buFont typeface="Monotype Sorts" charset="2"/>
              <a:buNone/>
            </a:pPr>
            <a:endParaRPr lang="zh-CN" altLang="en-US" sz="2400" dirty="0">
              <a:ea typeface="宋体" charset="-122"/>
            </a:endParaRPr>
          </a:p>
          <a:p>
            <a:pPr>
              <a:buFont typeface="Monotype Sorts" charset="2"/>
              <a:buNone/>
            </a:pPr>
            <a:endParaRPr lang="zh-CN" altLang="en-US" sz="2400" dirty="0">
              <a:ea typeface="宋体" charset="-122"/>
            </a:endParaRPr>
          </a:p>
          <a:p>
            <a:r>
              <a:rPr lang="zh-CN" altLang="en-US" sz="2400" dirty="0">
                <a:ea typeface="宋体" charset="-122"/>
              </a:rPr>
              <a:t>函数内部可以定义只能由该函数自己使用的变量，称</a:t>
            </a:r>
            <a:r>
              <a:rPr lang="zh-CN" altLang="en-US" sz="2400" b="1" dirty="0">
                <a:solidFill>
                  <a:srgbClr val="00B0F0"/>
                </a:solidFill>
                <a:ea typeface="宋体" charset="-122"/>
              </a:rPr>
              <a:t>内部变量</a:t>
            </a:r>
            <a:r>
              <a:rPr lang="zh-CN" altLang="en-US" sz="2400" dirty="0">
                <a:ea typeface="宋体" charset="-122"/>
              </a:rPr>
              <a:t>。    </a:t>
            </a:r>
            <a:endParaRPr lang="zh-CN" altLang="en-US" sz="2400" dirty="0">
              <a:ea typeface="宋体" charset="-122"/>
            </a:endParaRPr>
          </a:p>
          <a:p>
            <a:pPr lvl="1"/>
            <a:r>
              <a:rPr lang="zh-CN" altLang="en-US" sz="2000" dirty="0">
                <a:ea typeface="宋体" charset="-122"/>
              </a:rPr>
              <a:t>参数表里的变量也是</a:t>
            </a:r>
            <a:r>
              <a:rPr lang="zh-CN" altLang="en-US" sz="2000" b="1" dirty="0">
                <a:solidFill>
                  <a:srgbClr val="00B0F0"/>
                </a:solidFill>
                <a:ea typeface="宋体" charset="-122"/>
              </a:rPr>
              <a:t>内部变量</a:t>
            </a:r>
            <a:endParaRPr lang="zh-CN" altLang="en-US" sz="2000" b="1" dirty="0">
              <a:solidFill>
                <a:srgbClr val="00B0F0"/>
              </a:solidFill>
              <a:ea typeface="宋体" charset="-122"/>
            </a:endParaRPr>
          </a:p>
        </p:txBody>
      </p:sp>
      <p:sp>
        <p:nvSpPr>
          <p:cNvPr id="156677" name="Rectangle 5"/>
          <p:cNvSpPr/>
          <p:nvPr/>
        </p:nvSpPr>
        <p:spPr bwMode="auto">
          <a:xfrm>
            <a:off x="1619250" y="1268413"/>
            <a:ext cx="2736850" cy="1296987"/>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nSpc>
                <a:spcPct val="100000"/>
              </a:lnSpc>
              <a:spcBef>
                <a:spcPct val="0"/>
              </a:spcBef>
              <a:buClrTx/>
              <a:buSzTx/>
              <a:buFontTx/>
              <a:buNone/>
            </a:pPr>
            <a:r>
              <a:rPr lang="en-US" altLang="zh-CN">
                <a:latin typeface="Times New Roman" pitchFamily="18" charset="0"/>
              </a:rPr>
              <a:t>int Func(void)</a:t>
            </a:r>
            <a:endParaRPr lang="en-US" altLang="zh-CN">
              <a:latin typeface="Times New Roman" pitchFamily="18" charset="0"/>
            </a:endParaRPr>
          </a:p>
          <a:p>
            <a:pPr>
              <a:lnSpc>
                <a:spcPct val="100000"/>
              </a:lnSpc>
              <a:spcBef>
                <a:spcPct val="0"/>
              </a:spcBef>
              <a:buClrTx/>
              <a:buSzTx/>
              <a:buFontTx/>
              <a:buNone/>
            </a:pPr>
            <a:r>
              <a:rPr lang="en-US" altLang="zh-CN">
                <a:latin typeface="Times New Roman" pitchFamily="18" charset="0"/>
              </a:rPr>
              <a:t>{</a:t>
            </a:r>
            <a:endParaRPr lang="en-US" altLang="zh-CN">
              <a:latin typeface="Times New Roman" pitchFamily="18" charset="0"/>
            </a:endParaRPr>
          </a:p>
          <a:p>
            <a:pPr>
              <a:lnSpc>
                <a:spcPct val="100000"/>
              </a:lnSpc>
              <a:spcBef>
                <a:spcPct val="0"/>
              </a:spcBef>
              <a:buClrTx/>
              <a:buSzTx/>
              <a:buFontTx/>
              <a:buNone/>
            </a:pPr>
            <a:r>
              <a:rPr lang="en-US" altLang="zh-CN">
                <a:latin typeface="Times New Roman" pitchFamily="18" charset="0"/>
              </a:rPr>
              <a:t>     …</a:t>
            </a:r>
            <a:endParaRPr lang="zh-CN" altLang="en-US">
              <a:latin typeface="Times New Roman" pitchFamily="18" charset="0"/>
            </a:endParaRPr>
          </a:p>
          <a:p>
            <a:pPr>
              <a:lnSpc>
                <a:spcPct val="100000"/>
              </a:lnSpc>
              <a:spcBef>
                <a:spcPct val="0"/>
              </a:spcBef>
              <a:buClrTx/>
              <a:buSzTx/>
              <a:buFontTx/>
              <a:buNone/>
            </a:pPr>
            <a:r>
              <a:rPr lang="en-US" altLang="zh-CN">
                <a:latin typeface="Times New Roman" pitchFamily="18" charset="0"/>
              </a:rPr>
              <a:t>  }</a:t>
            </a:r>
            <a:endParaRPr lang="zh-CN" altLang="en-US" sz="2400" b="0">
              <a:latin typeface="Times New Roman" pitchFamily="18" charset="0"/>
            </a:endParaRPr>
          </a:p>
        </p:txBody>
      </p:sp>
      <p:sp>
        <p:nvSpPr>
          <p:cNvPr id="156679" name="Rectangle 7"/>
          <p:cNvSpPr/>
          <p:nvPr/>
        </p:nvSpPr>
        <p:spPr bwMode="auto">
          <a:xfrm>
            <a:off x="1547813" y="3716338"/>
            <a:ext cx="2881312" cy="1295400"/>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nSpc>
                <a:spcPct val="100000"/>
              </a:lnSpc>
              <a:spcBef>
                <a:spcPct val="0"/>
              </a:spcBef>
              <a:buClrTx/>
              <a:buSzTx/>
              <a:buFontTx/>
              <a:buNone/>
            </a:pPr>
            <a:r>
              <a:rPr lang="en-US" altLang="zh-CN">
                <a:latin typeface="Times New Roman" pitchFamily="18" charset="0"/>
              </a:rPr>
              <a:t>void Func(int i, float f)</a:t>
            </a:r>
            <a:endParaRPr lang="en-US" altLang="zh-CN">
              <a:latin typeface="Times New Roman" pitchFamily="18" charset="0"/>
            </a:endParaRPr>
          </a:p>
          <a:p>
            <a:pPr>
              <a:lnSpc>
                <a:spcPct val="100000"/>
              </a:lnSpc>
              <a:spcBef>
                <a:spcPct val="0"/>
              </a:spcBef>
              <a:buClrTx/>
              <a:buSzTx/>
              <a:buFontTx/>
              <a:buNone/>
            </a:pPr>
            <a:r>
              <a:rPr lang="en-US" altLang="zh-CN">
                <a:latin typeface="Times New Roman" pitchFamily="18" charset="0"/>
              </a:rPr>
              <a:t>{</a:t>
            </a:r>
            <a:endParaRPr lang="en-US" altLang="zh-CN">
              <a:latin typeface="Times New Roman" pitchFamily="18" charset="0"/>
            </a:endParaRPr>
          </a:p>
          <a:p>
            <a:pPr>
              <a:lnSpc>
                <a:spcPct val="100000"/>
              </a:lnSpc>
              <a:spcBef>
                <a:spcPct val="0"/>
              </a:spcBef>
              <a:buClrTx/>
              <a:buSzTx/>
              <a:buFontTx/>
              <a:buNone/>
            </a:pPr>
            <a:r>
              <a:rPr lang="en-US" altLang="zh-CN">
                <a:latin typeface="Times New Roman" pitchFamily="18" charset="0"/>
              </a:rPr>
              <a:t>     …</a:t>
            </a:r>
            <a:endParaRPr lang="zh-CN" altLang="en-US">
              <a:latin typeface="Times New Roman" pitchFamily="18" charset="0"/>
            </a:endParaRPr>
          </a:p>
          <a:p>
            <a:pPr>
              <a:lnSpc>
                <a:spcPct val="100000"/>
              </a:lnSpc>
              <a:spcBef>
                <a:spcPct val="0"/>
              </a:spcBef>
              <a:buClrTx/>
              <a:buSzTx/>
              <a:buFontTx/>
              <a:buNone/>
            </a:pPr>
            <a:r>
              <a:rPr lang="en-US" altLang="zh-CN">
                <a:latin typeface="Times New Roman" pitchFamily="18" charset="0"/>
              </a:rPr>
              <a:t>  }</a:t>
            </a:r>
            <a:endParaRPr lang="zh-CN" altLang="en-US" sz="2400" b="0">
              <a:latin typeface="Times New Roman" pitchFamily="18" charset="0"/>
            </a:endParaRPr>
          </a:p>
        </p:txBody>
      </p:sp>
      <p:sp>
        <p:nvSpPr>
          <p:cNvPr id="2" name="日期占位符 1"/>
          <p:cNvSpPr/>
          <p:nvPr>
            <p:ph type="dt" sz="half" idx="10"/>
          </p:nvPr>
        </p:nvSpPr>
        <p:spPr/>
        <p:txBody>
          <a:bodyPr/>
          <a:lstStyle/>
          <a:p>
            <a:fld id="{BAC2DE24-C143-AF41-8387-439371A432CD}"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
        <p:nvSpPr>
          <p:cNvPr id="8" name="Rectangle 5"/>
          <p:cNvSpPr/>
          <p:nvPr/>
        </p:nvSpPr>
        <p:spPr bwMode="auto">
          <a:xfrm>
            <a:off x="4750785" y="1245086"/>
            <a:ext cx="2736850" cy="1296987"/>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nSpc>
                <a:spcPct val="100000"/>
              </a:lnSpc>
              <a:spcBef>
                <a:spcPct val="0"/>
              </a:spcBef>
              <a:buClrTx/>
              <a:buSzTx/>
              <a:buFontTx/>
              <a:buNone/>
            </a:pPr>
            <a:r>
              <a:rPr lang="en-US" altLang="zh-CN" dirty="0" err="1">
                <a:latin typeface="Times New Roman" pitchFamily="18" charset="0"/>
              </a:rPr>
              <a:t>int</a:t>
            </a:r>
            <a:r>
              <a:rPr lang="en-US" altLang="zh-CN" dirty="0">
                <a:latin typeface="Times New Roman" pitchFamily="18" charset="0"/>
              </a:rPr>
              <a:t> </a:t>
            </a:r>
            <a:r>
              <a:rPr lang="en-US" altLang="zh-CN" dirty="0" err="1">
                <a:latin typeface="Times New Roman" pitchFamily="18" charset="0"/>
              </a:rPr>
              <a:t>Func</a:t>
            </a:r>
            <a:r>
              <a:rPr lang="en-US" altLang="zh-CN" dirty="0">
                <a:latin typeface="Times New Roman" pitchFamily="18" charset="0"/>
              </a:rPr>
              <a:t>()</a:t>
            </a:r>
            <a:endParaRPr lang="en-US" altLang="zh-CN" dirty="0">
              <a:latin typeface="Times New Roman" pitchFamily="18" charset="0"/>
            </a:endParaRPr>
          </a:p>
          <a:p>
            <a:pPr>
              <a:lnSpc>
                <a:spcPct val="100000"/>
              </a:lnSpc>
              <a:spcBef>
                <a:spcPct val="0"/>
              </a:spcBef>
              <a:buClrTx/>
              <a:buSzTx/>
              <a:buFontTx/>
              <a:buNone/>
            </a:pPr>
            <a:r>
              <a:rPr lang="en-US" altLang="zh-CN" dirty="0">
                <a:latin typeface="Times New Roman" pitchFamily="18" charset="0"/>
              </a:rPr>
              <a:t>{</a:t>
            </a:r>
            <a:endParaRPr lang="en-US" altLang="zh-CN" dirty="0">
              <a:latin typeface="Times New Roman" pitchFamily="18" charset="0"/>
            </a:endParaRPr>
          </a:p>
          <a:p>
            <a:pPr>
              <a:lnSpc>
                <a:spcPct val="100000"/>
              </a:lnSpc>
              <a:spcBef>
                <a:spcPct val="0"/>
              </a:spcBef>
              <a:buClrTx/>
              <a:buSzTx/>
              <a:buFontTx/>
              <a:buNone/>
            </a:pPr>
            <a:r>
              <a:rPr lang="en-US" altLang="zh-CN" dirty="0">
                <a:latin typeface="Times New Roman" pitchFamily="18" charset="0"/>
              </a:rPr>
              <a:t>     …</a:t>
            </a:r>
            <a:endParaRPr lang="zh-CN" altLang="en-US" dirty="0">
              <a:latin typeface="Times New Roman" pitchFamily="18" charset="0"/>
            </a:endParaRPr>
          </a:p>
          <a:p>
            <a:pPr>
              <a:lnSpc>
                <a:spcPct val="100000"/>
              </a:lnSpc>
              <a:spcBef>
                <a:spcPct val="0"/>
              </a:spcBef>
              <a:buClrTx/>
              <a:buSzTx/>
              <a:buFontTx/>
              <a:buNone/>
            </a:pPr>
            <a:r>
              <a:rPr lang="en-US" altLang="zh-CN" dirty="0">
                <a:latin typeface="Times New Roman" pitchFamily="18" charset="0"/>
              </a:rPr>
              <a:t>  }</a:t>
            </a:r>
            <a:endParaRPr lang="zh-CN" altLang="en-US" sz="2400" b="0" dirty="0">
              <a:latin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p:nvPr>
            <p:ph type="title"/>
          </p:nvPr>
        </p:nvSpPr>
        <p:spPr>
          <a:xfrm>
            <a:off x="685800" y="484632"/>
            <a:ext cx="7772400" cy="578993"/>
          </a:xfrm>
        </p:spPr>
        <p:txBody>
          <a:bodyPr>
            <a:normAutofit fontScale="90000"/>
          </a:bodyPr>
          <a:lstStyle/>
          <a:p>
            <a:pPr>
              <a:defRPr/>
            </a:pPr>
            <a:r>
              <a:rPr lang="zh-CN" altLang="en-US"/>
              <a:t>函数参数</a:t>
            </a:r>
            <a:endParaRPr lang="zh-CN" altLang="en-US"/>
          </a:p>
        </p:txBody>
      </p:sp>
      <p:sp>
        <p:nvSpPr>
          <p:cNvPr id="330755" name="Rectangle 3"/>
          <p:cNvSpPr/>
          <p:nvPr>
            <p:ph idx="1"/>
          </p:nvPr>
        </p:nvSpPr>
        <p:spPr>
          <a:xfrm>
            <a:off x="395288" y="1196975"/>
            <a:ext cx="8424862" cy="3095625"/>
          </a:xfrm>
        </p:spPr>
        <p:txBody>
          <a:bodyPr/>
          <a:lstStyle/>
          <a:p>
            <a:pPr>
              <a:lnSpc>
                <a:spcPct val="110000"/>
              </a:lnSpc>
            </a:pPr>
            <a:r>
              <a:rPr lang="zh-CN" altLang="en-US" sz="3200">
                <a:ea typeface="宋体" charset="-122"/>
              </a:rPr>
              <a:t>函数参数</a:t>
            </a:r>
            <a:r>
              <a:rPr lang="en-US" altLang="zh-CN" sz="3200">
                <a:ea typeface="宋体" charset="-122"/>
              </a:rPr>
              <a:t>:</a:t>
            </a:r>
            <a:endParaRPr lang="en-US" altLang="zh-CN" sz="3200">
              <a:ea typeface="宋体" charset="-122"/>
            </a:endParaRPr>
          </a:p>
          <a:p>
            <a:pPr lvl="1">
              <a:lnSpc>
                <a:spcPct val="110000"/>
              </a:lnSpc>
            </a:pPr>
            <a:r>
              <a:rPr lang="zh-CN" altLang="en-US" sz="2800">
                <a:ea typeface="宋体" charset="-122"/>
              </a:rPr>
              <a:t>形参</a:t>
            </a:r>
            <a:r>
              <a:rPr lang="en-US" altLang="zh-CN" sz="2800">
                <a:ea typeface="宋体" charset="-122"/>
              </a:rPr>
              <a:t>( </a:t>
            </a:r>
            <a:r>
              <a:rPr lang="zh-CN" altLang="en-US" sz="2800">
                <a:ea typeface="宋体" charset="-122"/>
              </a:rPr>
              <a:t>形式参数 </a:t>
            </a:r>
            <a:r>
              <a:rPr lang="en-US" altLang="zh-CN" sz="2800">
                <a:ea typeface="宋体" charset="-122"/>
              </a:rPr>
              <a:t>):</a:t>
            </a:r>
            <a:endParaRPr lang="en-US" altLang="zh-CN" sz="2800">
              <a:ea typeface="宋体" charset="-122"/>
            </a:endParaRPr>
          </a:p>
          <a:p>
            <a:pPr lvl="2">
              <a:lnSpc>
                <a:spcPct val="110000"/>
              </a:lnSpc>
            </a:pPr>
            <a:r>
              <a:rPr lang="zh-CN" altLang="en-US" sz="2400">
                <a:solidFill>
                  <a:srgbClr val="0033CC"/>
                </a:solidFill>
                <a:ea typeface="宋体" charset="-122"/>
              </a:rPr>
              <a:t>在定义函数时，定义函数名后面括号中的变量名</a:t>
            </a:r>
            <a:endParaRPr lang="en-US" altLang="zh-CN" sz="2400">
              <a:solidFill>
                <a:srgbClr val="0033CC"/>
              </a:solidFill>
              <a:ea typeface="宋体" charset="-122"/>
            </a:endParaRPr>
          </a:p>
          <a:p>
            <a:pPr lvl="1">
              <a:lnSpc>
                <a:spcPct val="110000"/>
              </a:lnSpc>
            </a:pPr>
            <a:r>
              <a:rPr lang="zh-CN" altLang="en-US" sz="2800">
                <a:ea typeface="宋体" charset="-122"/>
              </a:rPr>
              <a:t>实参</a:t>
            </a:r>
            <a:r>
              <a:rPr lang="en-US" altLang="zh-CN" sz="2800">
                <a:ea typeface="宋体" charset="-122"/>
              </a:rPr>
              <a:t>( </a:t>
            </a:r>
            <a:r>
              <a:rPr lang="zh-CN" altLang="en-US" sz="2800">
                <a:ea typeface="宋体" charset="-122"/>
              </a:rPr>
              <a:t>实际参数 </a:t>
            </a:r>
            <a:r>
              <a:rPr lang="en-US" altLang="zh-CN" sz="2800">
                <a:ea typeface="宋体" charset="-122"/>
              </a:rPr>
              <a:t>):</a:t>
            </a:r>
            <a:endParaRPr lang="en-US" altLang="zh-CN" sz="2800">
              <a:ea typeface="宋体" charset="-122"/>
            </a:endParaRPr>
          </a:p>
          <a:p>
            <a:pPr lvl="2">
              <a:lnSpc>
                <a:spcPct val="110000"/>
              </a:lnSpc>
            </a:pPr>
            <a:r>
              <a:rPr lang="zh-CN" altLang="en-US" sz="2400">
                <a:solidFill>
                  <a:srgbClr val="0033CC"/>
                </a:solidFill>
                <a:ea typeface="宋体" charset="-122"/>
              </a:rPr>
              <a:t>在主调函数中调用一个函数，调用函数名后面括号中的参数</a:t>
            </a:r>
            <a:r>
              <a:rPr lang="en-US" altLang="zh-CN" sz="2400">
                <a:solidFill>
                  <a:srgbClr val="0033CC"/>
                </a:solidFill>
                <a:ea typeface="宋体" charset="-122"/>
              </a:rPr>
              <a:t>(</a:t>
            </a:r>
            <a:r>
              <a:rPr lang="zh-CN" altLang="en-US" sz="2400">
                <a:solidFill>
                  <a:srgbClr val="0033CC"/>
                </a:solidFill>
                <a:ea typeface="宋体" charset="-122"/>
              </a:rPr>
              <a:t>或表达式</a:t>
            </a:r>
            <a:r>
              <a:rPr lang="en-US" altLang="zh-CN" sz="2400">
                <a:solidFill>
                  <a:srgbClr val="0033CC"/>
                </a:solidFill>
                <a:ea typeface="宋体" charset="-122"/>
              </a:rPr>
              <a:t>)</a:t>
            </a:r>
            <a:endParaRPr lang="zh-CN" altLang="en-US" sz="1800">
              <a:ea typeface="宋体" charset="-122"/>
            </a:endParaRPr>
          </a:p>
        </p:txBody>
      </p:sp>
      <p:grpSp>
        <p:nvGrpSpPr>
          <p:cNvPr id="20484" name="Group 4"/>
          <p:cNvGrpSpPr/>
          <p:nvPr/>
        </p:nvGrpSpPr>
        <p:grpSpPr bwMode="auto">
          <a:xfrm>
            <a:off x="1042988" y="4043363"/>
            <a:ext cx="6659562" cy="2814637"/>
            <a:chOff x="1543" y="614"/>
            <a:chExt cx="4195" cy="1773"/>
          </a:xfrm>
        </p:grpSpPr>
        <p:sp>
          <p:nvSpPr>
            <p:cNvPr id="330757" name="Text Box 5"/>
            <p:cNvSpPr txBox="1"/>
            <p:nvPr/>
          </p:nvSpPr>
          <p:spPr bwMode="auto">
            <a:xfrm>
              <a:off x="3720" y="886"/>
              <a:ext cx="1905" cy="1138"/>
            </a:xfrm>
            <a:prstGeom prst="rect">
              <a:avLst/>
            </a:prstGeom>
            <a:solidFill>
              <a:srgbClr val="FFFFFF"/>
            </a:solidFill>
            <a:ln w="9525">
              <a:solidFill>
                <a:srgbClr val="000000"/>
              </a:solidFill>
              <a:miter lim="800000"/>
            </a:ln>
          </p:spPr>
          <p:txBody>
            <a:bodyPr/>
            <a:lstStyle/>
            <a:p>
              <a:pPr>
                <a:lnSpc>
                  <a:spcPct val="100000"/>
                </a:lnSpc>
                <a:spcBef>
                  <a:spcPct val="0"/>
                </a:spcBef>
                <a:buClrTx/>
                <a:buSzTx/>
                <a:buFontTx/>
                <a:buNone/>
                <a:defRPr/>
              </a:pPr>
              <a:r>
                <a:rPr lang="fr-FR" altLang="zh-CN" sz="1400" b="0">
                  <a:latin typeface="Courier New" charset="0"/>
                  <a:ea typeface="宋体" charset="-122"/>
                </a:rPr>
                <a:t>int Average(int x, int y)</a:t>
              </a:r>
              <a:endParaRPr lang="fr-FR" altLang="zh-CN" sz="1400" b="0">
                <a:latin typeface="Courier New" charset="0"/>
                <a:ea typeface="宋体" charset="-122"/>
              </a:endParaRPr>
            </a:p>
            <a:p>
              <a:pPr>
                <a:lnSpc>
                  <a:spcPct val="100000"/>
                </a:lnSpc>
                <a:spcBef>
                  <a:spcPct val="0"/>
                </a:spcBef>
                <a:buClrTx/>
                <a:buSzTx/>
                <a:buFontTx/>
                <a:buNone/>
                <a:defRPr/>
              </a:pPr>
              <a:r>
                <a:rPr lang="en-US" altLang="zh-CN" sz="1400" b="0">
                  <a:latin typeface="Courier New" charset="0"/>
                  <a:ea typeface="宋体" charset="-122"/>
                </a:rPr>
                <a:t>{</a:t>
              </a:r>
              <a:endParaRPr lang="en-US" altLang="zh-CN" sz="1400" b="0">
                <a:latin typeface="Courier New" charset="0"/>
                <a:ea typeface="宋体" charset="-122"/>
              </a:endParaRPr>
            </a:p>
            <a:p>
              <a:pPr>
                <a:lnSpc>
                  <a:spcPct val="100000"/>
                </a:lnSpc>
                <a:spcBef>
                  <a:spcPct val="0"/>
                </a:spcBef>
                <a:buClrTx/>
                <a:buSzTx/>
                <a:buFontTx/>
                <a:buNone/>
                <a:defRPr/>
              </a:pPr>
              <a:r>
                <a:rPr lang="en-US" altLang="zh-CN" sz="1400" b="0">
                  <a:latin typeface="Courier New" charset="0"/>
                  <a:ea typeface="宋体" charset="-122"/>
                </a:rPr>
                <a:t>    int result;</a:t>
              </a:r>
              <a:endParaRPr lang="en-US" altLang="zh-CN" sz="1400" b="0">
                <a:latin typeface="Courier New" charset="0"/>
                <a:ea typeface="宋体" charset="-122"/>
              </a:endParaRPr>
            </a:p>
            <a:p>
              <a:pPr>
                <a:lnSpc>
                  <a:spcPct val="100000"/>
                </a:lnSpc>
                <a:spcBef>
                  <a:spcPct val="0"/>
                </a:spcBef>
                <a:buClrTx/>
                <a:buSzTx/>
                <a:buFontTx/>
                <a:buNone/>
                <a:defRPr/>
              </a:pPr>
              <a:endParaRPr lang="en-US" altLang="zh-CN" sz="1400" b="0">
                <a:latin typeface="Courier New" charset="0"/>
                <a:ea typeface="宋体" charset="-122"/>
              </a:endParaRPr>
            </a:p>
            <a:p>
              <a:pPr>
                <a:lnSpc>
                  <a:spcPct val="100000"/>
                </a:lnSpc>
                <a:spcBef>
                  <a:spcPct val="0"/>
                </a:spcBef>
                <a:buClrTx/>
                <a:buSzTx/>
                <a:buFontTx/>
                <a:buNone/>
                <a:defRPr/>
              </a:pPr>
              <a:r>
                <a:rPr lang="en-US" altLang="zh-CN" sz="1400" b="0">
                  <a:latin typeface="Courier New" charset="0"/>
                  <a:ea typeface="宋体" charset="-122"/>
                </a:rPr>
                <a:t>    result = (x + y) / 2;</a:t>
              </a:r>
              <a:endParaRPr lang="en-US" altLang="zh-CN" sz="1400" b="0">
                <a:latin typeface="Courier New" charset="0"/>
                <a:ea typeface="宋体" charset="-122"/>
              </a:endParaRPr>
            </a:p>
            <a:p>
              <a:pPr>
                <a:lnSpc>
                  <a:spcPct val="100000"/>
                </a:lnSpc>
                <a:spcBef>
                  <a:spcPct val="0"/>
                </a:spcBef>
                <a:buClrTx/>
                <a:buSzTx/>
                <a:buFontTx/>
                <a:buNone/>
                <a:defRPr/>
              </a:pPr>
              <a:endParaRPr lang="en-US" altLang="zh-CN" sz="1400" b="0">
                <a:latin typeface="Courier New" charset="0"/>
                <a:ea typeface="宋体" charset="-122"/>
              </a:endParaRPr>
            </a:p>
            <a:p>
              <a:pPr>
                <a:lnSpc>
                  <a:spcPct val="100000"/>
                </a:lnSpc>
                <a:spcBef>
                  <a:spcPct val="0"/>
                </a:spcBef>
                <a:buClrTx/>
                <a:buSzTx/>
                <a:buFontTx/>
                <a:buNone/>
                <a:defRPr/>
              </a:pPr>
              <a:r>
                <a:rPr lang="en-US" altLang="zh-CN" sz="1400" b="0">
                  <a:latin typeface="Courier New" charset="0"/>
                  <a:ea typeface="宋体" charset="-122"/>
                </a:rPr>
                <a:t>    return result;</a:t>
              </a:r>
              <a:endParaRPr lang="en-US" altLang="zh-CN" sz="1400" b="0">
                <a:latin typeface="Courier New" charset="0"/>
                <a:ea typeface="宋体" charset="-122"/>
              </a:endParaRPr>
            </a:p>
            <a:p>
              <a:pPr>
                <a:lnSpc>
                  <a:spcPct val="100000"/>
                </a:lnSpc>
                <a:spcBef>
                  <a:spcPct val="0"/>
                </a:spcBef>
                <a:buClrTx/>
                <a:buSzTx/>
                <a:buFontTx/>
                <a:buNone/>
                <a:defRPr/>
              </a:pPr>
              <a:r>
                <a:rPr lang="en-US" altLang="zh-CN" sz="1400" b="0">
                  <a:latin typeface="Courier New" charset="0"/>
                  <a:ea typeface="宋体" charset="-122"/>
                </a:rPr>
                <a:t>}</a:t>
              </a:r>
              <a:endParaRPr lang="en-US" altLang="zh-CN" sz="1400" b="0">
                <a:effectLst>
                  <a:outerShdw blurRad="38100" dist="38100" dir="2700000" algn="tl">
                    <a:srgbClr val="C0C0C0"/>
                  </a:outerShdw>
                </a:effectLst>
                <a:latin typeface="Times New Roman" pitchFamily="18" charset="0"/>
                <a:ea typeface="宋体" charset="-122"/>
              </a:endParaRPr>
            </a:p>
          </p:txBody>
        </p:sp>
        <p:sp>
          <p:nvSpPr>
            <p:cNvPr id="330758" name="Text Box 6"/>
            <p:cNvSpPr txBox="1"/>
            <p:nvPr/>
          </p:nvSpPr>
          <p:spPr bwMode="auto">
            <a:xfrm>
              <a:off x="1548" y="886"/>
              <a:ext cx="1926" cy="1497"/>
            </a:xfrm>
            <a:prstGeom prst="rect">
              <a:avLst/>
            </a:prstGeom>
            <a:solidFill>
              <a:srgbClr val="FFFFFF"/>
            </a:solidFill>
            <a:ln w="9525">
              <a:solidFill>
                <a:srgbClr val="000000"/>
              </a:solidFill>
              <a:miter lim="800000"/>
            </a:ln>
          </p:spPr>
          <p:txBody>
            <a:bodyPr/>
            <a:lstStyle/>
            <a:p>
              <a:pPr>
                <a:lnSpc>
                  <a:spcPct val="100000"/>
                </a:lnSpc>
                <a:spcBef>
                  <a:spcPct val="0"/>
                </a:spcBef>
                <a:buClrTx/>
                <a:buSzTx/>
                <a:buFontTx/>
                <a:buNone/>
                <a:defRPr/>
              </a:pPr>
              <a:r>
                <a:rPr lang="fr-FR" altLang="zh-CN" sz="1400" b="0">
                  <a:latin typeface="Courier New" charset="0"/>
                  <a:ea typeface="宋体" charset="-122"/>
                </a:rPr>
                <a:t>main()</a:t>
              </a:r>
              <a:endParaRPr lang="fr-FR" altLang="zh-CN" sz="1400" b="0">
                <a:latin typeface="Courier New" charset="0"/>
                <a:ea typeface="宋体" charset="-122"/>
              </a:endParaRPr>
            </a:p>
            <a:p>
              <a:pPr>
                <a:lnSpc>
                  <a:spcPct val="100000"/>
                </a:lnSpc>
                <a:spcBef>
                  <a:spcPct val="0"/>
                </a:spcBef>
                <a:buClrTx/>
                <a:buSzTx/>
                <a:buFontTx/>
                <a:buNone/>
                <a:defRPr/>
              </a:pPr>
              <a:r>
                <a:rPr lang="fr-FR" altLang="zh-CN" sz="1400" b="0">
                  <a:latin typeface="Courier New" charset="0"/>
                  <a:ea typeface="宋体" charset="-122"/>
                </a:rPr>
                <a:t>{</a:t>
              </a:r>
              <a:endParaRPr lang="fr-FR" altLang="zh-CN" sz="1400" b="0">
                <a:latin typeface="Courier New" charset="0"/>
                <a:ea typeface="宋体" charset="-122"/>
              </a:endParaRPr>
            </a:p>
            <a:p>
              <a:pPr>
                <a:lnSpc>
                  <a:spcPct val="100000"/>
                </a:lnSpc>
                <a:spcBef>
                  <a:spcPct val="0"/>
                </a:spcBef>
                <a:buClrTx/>
                <a:buSzTx/>
                <a:buFontTx/>
                <a:buNone/>
                <a:defRPr/>
              </a:pPr>
              <a:r>
                <a:rPr lang="fr-FR" altLang="zh-CN" sz="1400" b="0">
                  <a:latin typeface="Courier New" charset="0"/>
                  <a:ea typeface="宋体" charset="-122"/>
                </a:rPr>
                <a:t>    int a = 12;</a:t>
              </a:r>
              <a:endParaRPr lang="fr-FR" altLang="zh-CN" sz="1400" b="0">
                <a:latin typeface="Courier New" charset="0"/>
                <a:ea typeface="宋体" charset="-122"/>
              </a:endParaRPr>
            </a:p>
            <a:p>
              <a:pPr>
                <a:lnSpc>
                  <a:spcPct val="100000"/>
                </a:lnSpc>
                <a:spcBef>
                  <a:spcPct val="0"/>
                </a:spcBef>
                <a:buClrTx/>
                <a:buSzTx/>
                <a:buFontTx/>
                <a:buNone/>
                <a:defRPr/>
              </a:pPr>
              <a:r>
                <a:rPr lang="fr-FR" altLang="zh-CN" sz="1400" b="0">
                  <a:latin typeface="Courier New" charset="0"/>
                  <a:ea typeface="宋体" charset="-122"/>
                </a:rPr>
                <a:t>    int b = 24;</a:t>
              </a:r>
              <a:endParaRPr lang="fr-FR" altLang="zh-CN" sz="1400" b="0">
                <a:latin typeface="Courier New" charset="0"/>
                <a:ea typeface="宋体" charset="-122"/>
              </a:endParaRPr>
            </a:p>
            <a:p>
              <a:pPr>
                <a:lnSpc>
                  <a:spcPct val="100000"/>
                </a:lnSpc>
                <a:spcBef>
                  <a:spcPct val="0"/>
                </a:spcBef>
                <a:buClrTx/>
                <a:buSzTx/>
                <a:buFontTx/>
                <a:buNone/>
                <a:defRPr/>
              </a:pPr>
              <a:r>
                <a:rPr lang="fr-FR" altLang="zh-CN" sz="1400" b="0">
                  <a:latin typeface="Courier New" charset="0"/>
                  <a:ea typeface="宋体" charset="-122"/>
                </a:rPr>
                <a:t>    int ave;</a:t>
              </a:r>
              <a:endParaRPr lang="fr-FR" altLang="zh-CN" sz="1400" b="0">
                <a:latin typeface="Courier New" charset="0"/>
                <a:ea typeface="宋体" charset="-122"/>
              </a:endParaRPr>
            </a:p>
            <a:p>
              <a:pPr>
                <a:lnSpc>
                  <a:spcPct val="100000"/>
                </a:lnSpc>
                <a:spcBef>
                  <a:spcPct val="0"/>
                </a:spcBef>
                <a:buClrTx/>
                <a:buSzTx/>
                <a:buFontTx/>
                <a:buNone/>
                <a:defRPr/>
              </a:pPr>
              <a:endParaRPr lang="fr-FR" altLang="zh-CN" sz="1400" b="0">
                <a:latin typeface="Courier New" charset="0"/>
                <a:ea typeface="宋体" charset="-122"/>
              </a:endParaRPr>
            </a:p>
            <a:p>
              <a:pPr>
                <a:lnSpc>
                  <a:spcPct val="100000"/>
                </a:lnSpc>
                <a:spcBef>
                  <a:spcPct val="0"/>
                </a:spcBef>
                <a:buClrTx/>
                <a:buSzTx/>
                <a:buFontTx/>
                <a:buNone/>
                <a:defRPr/>
              </a:pPr>
              <a:r>
                <a:rPr lang="fr-FR" altLang="zh-CN" sz="1400" b="0">
                  <a:latin typeface="Courier New" charset="0"/>
                  <a:ea typeface="宋体" charset="-122"/>
                </a:rPr>
                <a:t>    ave = Average(a, b);  </a:t>
              </a:r>
              <a:endParaRPr lang="fr-FR" altLang="zh-CN" sz="1400" b="0">
                <a:latin typeface="Courier New" charset="0"/>
                <a:ea typeface="宋体" charset="-122"/>
              </a:endParaRPr>
            </a:p>
            <a:p>
              <a:pPr>
                <a:lnSpc>
                  <a:spcPct val="100000"/>
                </a:lnSpc>
                <a:spcBef>
                  <a:spcPct val="0"/>
                </a:spcBef>
                <a:buClrTx/>
                <a:buSzTx/>
                <a:buFontTx/>
                <a:buNone/>
                <a:defRPr/>
              </a:pPr>
              <a:r>
                <a:rPr lang="fr-FR" altLang="zh-CN" sz="1400" b="0">
                  <a:latin typeface="Courier New" charset="0"/>
                  <a:ea typeface="宋体" charset="-122"/>
                </a:rPr>
                <a:t>    </a:t>
              </a:r>
              <a:endParaRPr lang="fr-FR" altLang="zh-CN" sz="1400" b="0">
                <a:latin typeface="Courier New" charset="0"/>
                <a:ea typeface="宋体" charset="-122"/>
              </a:endParaRPr>
            </a:p>
            <a:p>
              <a:pPr>
                <a:lnSpc>
                  <a:spcPct val="100000"/>
                </a:lnSpc>
                <a:spcBef>
                  <a:spcPct val="0"/>
                </a:spcBef>
                <a:buClrTx/>
                <a:buSzTx/>
                <a:buFontTx/>
                <a:buNone/>
                <a:defRPr/>
              </a:pPr>
              <a:r>
                <a:rPr lang="fr-FR" altLang="zh-CN" sz="1400" b="0">
                  <a:latin typeface="Courier New" charset="0"/>
                  <a:ea typeface="宋体" charset="-122"/>
                </a:rPr>
                <a:t>    printf(……);</a:t>
              </a:r>
              <a:endParaRPr lang="fr-FR" altLang="zh-CN" sz="1400" b="0">
                <a:latin typeface="Courier New" charset="0"/>
                <a:ea typeface="宋体" charset="-122"/>
              </a:endParaRPr>
            </a:p>
            <a:p>
              <a:pPr>
                <a:lnSpc>
                  <a:spcPct val="100000"/>
                </a:lnSpc>
                <a:spcBef>
                  <a:spcPct val="0"/>
                </a:spcBef>
                <a:buClrTx/>
                <a:buSzTx/>
                <a:buFontTx/>
                <a:buNone/>
                <a:defRPr/>
              </a:pPr>
              <a:r>
                <a:rPr lang="fr-FR" altLang="zh-CN" sz="1400" b="0">
                  <a:latin typeface="Courier New" charset="0"/>
                  <a:ea typeface="宋体" charset="-122"/>
                </a:rPr>
                <a:t>}</a:t>
              </a:r>
              <a:endParaRPr lang="en-US" altLang="zh-CN" sz="1400" b="0">
                <a:effectLst>
                  <a:outerShdw blurRad="38100" dist="38100" dir="2700000" algn="tl">
                    <a:srgbClr val="C0C0C0"/>
                  </a:outerShdw>
                </a:effectLst>
                <a:latin typeface="Times New Roman" pitchFamily="18" charset="0"/>
                <a:ea typeface="宋体" charset="-122"/>
              </a:endParaRPr>
            </a:p>
          </p:txBody>
        </p:sp>
        <p:sp>
          <p:nvSpPr>
            <p:cNvPr id="330759" name="Freeform 7"/>
            <p:cNvSpPr/>
            <p:nvPr/>
          </p:nvSpPr>
          <p:spPr bwMode="auto">
            <a:xfrm rot="372314">
              <a:off x="2223" y="1751"/>
              <a:ext cx="2389" cy="499"/>
            </a:xfrm>
            <a:custGeom>
              <a:avLst/>
              <a:gdLst/>
              <a:ahLst/>
              <a:cxnLst>
                <a:cxn ang="0">
                  <a:pos x="3760" y="0"/>
                </a:cxn>
                <a:cxn ang="0">
                  <a:pos x="2430" y="665"/>
                </a:cxn>
                <a:cxn ang="0">
                  <a:pos x="675" y="665"/>
                </a:cxn>
                <a:cxn ang="0">
                  <a:pos x="0" y="320"/>
                </a:cxn>
              </a:cxnLst>
              <a:rect l="0" t="0" r="r" b="b"/>
              <a:pathLst>
                <a:path w="3760" h="776">
                  <a:moveTo>
                    <a:pt x="3760" y="0"/>
                  </a:moveTo>
                  <a:cubicBezTo>
                    <a:pt x="3538" y="111"/>
                    <a:pt x="2944" y="554"/>
                    <a:pt x="2430" y="665"/>
                  </a:cubicBezTo>
                  <a:cubicBezTo>
                    <a:pt x="1916" y="776"/>
                    <a:pt x="1080" y="723"/>
                    <a:pt x="675" y="665"/>
                  </a:cubicBezTo>
                  <a:cubicBezTo>
                    <a:pt x="270" y="607"/>
                    <a:pt x="141" y="392"/>
                    <a:pt x="0" y="320"/>
                  </a:cubicBezTo>
                </a:path>
              </a:pathLst>
            </a:custGeom>
            <a:noFill/>
            <a:ln w="9525">
              <a:solidFill>
                <a:srgbClr val="000000"/>
              </a:solidFill>
              <a:round/>
              <a:headEnd type="oval" w="med" len="med"/>
              <a:tailEnd type="triangle" w="med" len="med"/>
            </a:ln>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330760" name="Text Box 8"/>
            <p:cNvSpPr txBox="1"/>
            <p:nvPr/>
          </p:nvSpPr>
          <p:spPr bwMode="auto">
            <a:xfrm>
              <a:off x="2409" y="1709"/>
              <a:ext cx="133" cy="174"/>
            </a:xfrm>
            <a:prstGeom prst="rect">
              <a:avLst/>
            </a:prstGeom>
            <a:noFill/>
            <a:ln w="9525">
              <a:noFill/>
              <a:miter lim="800000"/>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charset="-122"/>
              </a:endParaRPr>
            </a:p>
          </p:txBody>
        </p:sp>
        <p:sp>
          <p:nvSpPr>
            <p:cNvPr id="330761" name="Text Box 9"/>
            <p:cNvSpPr txBox="1"/>
            <p:nvPr/>
          </p:nvSpPr>
          <p:spPr bwMode="auto">
            <a:xfrm>
              <a:off x="4273" y="1410"/>
              <a:ext cx="133" cy="174"/>
            </a:xfrm>
            <a:prstGeom prst="rect">
              <a:avLst/>
            </a:prstGeom>
            <a:noFill/>
            <a:ln w="9525">
              <a:noFill/>
              <a:miter lim="800000"/>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charset="-122"/>
              </a:endParaRPr>
            </a:p>
          </p:txBody>
        </p:sp>
        <p:sp>
          <p:nvSpPr>
            <p:cNvPr id="330762" name="Text Box 10"/>
            <p:cNvSpPr txBox="1"/>
            <p:nvPr/>
          </p:nvSpPr>
          <p:spPr bwMode="auto">
            <a:xfrm>
              <a:off x="4273" y="1585"/>
              <a:ext cx="133" cy="174"/>
            </a:xfrm>
            <a:prstGeom prst="rect">
              <a:avLst/>
            </a:prstGeom>
            <a:noFill/>
            <a:ln w="9525">
              <a:noFill/>
              <a:miter lim="800000"/>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charset="-122"/>
              </a:endParaRPr>
            </a:p>
          </p:txBody>
        </p:sp>
        <p:sp>
          <p:nvSpPr>
            <p:cNvPr id="330763" name="Text Box 11"/>
            <p:cNvSpPr txBox="1"/>
            <p:nvPr/>
          </p:nvSpPr>
          <p:spPr bwMode="auto">
            <a:xfrm>
              <a:off x="1809" y="1525"/>
              <a:ext cx="369" cy="454"/>
            </a:xfrm>
            <a:prstGeom prst="rect">
              <a:avLst/>
            </a:prstGeom>
            <a:noFill/>
            <a:ln w="9525">
              <a:noFill/>
              <a:miter lim="800000"/>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charset="-122"/>
              </a:endParaRPr>
            </a:p>
          </p:txBody>
        </p:sp>
        <p:sp>
          <p:nvSpPr>
            <p:cNvPr id="330764" name="Text Box 12"/>
            <p:cNvSpPr txBox="1"/>
            <p:nvPr/>
          </p:nvSpPr>
          <p:spPr bwMode="auto">
            <a:xfrm>
              <a:off x="1809" y="1934"/>
              <a:ext cx="134" cy="174"/>
            </a:xfrm>
            <a:prstGeom prst="rect">
              <a:avLst/>
            </a:prstGeom>
            <a:noFill/>
            <a:ln w="9525">
              <a:noFill/>
              <a:miter lim="800000"/>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charset="-122"/>
              </a:endParaRPr>
            </a:p>
          </p:txBody>
        </p:sp>
        <p:sp>
          <p:nvSpPr>
            <p:cNvPr id="330765" name="Text Box 13"/>
            <p:cNvSpPr txBox="1"/>
            <p:nvPr/>
          </p:nvSpPr>
          <p:spPr bwMode="auto">
            <a:xfrm>
              <a:off x="1809" y="1410"/>
              <a:ext cx="134" cy="174"/>
            </a:xfrm>
            <a:prstGeom prst="rect">
              <a:avLst/>
            </a:prstGeom>
            <a:noFill/>
            <a:ln w="9525">
              <a:noFill/>
              <a:miter lim="800000"/>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charset="-122"/>
              </a:endParaRPr>
            </a:p>
          </p:txBody>
        </p:sp>
        <p:sp>
          <p:nvSpPr>
            <p:cNvPr id="330766" name="Line 14"/>
            <p:cNvSpPr/>
            <p:nvPr/>
          </p:nvSpPr>
          <p:spPr bwMode="auto">
            <a:xfrm>
              <a:off x="4854" y="2108"/>
              <a:ext cx="266" cy="0"/>
            </a:xfrm>
            <a:prstGeom prst="line">
              <a:avLst/>
            </a:prstGeom>
            <a:noFill/>
            <a:ln w="9525">
              <a:solidFill>
                <a:srgbClr val="000000"/>
              </a:solidFill>
              <a:round/>
              <a:headEnd type="oval" w="med" len="med"/>
              <a:tailEnd type="triangle" w="med" len="med"/>
            </a:ln>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330767" name="Text Box 15"/>
            <p:cNvSpPr txBox="1"/>
            <p:nvPr/>
          </p:nvSpPr>
          <p:spPr bwMode="auto">
            <a:xfrm>
              <a:off x="5205" y="2023"/>
              <a:ext cx="533" cy="134"/>
            </a:xfrm>
            <a:prstGeom prst="rect">
              <a:avLst/>
            </a:prstGeom>
            <a:noFill/>
            <a:ln w="9525">
              <a:noFill/>
              <a:miter lim="800000"/>
            </a:ln>
          </p:spPr>
          <p:txBody>
            <a:bodyPr lIns="0" tIns="0" rIns="0" bIns="0">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just">
                <a:lnSpc>
                  <a:spcPct val="100000"/>
                </a:lnSpc>
                <a:spcBef>
                  <a:spcPct val="0"/>
                </a:spcBef>
                <a:buClrTx/>
                <a:buSzTx/>
                <a:buFontTx/>
                <a:buNone/>
              </a:pPr>
              <a:r>
                <a:rPr lang="zh-CN" altLang="en-US" sz="1400" b="0">
                  <a:latin typeface="Times New Roman" pitchFamily="18" charset="0"/>
                </a:rPr>
                <a:t>数据传递</a:t>
              </a:r>
              <a:endParaRPr lang="zh-CN" altLang="en-US" sz="1400" b="0">
                <a:effectLst>
                  <a:outerShdw blurRad="38100" dist="38100" dir="2700000" algn="tl">
                    <a:srgbClr val="C0C0C0"/>
                  </a:outerShdw>
                </a:effectLst>
                <a:latin typeface="Times New Roman" pitchFamily="18" charset="0"/>
              </a:endParaRPr>
            </a:p>
          </p:txBody>
        </p:sp>
        <p:sp>
          <p:nvSpPr>
            <p:cNvPr id="330768" name="Text Box 16"/>
            <p:cNvSpPr txBox="1"/>
            <p:nvPr/>
          </p:nvSpPr>
          <p:spPr bwMode="auto">
            <a:xfrm>
              <a:off x="4920" y="2197"/>
              <a:ext cx="133" cy="174"/>
            </a:xfrm>
            <a:prstGeom prst="rect">
              <a:avLst/>
            </a:prstGeom>
            <a:noFill/>
            <a:ln w="9525">
              <a:noFill/>
              <a:miter lim="800000"/>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charset="-122"/>
              </a:endParaRPr>
            </a:p>
          </p:txBody>
        </p:sp>
        <p:sp>
          <p:nvSpPr>
            <p:cNvPr id="330769" name="Text Box 17"/>
            <p:cNvSpPr txBox="1"/>
            <p:nvPr/>
          </p:nvSpPr>
          <p:spPr bwMode="auto">
            <a:xfrm>
              <a:off x="5205" y="2198"/>
              <a:ext cx="533" cy="134"/>
            </a:xfrm>
            <a:prstGeom prst="rect">
              <a:avLst/>
            </a:prstGeom>
            <a:noFill/>
            <a:ln w="9525">
              <a:noFill/>
              <a:miter lim="800000"/>
            </a:ln>
          </p:spPr>
          <p:txBody>
            <a:bodyPr lIns="0" tIns="0" rIns="0" bIns="0">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just">
                <a:lnSpc>
                  <a:spcPct val="100000"/>
                </a:lnSpc>
                <a:spcBef>
                  <a:spcPct val="0"/>
                </a:spcBef>
                <a:buClrTx/>
                <a:buSzTx/>
                <a:buFontTx/>
                <a:buNone/>
              </a:pPr>
              <a:r>
                <a:rPr lang="zh-CN" altLang="en-US" sz="1400" b="0">
                  <a:latin typeface="Times New Roman" pitchFamily="18" charset="0"/>
                </a:rPr>
                <a:t>执行顺序</a:t>
              </a:r>
              <a:endParaRPr lang="zh-CN" altLang="en-US" sz="1400" b="0">
                <a:effectLst>
                  <a:outerShdw blurRad="38100" dist="38100" dir="2700000" algn="tl">
                    <a:srgbClr val="C0C0C0"/>
                  </a:outerShdw>
                </a:effectLst>
                <a:latin typeface="Times New Roman" pitchFamily="18" charset="0"/>
              </a:endParaRPr>
            </a:p>
          </p:txBody>
        </p:sp>
        <p:sp>
          <p:nvSpPr>
            <p:cNvPr id="330770" name="Freeform 18"/>
            <p:cNvSpPr/>
            <p:nvPr/>
          </p:nvSpPr>
          <p:spPr bwMode="auto">
            <a:xfrm>
              <a:off x="2789" y="618"/>
              <a:ext cx="2055" cy="1072"/>
            </a:xfrm>
            <a:custGeom>
              <a:avLst/>
              <a:gdLst/>
              <a:ahLst/>
              <a:cxnLst>
                <a:cxn ang="0">
                  <a:pos x="0" y="2255"/>
                </a:cxn>
                <a:cxn ang="0">
                  <a:pos x="1305" y="350"/>
                </a:cxn>
                <a:cxn ang="0">
                  <a:pos x="2610" y="155"/>
                </a:cxn>
                <a:cxn ang="0">
                  <a:pos x="3210" y="470"/>
                </a:cxn>
              </a:cxnLst>
              <a:rect l="0" t="0" r="r" b="b"/>
              <a:pathLst>
                <a:path w="3210" h="2255">
                  <a:moveTo>
                    <a:pt x="0" y="2255"/>
                  </a:moveTo>
                  <a:cubicBezTo>
                    <a:pt x="217" y="1938"/>
                    <a:pt x="870" y="700"/>
                    <a:pt x="1305" y="350"/>
                  </a:cubicBezTo>
                  <a:cubicBezTo>
                    <a:pt x="1740" y="0"/>
                    <a:pt x="2293" y="135"/>
                    <a:pt x="2610" y="155"/>
                  </a:cubicBezTo>
                  <a:cubicBezTo>
                    <a:pt x="2927" y="175"/>
                    <a:pt x="3085" y="405"/>
                    <a:pt x="3210" y="470"/>
                  </a:cubicBezTo>
                </a:path>
              </a:pathLst>
            </a:custGeom>
            <a:noFill/>
            <a:ln w="9525">
              <a:solidFill>
                <a:srgbClr val="000000"/>
              </a:solidFill>
              <a:round/>
              <a:headEnd type="oval" w="med" len="med"/>
              <a:tailEnd type="triangle" w="med" len="med"/>
            </a:ln>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330771" name="AutoShape 19"/>
            <p:cNvSpPr/>
            <p:nvPr/>
          </p:nvSpPr>
          <p:spPr bwMode="auto">
            <a:xfrm>
              <a:off x="1543" y="746"/>
              <a:ext cx="4195" cy="1641"/>
            </a:xfrm>
            <a:prstGeom prst="rect">
              <a:avLst/>
            </a:prstGeom>
            <a:noFill/>
            <a:ln w="9525">
              <a:noFill/>
              <a:miter lim="800000"/>
            </a:ln>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330772" name="Freeform 20"/>
            <p:cNvSpPr/>
            <p:nvPr/>
          </p:nvSpPr>
          <p:spPr bwMode="auto">
            <a:xfrm>
              <a:off x="2971" y="614"/>
              <a:ext cx="2295" cy="1083"/>
            </a:xfrm>
            <a:custGeom>
              <a:avLst/>
              <a:gdLst/>
              <a:ahLst/>
              <a:cxnLst>
                <a:cxn ang="0">
                  <a:pos x="0" y="2278"/>
                </a:cxn>
                <a:cxn ang="0">
                  <a:pos x="1395" y="358"/>
                </a:cxn>
                <a:cxn ang="0">
                  <a:pos x="2910" y="133"/>
                </a:cxn>
                <a:cxn ang="0">
                  <a:pos x="3585" y="508"/>
                </a:cxn>
              </a:cxnLst>
              <a:rect l="0" t="0" r="r" b="b"/>
              <a:pathLst>
                <a:path w="3585" h="2278">
                  <a:moveTo>
                    <a:pt x="0" y="2278"/>
                  </a:moveTo>
                  <a:cubicBezTo>
                    <a:pt x="232" y="1958"/>
                    <a:pt x="910" y="716"/>
                    <a:pt x="1395" y="358"/>
                  </a:cubicBezTo>
                  <a:cubicBezTo>
                    <a:pt x="1880" y="0"/>
                    <a:pt x="2545" y="108"/>
                    <a:pt x="2910" y="133"/>
                  </a:cubicBezTo>
                  <a:cubicBezTo>
                    <a:pt x="3275" y="158"/>
                    <a:pt x="3445" y="430"/>
                    <a:pt x="3585" y="508"/>
                  </a:cubicBezTo>
                </a:path>
              </a:pathLst>
            </a:custGeom>
            <a:noFill/>
            <a:ln w="9525">
              <a:solidFill>
                <a:srgbClr val="000000"/>
              </a:solidFill>
              <a:round/>
              <a:headEnd type="oval" w="med" len="med"/>
              <a:tailEnd type="triangle" w="med" len="med"/>
            </a:ln>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grpSp>
      <p:sp>
        <p:nvSpPr>
          <p:cNvPr id="330773" name="AutoShape 21"/>
          <p:cNvSpPr/>
          <p:nvPr/>
        </p:nvSpPr>
        <p:spPr bwMode="auto">
          <a:xfrm>
            <a:off x="488950" y="3716338"/>
            <a:ext cx="914400" cy="609600"/>
          </a:xfrm>
          <a:prstGeom prst="borderCallout3">
            <a:avLst>
              <a:gd name="adj1" fmla="val 18750"/>
              <a:gd name="adj2" fmla="val -8333"/>
              <a:gd name="adj3" fmla="val 18750"/>
              <a:gd name="adj4" fmla="val -10593"/>
              <a:gd name="adj5" fmla="val 179690"/>
              <a:gd name="adj6" fmla="val -10593"/>
              <a:gd name="adj7" fmla="val 340625"/>
              <a:gd name="adj8" fmla="val 294097"/>
            </a:avLst>
          </a:prstGeom>
          <a:solidFill>
            <a:schemeClr val="accent1"/>
          </a:solidFill>
          <a:ln w="12700">
            <a:solidFill>
              <a:schemeClr val="tx1"/>
            </a:solidFill>
            <a:miter lim="800000"/>
            <a:headEnd type="none" w="sm" len="sm"/>
            <a:tailEnd type="none" w="sm" len="sm"/>
          </a:ln>
          <a:effectLst/>
        </p:spPr>
        <p:txBody>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zh-CN" altLang="en-US" sz="2400">
                <a:solidFill>
                  <a:srgbClr val="3366FF"/>
                </a:solidFill>
                <a:effectLst>
                  <a:outerShdw blurRad="38100" dist="38100" dir="2700000" algn="tl">
                    <a:srgbClr val="000000"/>
                  </a:outerShdw>
                </a:effectLst>
                <a:latin typeface="Times New Roman" pitchFamily="18" charset="0"/>
              </a:rPr>
              <a:t>实参</a:t>
            </a:r>
            <a:endParaRPr lang="zh-CN" altLang="en-US" sz="2400">
              <a:solidFill>
                <a:srgbClr val="3366FF"/>
              </a:solidFill>
              <a:effectLst>
                <a:outerShdw blurRad="38100" dist="38100" dir="2700000" algn="tl">
                  <a:srgbClr val="000000"/>
                </a:outerShdw>
              </a:effectLst>
              <a:latin typeface="Times New Roman" pitchFamily="18" charset="0"/>
            </a:endParaRPr>
          </a:p>
        </p:txBody>
      </p:sp>
      <p:sp>
        <p:nvSpPr>
          <p:cNvPr id="330774" name="AutoShape 22"/>
          <p:cNvSpPr/>
          <p:nvPr/>
        </p:nvSpPr>
        <p:spPr bwMode="auto">
          <a:xfrm>
            <a:off x="7689850" y="2881313"/>
            <a:ext cx="914400" cy="609600"/>
          </a:xfrm>
          <a:prstGeom prst="borderCallout3">
            <a:avLst>
              <a:gd name="adj1" fmla="val 18750"/>
              <a:gd name="adj2" fmla="val 108333"/>
              <a:gd name="adj3" fmla="val 18750"/>
              <a:gd name="adj4" fmla="val 137500"/>
              <a:gd name="adj5" fmla="val 137241"/>
              <a:gd name="adj6" fmla="val 137500"/>
              <a:gd name="adj7" fmla="val 256250"/>
              <a:gd name="adj8" fmla="val -71009"/>
            </a:avLst>
          </a:prstGeom>
          <a:solidFill>
            <a:schemeClr val="accent1"/>
          </a:solidFill>
          <a:ln w="12700">
            <a:solidFill>
              <a:schemeClr val="tx1"/>
            </a:solidFill>
            <a:miter lim="800000"/>
            <a:headEnd type="none" w="sm" len="sm"/>
            <a:tailEnd type="none" w="sm" len="sm"/>
          </a:ln>
          <a:effectLst/>
        </p:spPr>
        <p:txBody>
          <a:bodyPr/>
          <a:lstStyle/>
          <a:p>
            <a:pPr algn="ctr">
              <a:lnSpc>
                <a:spcPct val="100000"/>
              </a:lnSpc>
              <a:spcBef>
                <a:spcPct val="0"/>
              </a:spcBef>
              <a:buClrTx/>
              <a:buSzTx/>
              <a:buFontTx/>
              <a:buNone/>
              <a:defRPr/>
            </a:pPr>
            <a:r>
              <a:rPr lang="zh-CN" altLang="en-US" sz="2400">
                <a:solidFill>
                  <a:srgbClr val="3366FF"/>
                </a:solidFill>
                <a:effectLst>
                  <a:outerShdw blurRad="38100" dist="38100" dir="2700000" algn="tl">
                    <a:srgbClr val="000000"/>
                  </a:outerShdw>
                </a:effectLst>
                <a:latin typeface="Times New Roman" pitchFamily="18" charset="0"/>
                <a:ea typeface="宋体" charset="-122"/>
              </a:rPr>
              <a:t>形参</a:t>
            </a:r>
            <a:endParaRPr lang="zh-CN" altLang="en-US" sz="2400">
              <a:solidFill>
                <a:srgbClr val="3366FF"/>
              </a:solidFill>
              <a:effectLst>
                <a:outerShdw blurRad="38100" dist="38100" dir="2700000" algn="tl">
                  <a:srgbClr val="000000"/>
                </a:outerShdw>
              </a:effectLst>
              <a:latin typeface="Times New Roman" pitchFamily="18" charset="0"/>
              <a:ea typeface="宋体" charset="-122"/>
            </a:endParaRPr>
          </a:p>
        </p:txBody>
      </p:sp>
      <p:sp>
        <p:nvSpPr>
          <p:cNvPr id="2" name="日期占位符 1"/>
          <p:cNvSpPr/>
          <p:nvPr>
            <p:ph type="dt" sz="half" idx="10"/>
          </p:nvPr>
        </p:nvSpPr>
        <p:spPr/>
        <p:txBody>
          <a:bodyPr/>
          <a:lstStyle/>
          <a:p>
            <a:fld id="{111BC3CF-45E1-E64F-B764-F467D2FEFD22}"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30774"/>
                                        </p:tgtEl>
                                        <p:attrNameLst>
                                          <p:attrName>style.visibility</p:attrName>
                                        </p:attrNameLst>
                                      </p:cBhvr>
                                      <p:to>
                                        <p:strVal val="visible"/>
                                      </p:to>
                                    </p:set>
                                    <p:animEffect transition="in" filter="wipe(down)">
                                      <p:cBhvr>
                                        <p:cTn id="7" dur="500"/>
                                        <p:tgtEl>
                                          <p:spTgt spid="330774"/>
                                        </p:tgtEl>
                                      </p:cBhvr>
                                    </p:animEffect>
                                  </p:childTnLst>
                                </p:cTn>
                              </p:par>
                              <p:par>
                                <p:cTn id="8" presetID="22" presetClass="entr" presetSubtype="1" fill="hold" nodeType="withEffect">
                                  <p:stCondLst>
                                    <p:cond delay="0"/>
                                  </p:stCondLst>
                                  <p:childTnLst>
                                    <p:set>
                                      <p:cBhvr>
                                        <p:cTn id="9" dur="1" fill="hold">
                                          <p:stCondLst>
                                            <p:cond delay="0"/>
                                          </p:stCondLst>
                                        </p:cTn>
                                        <p:tgtEl>
                                          <p:spTgt spid="330755">
                                            <p:txEl>
                                              <p:pRg st="2" end="2"/>
                                            </p:txEl>
                                          </p:spTgt>
                                        </p:tgtEl>
                                        <p:attrNameLst>
                                          <p:attrName>style.visibility</p:attrName>
                                        </p:attrNameLst>
                                      </p:cBhvr>
                                      <p:to>
                                        <p:strVal val="visible"/>
                                      </p:to>
                                    </p:set>
                                    <p:animEffect transition="in" filter="wipe(up)">
                                      <p:cBhvr>
                                        <p:cTn id="10" dur="500"/>
                                        <p:tgtEl>
                                          <p:spTgt spid="33075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330773"/>
                                        </p:tgtEl>
                                        <p:attrNameLst>
                                          <p:attrName>style.visibility</p:attrName>
                                        </p:attrNameLst>
                                      </p:cBhvr>
                                      <p:to>
                                        <p:strVal val="visible"/>
                                      </p:to>
                                    </p:set>
                                    <p:animEffect transition="in" filter="wipe(down)">
                                      <p:cBhvr>
                                        <p:cTn id="15" dur="500"/>
                                        <p:tgtEl>
                                          <p:spTgt spid="33077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330755">
                                            <p:txEl>
                                              <p:pRg st="3" end="3"/>
                                            </p:txEl>
                                          </p:spTgt>
                                        </p:tgtEl>
                                        <p:attrNameLst>
                                          <p:attrName>style.visibility</p:attrName>
                                        </p:attrNameLst>
                                      </p:cBhvr>
                                      <p:to>
                                        <p:strVal val="visible"/>
                                      </p:to>
                                    </p:set>
                                    <p:animEffect transition="in" filter="wipe(up)">
                                      <p:cBhvr>
                                        <p:cTn id="20" dur="500"/>
                                        <p:tgtEl>
                                          <p:spTgt spid="330755">
                                            <p:txEl>
                                              <p:pRg st="3" end="3"/>
                                            </p:txEl>
                                          </p:spTgt>
                                        </p:tgtEl>
                                      </p:cBhvr>
                                    </p:animEffect>
                                  </p:childTnLst>
                                </p:cTn>
                              </p:par>
                              <p:par>
                                <p:cTn id="21" presetID="22" presetClass="entr" presetSubtype="1" fill="hold" nodeType="withEffect">
                                  <p:stCondLst>
                                    <p:cond delay="0"/>
                                  </p:stCondLst>
                                  <p:childTnLst>
                                    <p:set>
                                      <p:cBhvr>
                                        <p:cTn id="22" dur="1" fill="hold">
                                          <p:stCondLst>
                                            <p:cond delay="0"/>
                                          </p:stCondLst>
                                        </p:cTn>
                                        <p:tgtEl>
                                          <p:spTgt spid="330755">
                                            <p:txEl>
                                              <p:pRg st="4" end="4"/>
                                            </p:txEl>
                                          </p:spTgt>
                                        </p:tgtEl>
                                        <p:attrNameLst>
                                          <p:attrName>style.visibility</p:attrName>
                                        </p:attrNameLst>
                                      </p:cBhvr>
                                      <p:to>
                                        <p:strVal val="visible"/>
                                      </p:to>
                                    </p:set>
                                    <p:animEffect transition="in" filter="wipe(up)">
                                      <p:cBhvr>
                                        <p:cTn id="23" dur="500"/>
                                        <p:tgtEl>
                                          <p:spTgt spid="3307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73" grpId="0" animBg="1"/>
      <p:bldP spid="330774"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7698" name="Rectangle 2"/>
          <p:cNvSpPr/>
          <p:nvPr>
            <p:ph type="title"/>
          </p:nvPr>
        </p:nvSpPr>
        <p:spPr>
          <a:xfrm>
            <a:off x="1187450" y="333375"/>
            <a:ext cx="6789738" cy="839788"/>
          </a:xfrm>
        </p:spPr>
        <p:txBody>
          <a:bodyPr/>
          <a:lstStyle/>
          <a:p>
            <a:r>
              <a:rPr lang="zh-CN" altLang="en-US"/>
              <a:t>函数调用（</a:t>
            </a:r>
            <a:r>
              <a:rPr lang="en-US" altLang="zh-CN"/>
              <a:t>call</a:t>
            </a:r>
            <a:r>
              <a:rPr lang="zh-CN" altLang="en-US"/>
              <a:t>）</a:t>
            </a:r>
            <a:endParaRPr lang="zh-CN" altLang="en-US"/>
          </a:p>
        </p:txBody>
      </p:sp>
      <p:sp>
        <p:nvSpPr>
          <p:cNvPr id="157699" name="Rectangle 3"/>
          <p:cNvSpPr/>
          <p:nvPr>
            <p:ph idx="1"/>
          </p:nvPr>
        </p:nvSpPr>
        <p:spPr>
          <a:xfrm>
            <a:off x="395288" y="1341438"/>
            <a:ext cx="8351837" cy="5183187"/>
          </a:xfrm>
        </p:spPr>
        <p:txBody>
          <a:bodyPr/>
          <a:lstStyle/>
          <a:p>
            <a:r>
              <a:rPr lang="zh-CN" altLang="en-US">
                <a:ea typeface="宋体" charset="-122"/>
              </a:rPr>
              <a:t>从实参到形参是</a:t>
            </a:r>
            <a:r>
              <a:rPr lang="zh-CN" altLang="en-US" u="sng">
                <a:solidFill>
                  <a:schemeClr val="tx1"/>
                </a:solidFill>
                <a:ea typeface="宋体" charset="-122"/>
              </a:rPr>
              <a:t>单向值传递</a:t>
            </a:r>
            <a:endParaRPr lang="zh-CN" altLang="en-US" u="sng">
              <a:solidFill>
                <a:schemeClr val="tx1"/>
              </a:solidFill>
              <a:ea typeface="宋体" charset="-122"/>
            </a:endParaRPr>
          </a:p>
          <a:p>
            <a:pPr>
              <a:buFont typeface="Monotype Sorts" charset="2"/>
              <a:buNone/>
            </a:pPr>
            <a:r>
              <a:rPr lang="zh-CN" altLang="en-US">
                <a:ea typeface="宋体" charset="-122"/>
              </a:rPr>
              <a:t>    </a:t>
            </a:r>
            <a:r>
              <a:rPr lang="zh-CN" altLang="en-US">
                <a:solidFill>
                  <a:schemeClr val="tx1"/>
                </a:solidFill>
                <a:ea typeface="宋体" charset="-122"/>
              </a:rPr>
              <a:t>调用时会把实参的值分别</a:t>
            </a:r>
            <a:r>
              <a:rPr lang="zh-CN" altLang="en-US" u="sng">
                <a:solidFill>
                  <a:srgbClr val="FF0000"/>
                </a:solidFill>
                <a:ea typeface="宋体" charset="-122"/>
              </a:rPr>
              <a:t>复制</a:t>
            </a:r>
            <a:r>
              <a:rPr lang="zh-CN" altLang="en-US">
                <a:solidFill>
                  <a:schemeClr val="tx1"/>
                </a:solidFill>
                <a:ea typeface="宋体" charset="-122"/>
              </a:rPr>
              <a:t>给形参，这个过程就是值传递。</a:t>
            </a:r>
            <a:endParaRPr lang="en-US" altLang="zh-CN">
              <a:solidFill>
                <a:schemeClr val="tx1"/>
              </a:solidFill>
              <a:ea typeface="宋体" charset="-122"/>
            </a:endParaRPr>
          </a:p>
          <a:p>
            <a:r>
              <a:rPr lang="zh-CN" altLang="en-US">
                <a:ea typeface="宋体" charset="-122"/>
              </a:rPr>
              <a:t>调用函数时，</a:t>
            </a:r>
            <a:r>
              <a:rPr lang="zh-CN" altLang="en-US">
                <a:solidFill>
                  <a:schemeClr val="tx1"/>
                </a:solidFill>
                <a:ea typeface="宋体" charset="-122"/>
              </a:rPr>
              <a:t>必须提供所有的参数</a:t>
            </a:r>
            <a:r>
              <a:rPr lang="zh-CN" altLang="en-US">
                <a:ea typeface="宋体" charset="-122"/>
              </a:rPr>
              <a:t>（且必须是已赋值的）</a:t>
            </a:r>
            <a:endParaRPr lang="zh-CN" altLang="en-US">
              <a:ea typeface="宋体" charset="-122"/>
            </a:endParaRPr>
          </a:p>
          <a:p>
            <a:r>
              <a:rPr lang="zh-CN" altLang="en-US">
                <a:ea typeface="宋体" charset="-122"/>
              </a:rPr>
              <a:t>提供的参数个数、类型、顺序应与定义时相同</a:t>
            </a:r>
            <a:endParaRPr lang="zh-CN" altLang="en-US">
              <a:ea typeface="宋体" charset="-122"/>
            </a:endParaRPr>
          </a:p>
          <a:p>
            <a:pPr>
              <a:buFont typeface="Monotype Sorts" charset="2"/>
              <a:buNone/>
            </a:pPr>
            <a:endParaRPr lang="zh-CN" altLang="en-US">
              <a:ea typeface="宋体" charset="-122"/>
            </a:endParaRPr>
          </a:p>
        </p:txBody>
      </p:sp>
      <p:grpSp>
        <p:nvGrpSpPr>
          <p:cNvPr id="21508" name="Group 4"/>
          <p:cNvGrpSpPr>
            <a:grpSpLocks noChangeAspect="1"/>
          </p:cNvGrpSpPr>
          <p:nvPr/>
        </p:nvGrpSpPr>
        <p:grpSpPr bwMode="auto">
          <a:xfrm>
            <a:off x="2636838" y="5378450"/>
            <a:ext cx="3303587" cy="1363663"/>
            <a:chOff x="1824" y="2592"/>
            <a:chExt cx="2313" cy="955"/>
          </a:xfrm>
        </p:grpSpPr>
        <p:grpSp>
          <p:nvGrpSpPr>
            <p:cNvPr id="21516" name="Group 5"/>
            <p:cNvGrpSpPr>
              <a:grpSpLocks noChangeAspect="1"/>
            </p:cNvGrpSpPr>
            <p:nvPr/>
          </p:nvGrpSpPr>
          <p:grpSpPr bwMode="auto">
            <a:xfrm>
              <a:off x="1824" y="2611"/>
              <a:ext cx="464" cy="915"/>
              <a:chOff x="3460" y="3383"/>
              <a:chExt cx="464" cy="915"/>
            </a:xfrm>
          </p:grpSpPr>
          <p:sp>
            <p:nvSpPr>
              <p:cNvPr id="157702" name="Freeform 6"/>
              <p:cNvSpPr/>
              <p:nvPr/>
            </p:nvSpPr>
            <p:spPr bwMode="auto">
              <a:xfrm>
                <a:off x="3672" y="3383"/>
                <a:ext cx="187" cy="203"/>
              </a:xfrm>
              <a:custGeom>
                <a:avLst/>
                <a:gdLst/>
                <a:ahLst/>
                <a:cxnLst>
                  <a:cxn ang="0">
                    <a:pos x="64" y="97"/>
                  </a:cxn>
                  <a:cxn ang="0">
                    <a:pos x="60" y="68"/>
                  </a:cxn>
                  <a:cxn ang="0">
                    <a:pos x="60" y="40"/>
                  </a:cxn>
                  <a:cxn ang="0">
                    <a:pos x="68" y="16"/>
                  </a:cxn>
                  <a:cxn ang="0">
                    <a:pos x="86" y="6"/>
                  </a:cxn>
                  <a:cxn ang="0">
                    <a:pos x="111" y="0"/>
                  </a:cxn>
                  <a:cxn ang="0">
                    <a:pos x="142" y="11"/>
                  </a:cxn>
                  <a:cxn ang="0">
                    <a:pos x="165" y="41"/>
                  </a:cxn>
                  <a:cxn ang="0">
                    <a:pos x="183" y="88"/>
                  </a:cxn>
                  <a:cxn ang="0">
                    <a:pos x="189" y="124"/>
                  </a:cxn>
                  <a:cxn ang="0">
                    <a:pos x="190" y="168"/>
                  </a:cxn>
                  <a:cxn ang="0">
                    <a:pos x="180" y="192"/>
                  </a:cxn>
                  <a:cxn ang="0">
                    <a:pos x="164" y="203"/>
                  </a:cxn>
                  <a:cxn ang="0">
                    <a:pos x="133" y="203"/>
                  </a:cxn>
                  <a:cxn ang="0">
                    <a:pos x="110" y="188"/>
                  </a:cxn>
                  <a:cxn ang="0">
                    <a:pos x="89" y="157"/>
                  </a:cxn>
                  <a:cxn ang="0">
                    <a:pos x="72" y="132"/>
                  </a:cxn>
                  <a:cxn ang="0">
                    <a:pos x="6" y="125"/>
                  </a:cxn>
                  <a:cxn ang="0">
                    <a:pos x="0" y="114"/>
                  </a:cxn>
                  <a:cxn ang="0">
                    <a:pos x="2" y="107"/>
                  </a:cxn>
                  <a:cxn ang="0">
                    <a:pos x="67" y="106"/>
                  </a:cxn>
                  <a:cxn ang="0">
                    <a:pos x="64" y="97"/>
                  </a:cxn>
                </a:cxnLst>
                <a:rect l="0" t="0" r="r" b="b"/>
                <a:pathLst>
                  <a:path w="191" h="204">
                    <a:moveTo>
                      <a:pt x="64" y="97"/>
                    </a:moveTo>
                    <a:lnTo>
                      <a:pt x="60" y="68"/>
                    </a:lnTo>
                    <a:lnTo>
                      <a:pt x="60" y="40"/>
                    </a:lnTo>
                    <a:lnTo>
                      <a:pt x="68" y="16"/>
                    </a:lnTo>
                    <a:lnTo>
                      <a:pt x="86" y="6"/>
                    </a:lnTo>
                    <a:lnTo>
                      <a:pt x="111" y="0"/>
                    </a:lnTo>
                    <a:lnTo>
                      <a:pt x="142" y="11"/>
                    </a:lnTo>
                    <a:lnTo>
                      <a:pt x="165" y="41"/>
                    </a:lnTo>
                    <a:lnTo>
                      <a:pt x="183" y="88"/>
                    </a:lnTo>
                    <a:lnTo>
                      <a:pt x="189" y="124"/>
                    </a:lnTo>
                    <a:lnTo>
                      <a:pt x="190" y="168"/>
                    </a:lnTo>
                    <a:lnTo>
                      <a:pt x="180" y="192"/>
                    </a:lnTo>
                    <a:lnTo>
                      <a:pt x="164" y="203"/>
                    </a:lnTo>
                    <a:lnTo>
                      <a:pt x="133" y="203"/>
                    </a:lnTo>
                    <a:lnTo>
                      <a:pt x="110" y="188"/>
                    </a:lnTo>
                    <a:lnTo>
                      <a:pt x="89" y="157"/>
                    </a:lnTo>
                    <a:lnTo>
                      <a:pt x="72" y="132"/>
                    </a:lnTo>
                    <a:lnTo>
                      <a:pt x="6" y="125"/>
                    </a:lnTo>
                    <a:lnTo>
                      <a:pt x="0" y="114"/>
                    </a:lnTo>
                    <a:lnTo>
                      <a:pt x="2" y="107"/>
                    </a:lnTo>
                    <a:lnTo>
                      <a:pt x="67" y="106"/>
                    </a:lnTo>
                    <a:lnTo>
                      <a:pt x="64" y="97"/>
                    </a:lnTo>
                  </a:path>
                </a:pathLst>
              </a:custGeom>
              <a:solidFill>
                <a:srgbClr val="000000"/>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03" name="Freeform 7"/>
              <p:cNvSpPr/>
              <p:nvPr/>
            </p:nvSpPr>
            <p:spPr bwMode="auto">
              <a:xfrm>
                <a:off x="3460" y="3533"/>
                <a:ext cx="370" cy="136"/>
              </a:xfrm>
              <a:custGeom>
                <a:avLst/>
                <a:gdLst/>
                <a:ahLst/>
                <a:cxnLst>
                  <a:cxn ang="0">
                    <a:pos x="372" y="113"/>
                  </a:cxn>
                  <a:cxn ang="0">
                    <a:pos x="323" y="97"/>
                  </a:cxn>
                  <a:cxn ang="0">
                    <a:pos x="304" y="92"/>
                  </a:cxn>
                  <a:cxn ang="0">
                    <a:pos x="247" y="78"/>
                  </a:cxn>
                  <a:cxn ang="0">
                    <a:pos x="135" y="46"/>
                  </a:cxn>
                  <a:cxn ang="0">
                    <a:pos x="61" y="24"/>
                  </a:cxn>
                  <a:cxn ang="0">
                    <a:pos x="11" y="0"/>
                  </a:cxn>
                  <a:cxn ang="0">
                    <a:pos x="0" y="7"/>
                  </a:cxn>
                  <a:cxn ang="0">
                    <a:pos x="7" y="17"/>
                  </a:cxn>
                  <a:cxn ang="0">
                    <a:pos x="43" y="35"/>
                  </a:cxn>
                  <a:cxn ang="0">
                    <a:pos x="67" y="39"/>
                  </a:cxn>
                  <a:cxn ang="0">
                    <a:pos x="57" y="50"/>
                  </a:cxn>
                  <a:cxn ang="0">
                    <a:pos x="61" y="67"/>
                  </a:cxn>
                  <a:cxn ang="0">
                    <a:pos x="90" y="86"/>
                  </a:cxn>
                  <a:cxn ang="0">
                    <a:pos x="121" y="93"/>
                  </a:cxn>
                  <a:cxn ang="0">
                    <a:pos x="139" y="81"/>
                  </a:cxn>
                  <a:cxn ang="0">
                    <a:pos x="146" y="64"/>
                  </a:cxn>
                  <a:cxn ang="0">
                    <a:pos x="187" y="72"/>
                  </a:cxn>
                  <a:cxn ang="0">
                    <a:pos x="226" y="88"/>
                  </a:cxn>
                  <a:cxn ang="0">
                    <a:pos x="272" y="104"/>
                  </a:cxn>
                  <a:cxn ang="0">
                    <a:pos x="307" y="120"/>
                  </a:cxn>
                  <a:cxn ang="0">
                    <a:pos x="343" y="133"/>
                  </a:cxn>
                  <a:cxn ang="0">
                    <a:pos x="362" y="135"/>
                  </a:cxn>
                  <a:cxn ang="0">
                    <a:pos x="373" y="126"/>
                  </a:cxn>
                  <a:cxn ang="0">
                    <a:pos x="372" y="113"/>
                  </a:cxn>
                </a:cxnLst>
                <a:rect l="0" t="0" r="r" b="b"/>
                <a:pathLst>
                  <a:path w="374" h="136">
                    <a:moveTo>
                      <a:pt x="372" y="113"/>
                    </a:moveTo>
                    <a:lnTo>
                      <a:pt x="323" y="97"/>
                    </a:lnTo>
                    <a:lnTo>
                      <a:pt x="304" y="92"/>
                    </a:lnTo>
                    <a:lnTo>
                      <a:pt x="247" y="78"/>
                    </a:lnTo>
                    <a:lnTo>
                      <a:pt x="135" y="46"/>
                    </a:lnTo>
                    <a:lnTo>
                      <a:pt x="61" y="24"/>
                    </a:lnTo>
                    <a:lnTo>
                      <a:pt x="11" y="0"/>
                    </a:lnTo>
                    <a:lnTo>
                      <a:pt x="0" y="7"/>
                    </a:lnTo>
                    <a:lnTo>
                      <a:pt x="7" y="17"/>
                    </a:lnTo>
                    <a:lnTo>
                      <a:pt x="43" y="35"/>
                    </a:lnTo>
                    <a:lnTo>
                      <a:pt x="67" y="39"/>
                    </a:lnTo>
                    <a:lnTo>
                      <a:pt x="57" y="50"/>
                    </a:lnTo>
                    <a:lnTo>
                      <a:pt x="61" y="67"/>
                    </a:lnTo>
                    <a:lnTo>
                      <a:pt x="90" y="86"/>
                    </a:lnTo>
                    <a:lnTo>
                      <a:pt x="121" y="93"/>
                    </a:lnTo>
                    <a:lnTo>
                      <a:pt x="139" y="81"/>
                    </a:lnTo>
                    <a:lnTo>
                      <a:pt x="146" y="64"/>
                    </a:lnTo>
                    <a:lnTo>
                      <a:pt x="187" y="72"/>
                    </a:lnTo>
                    <a:lnTo>
                      <a:pt x="226" y="88"/>
                    </a:lnTo>
                    <a:lnTo>
                      <a:pt x="272" y="104"/>
                    </a:lnTo>
                    <a:lnTo>
                      <a:pt x="307" y="120"/>
                    </a:lnTo>
                    <a:lnTo>
                      <a:pt x="343" y="133"/>
                    </a:lnTo>
                    <a:lnTo>
                      <a:pt x="362" y="135"/>
                    </a:lnTo>
                    <a:lnTo>
                      <a:pt x="373" y="126"/>
                    </a:lnTo>
                    <a:lnTo>
                      <a:pt x="372" y="113"/>
                    </a:lnTo>
                  </a:path>
                </a:pathLst>
              </a:custGeom>
              <a:solidFill>
                <a:srgbClr val="000000"/>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04" name="Freeform 8"/>
              <p:cNvSpPr/>
              <p:nvPr/>
            </p:nvSpPr>
            <p:spPr bwMode="auto">
              <a:xfrm>
                <a:off x="3799" y="3601"/>
                <a:ext cx="121" cy="390"/>
              </a:xfrm>
              <a:custGeom>
                <a:avLst/>
                <a:gdLst/>
                <a:ahLst/>
                <a:cxnLst>
                  <a:cxn ang="0">
                    <a:pos x="19" y="19"/>
                  </a:cxn>
                  <a:cxn ang="0">
                    <a:pos x="27" y="4"/>
                  </a:cxn>
                  <a:cxn ang="0">
                    <a:pos x="49" y="0"/>
                  </a:cxn>
                  <a:cxn ang="0">
                    <a:pos x="76" y="14"/>
                  </a:cxn>
                  <a:cxn ang="0">
                    <a:pos x="101" y="60"/>
                  </a:cxn>
                  <a:cxn ang="0">
                    <a:pos x="112" y="96"/>
                  </a:cxn>
                  <a:cxn ang="0">
                    <a:pos x="121" y="139"/>
                  </a:cxn>
                  <a:cxn ang="0">
                    <a:pos x="124" y="198"/>
                  </a:cxn>
                  <a:cxn ang="0">
                    <a:pos x="123" y="250"/>
                  </a:cxn>
                  <a:cxn ang="0">
                    <a:pos x="121" y="312"/>
                  </a:cxn>
                  <a:cxn ang="0">
                    <a:pos x="117" y="359"/>
                  </a:cxn>
                  <a:cxn ang="0">
                    <a:pos x="106" y="378"/>
                  </a:cxn>
                  <a:cxn ang="0">
                    <a:pos x="88" y="386"/>
                  </a:cxn>
                  <a:cxn ang="0">
                    <a:pos x="66" y="389"/>
                  </a:cxn>
                  <a:cxn ang="0">
                    <a:pos x="38" y="382"/>
                  </a:cxn>
                  <a:cxn ang="0">
                    <a:pos x="17" y="373"/>
                  </a:cxn>
                  <a:cxn ang="0">
                    <a:pos x="6" y="351"/>
                  </a:cxn>
                  <a:cxn ang="0">
                    <a:pos x="0" y="312"/>
                  </a:cxn>
                  <a:cxn ang="0">
                    <a:pos x="2" y="264"/>
                  </a:cxn>
                  <a:cxn ang="0">
                    <a:pos x="13" y="232"/>
                  </a:cxn>
                  <a:cxn ang="0">
                    <a:pos x="17" y="182"/>
                  </a:cxn>
                  <a:cxn ang="0">
                    <a:pos x="15" y="157"/>
                  </a:cxn>
                  <a:cxn ang="0">
                    <a:pos x="9" y="128"/>
                  </a:cxn>
                  <a:cxn ang="0">
                    <a:pos x="4" y="100"/>
                  </a:cxn>
                  <a:cxn ang="0">
                    <a:pos x="2" y="65"/>
                  </a:cxn>
                  <a:cxn ang="0">
                    <a:pos x="2" y="40"/>
                  </a:cxn>
                  <a:cxn ang="0">
                    <a:pos x="11" y="26"/>
                  </a:cxn>
                  <a:cxn ang="0">
                    <a:pos x="19" y="19"/>
                  </a:cxn>
                </a:cxnLst>
                <a:rect l="0" t="0" r="r" b="b"/>
                <a:pathLst>
                  <a:path w="125" h="390">
                    <a:moveTo>
                      <a:pt x="19" y="19"/>
                    </a:moveTo>
                    <a:lnTo>
                      <a:pt x="27" y="4"/>
                    </a:lnTo>
                    <a:lnTo>
                      <a:pt x="49" y="0"/>
                    </a:lnTo>
                    <a:lnTo>
                      <a:pt x="76" y="14"/>
                    </a:lnTo>
                    <a:lnTo>
                      <a:pt x="101" y="60"/>
                    </a:lnTo>
                    <a:lnTo>
                      <a:pt x="112" y="96"/>
                    </a:lnTo>
                    <a:lnTo>
                      <a:pt x="121" y="139"/>
                    </a:lnTo>
                    <a:lnTo>
                      <a:pt x="124" y="198"/>
                    </a:lnTo>
                    <a:lnTo>
                      <a:pt x="123" y="250"/>
                    </a:lnTo>
                    <a:lnTo>
                      <a:pt x="121" y="312"/>
                    </a:lnTo>
                    <a:lnTo>
                      <a:pt x="117" y="359"/>
                    </a:lnTo>
                    <a:lnTo>
                      <a:pt x="106" y="378"/>
                    </a:lnTo>
                    <a:lnTo>
                      <a:pt x="88" y="386"/>
                    </a:lnTo>
                    <a:lnTo>
                      <a:pt x="66" y="389"/>
                    </a:lnTo>
                    <a:lnTo>
                      <a:pt x="38" y="382"/>
                    </a:lnTo>
                    <a:lnTo>
                      <a:pt x="17" y="373"/>
                    </a:lnTo>
                    <a:lnTo>
                      <a:pt x="6" y="351"/>
                    </a:lnTo>
                    <a:lnTo>
                      <a:pt x="0" y="312"/>
                    </a:lnTo>
                    <a:lnTo>
                      <a:pt x="2" y="264"/>
                    </a:lnTo>
                    <a:lnTo>
                      <a:pt x="13" y="232"/>
                    </a:lnTo>
                    <a:lnTo>
                      <a:pt x="17" y="182"/>
                    </a:lnTo>
                    <a:lnTo>
                      <a:pt x="15" y="157"/>
                    </a:lnTo>
                    <a:lnTo>
                      <a:pt x="9" y="128"/>
                    </a:lnTo>
                    <a:lnTo>
                      <a:pt x="4" y="100"/>
                    </a:lnTo>
                    <a:lnTo>
                      <a:pt x="2" y="65"/>
                    </a:lnTo>
                    <a:lnTo>
                      <a:pt x="2" y="40"/>
                    </a:lnTo>
                    <a:lnTo>
                      <a:pt x="11" y="26"/>
                    </a:lnTo>
                    <a:lnTo>
                      <a:pt x="19" y="19"/>
                    </a:lnTo>
                  </a:path>
                </a:pathLst>
              </a:custGeom>
              <a:solidFill>
                <a:srgbClr val="000000"/>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05" name="Freeform 9"/>
              <p:cNvSpPr/>
              <p:nvPr/>
            </p:nvSpPr>
            <p:spPr bwMode="auto">
              <a:xfrm>
                <a:off x="3761" y="3925"/>
                <a:ext cx="158" cy="369"/>
              </a:xfrm>
              <a:custGeom>
                <a:avLst/>
                <a:gdLst/>
                <a:ahLst/>
                <a:cxnLst>
                  <a:cxn ang="0">
                    <a:pos x="99" y="0"/>
                  </a:cxn>
                  <a:cxn ang="0">
                    <a:pos x="128" y="7"/>
                  </a:cxn>
                  <a:cxn ang="0">
                    <a:pos x="133" y="30"/>
                  </a:cxn>
                  <a:cxn ang="0">
                    <a:pos x="135" y="72"/>
                  </a:cxn>
                  <a:cxn ang="0">
                    <a:pos x="128" y="122"/>
                  </a:cxn>
                  <a:cxn ang="0">
                    <a:pos x="122" y="177"/>
                  </a:cxn>
                  <a:cxn ang="0">
                    <a:pos x="117" y="238"/>
                  </a:cxn>
                  <a:cxn ang="0">
                    <a:pos x="121" y="269"/>
                  </a:cxn>
                  <a:cxn ang="0">
                    <a:pos x="129" y="298"/>
                  </a:cxn>
                  <a:cxn ang="0">
                    <a:pos x="150" y="326"/>
                  </a:cxn>
                  <a:cxn ang="0">
                    <a:pos x="158" y="337"/>
                  </a:cxn>
                  <a:cxn ang="0">
                    <a:pos x="154" y="348"/>
                  </a:cxn>
                  <a:cxn ang="0">
                    <a:pos x="131" y="348"/>
                  </a:cxn>
                  <a:cxn ang="0">
                    <a:pos x="97" y="354"/>
                  </a:cxn>
                  <a:cxn ang="0">
                    <a:pos x="51" y="366"/>
                  </a:cxn>
                  <a:cxn ang="0">
                    <a:pos x="22" y="372"/>
                  </a:cxn>
                  <a:cxn ang="0">
                    <a:pos x="4" y="359"/>
                  </a:cxn>
                  <a:cxn ang="0">
                    <a:pos x="0" y="340"/>
                  </a:cxn>
                  <a:cxn ang="0">
                    <a:pos x="22" y="334"/>
                  </a:cxn>
                  <a:cxn ang="0">
                    <a:pos x="60" y="333"/>
                  </a:cxn>
                  <a:cxn ang="0">
                    <a:pos x="103" y="333"/>
                  </a:cxn>
                  <a:cxn ang="0">
                    <a:pos x="135" y="334"/>
                  </a:cxn>
                  <a:cxn ang="0">
                    <a:pos x="133" y="329"/>
                  </a:cxn>
                  <a:cxn ang="0">
                    <a:pos x="119" y="315"/>
                  </a:cxn>
                  <a:cxn ang="0">
                    <a:pos x="107" y="290"/>
                  </a:cxn>
                  <a:cxn ang="0">
                    <a:pos x="97" y="258"/>
                  </a:cxn>
                  <a:cxn ang="0">
                    <a:pos x="97" y="236"/>
                  </a:cxn>
                  <a:cxn ang="0">
                    <a:pos x="103" y="172"/>
                  </a:cxn>
                  <a:cxn ang="0">
                    <a:pos x="103" y="126"/>
                  </a:cxn>
                  <a:cxn ang="0">
                    <a:pos x="99" y="76"/>
                  </a:cxn>
                  <a:cxn ang="0">
                    <a:pos x="92" y="52"/>
                  </a:cxn>
                  <a:cxn ang="0">
                    <a:pos x="86" y="22"/>
                  </a:cxn>
                  <a:cxn ang="0">
                    <a:pos x="96" y="7"/>
                  </a:cxn>
                  <a:cxn ang="0">
                    <a:pos x="99" y="0"/>
                  </a:cxn>
                </a:cxnLst>
                <a:rect l="0" t="0" r="r" b="b"/>
                <a:pathLst>
                  <a:path w="159" h="373">
                    <a:moveTo>
                      <a:pt x="99" y="0"/>
                    </a:moveTo>
                    <a:lnTo>
                      <a:pt x="128" y="7"/>
                    </a:lnTo>
                    <a:lnTo>
                      <a:pt x="133" y="30"/>
                    </a:lnTo>
                    <a:lnTo>
                      <a:pt x="135" y="72"/>
                    </a:lnTo>
                    <a:lnTo>
                      <a:pt x="128" y="122"/>
                    </a:lnTo>
                    <a:lnTo>
                      <a:pt x="122" y="177"/>
                    </a:lnTo>
                    <a:lnTo>
                      <a:pt x="117" y="238"/>
                    </a:lnTo>
                    <a:lnTo>
                      <a:pt x="121" y="269"/>
                    </a:lnTo>
                    <a:lnTo>
                      <a:pt x="129" y="298"/>
                    </a:lnTo>
                    <a:lnTo>
                      <a:pt x="150" y="326"/>
                    </a:lnTo>
                    <a:lnTo>
                      <a:pt x="158" y="337"/>
                    </a:lnTo>
                    <a:lnTo>
                      <a:pt x="154" y="348"/>
                    </a:lnTo>
                    <a:lnTo>
                      <a:pt x="131" y="348"/>
                    </a:lnTo>
                    <a:lnTo>
                      <a:pt x="97" y="354"/>
                    </a:lnTo>
                    <a:lnTo>
                      <a:pt x="51" y="366"/>
                    </a:lnTo>
                    <a:lnTo>
                      <a:pt x="22" y="372"/>
                    </a:lnTo>
                    <a:lnTo>
                      <a:pt x="4" y="359"/>
                    </a:lnTo>
                    <a:lnTo>
                      <a:pt x="0" y="340"/>
                    </a:lnTo>
                    <a:lnTo>
                      <a:pt x="22" y="334"/>
                    </a:lnTo>
                    <a:lnTo>
                      <a:pt x="60" y="333"/>
                    </a:lnTo>
                    <a:lnTo>
                      <a:pt x="103" y="333"/>
                    </a:lnTo>
                    <a:lnTo>
                      <a:pt x="135" y="334"/>
                    </a:lnTo>
                    <a:lnTo>
                      <a:pt x="133" y="329"/>
                    </a:lnTo>
                    <a:lnTo>
                      <a:pt x="119" y="315"/>
                    </a:lnTo>
                    <a:lnTo>
                      <a:pt x="107" y="290"/>
                    </a:lnTo>
                    <a:lnTo>
                      <a:pt x="97" y="258"/>
                    </a:lnTo>
                    <a:lnTo>
                      <a:pt x="97" y="236"/>
                    </a:lnTo>
                    <a:lnTo>
                      <a:pt x="103" y="172"/>
                    </a:lnTo>
                    <a:lnTo>
                      <a:pt x="103" y="126"/>
                    </a:lnTo>
                    <a:lnTo>
                      <a:pt x="99" y="76"/>
                    </a:lnTo>
                    <a:lnTo>
                      <a:pt x="92" y="52"/>
                    </a:lnTo>
                    <a:lnTo>
                      <a:pt x="86" y="22"/>
                    </a:lnTo>
                    <a:lnTo>
                      <a:pt x="96" y="7"/>
                    </a:lnTo>
                    <a:lnTo>
                      <a:pt x="99" y="0"/>
                    </a:lnTo>
                  </a:path>
                </a:pathLst>
              </a:custGeom>
              <a:solidFill>
                <a:srgbClr val="000000"/>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06" name="Freeform 10"/>
              <p:cNvSpPr/>
              <p:nvPr/>
            </p:nvSpPr>
            <p:spPr bwMode="auto">
              <a:xfrm>
                <a:off x="3698" y="3878"/>
                <a:ext cx="159" cy="366"/>
              </a:xfrm>
              <a:custGeom>
                <a:avLst/>
                <a:gdLst/>
                <a:ahLst/>
                <a:cxnLst>
                  <a:cxn ang="0">
                    <a:pos x="123" y="0"/>
                  </a:cxn>
                  <a:cxn ang="0">
                    <a:pos x="151" y="8"/>
                  </a:cxn>
                  <a:cxn ang="0">
                    <a:pos x="154" y="31"/>
                  </a:cxn>
                  <a:cxn ang="0">
                    <a:pos x="154" y="74"/>
                  </a:cxn>
                  <a:cxn ang="0">
                    <a:pos x="143" y="123"/>
                  </a:cxn>
                  <a:cxn ang="0">
                    <a:pos x="132" y="177"/>
                  </a:cxn>
                  <a:cxn ang="0">
                    <a:pos x="124" y="236"/>
                  </a:cxn>
                  <a:cxn ang="0">
                    <a:pos x="125" y="267"/>
                  </a:cxn>
                  <a:cxn ang="0">
                    <a:pos x="131" y="298"/>
                  </a:cxn>
                  <a:cxn ang="0">
                    <a:pos x="151" y="327"/>
                  </a:cxn>
                  <a:cxn ang="0">
                    <a:pos x="158" y="339"/>
                  </a:cxn>
                  <a:cxn ang="0">
                    <a:pos x="153" y="350"/>
                  </a:cxn>
                  <a:cxn ang="0">
                    <a:pos x="130" y="348"/>
                  </a:cxn>
                  <a:cxn ang="0">
                    <a:pos x="96" y="352"/>
                  </a:cxn>
                  <a:cxn ang="0">
                    <a:pos x="49" y="360"/>
                  </a:cxn>
                  <a:cxn ang="0">
                    <a:pos x="20" y="364"/>
                  </a:cxn>
                  <a:cxn ang="0">
                    <a:pos x="3" y="350"/>
                  </a:cxn>
                  <a:cxn ang="0">
                    <a:pos x="0" y="330"/>
                  </a:cxn>
                  <a:cxn ang="0">
                    <a:pos x="21" y="326"/>
                  </a:cxn>
                  <a:cxn ang="0">
                    <a:pos x="60" y="328"/>
                  </a:cxn>
                  <a:cxn ang="0">
                    <a:pos x="103" y="330"/>
                  </a:cxn>
                  <a:cxn ang="0">
                    <a:pos x="135" y="334"/>
                  </a:cxn>
                  <a:cxn ang="0">
                    <a:pos x="134" y="329"/>
                  </a:cxn>
                  <a:cxn ang="0">
                    <a:pos x="120" y="314"/>
                  </a:cxn>
                  <a:cxn ang="0">
                    <a:pos x="110" y="288"/>
                  </a:cxn>
                  <a:cxn ang="0">
                    <a:pos x="103" y="256"/>
                  </a:cxn>
                  <a:cxn ang="0">
                    <a:pos x="104" y="234"/>
                  </a:cxn>
                  <a:cxn ang="0">
                    <a:pos x="114" y="170"/>
                  </a:cxn>
                  <a:cxn ang="0">
                    <a:pos x="118" y="125"/>
                  </a:cxn>
                  <a:cxn ang="0">
                    <a:pos x="117" y="74"/>
                  </a:cxn>
                  <a:cxn ang="0">
                    <a:pos x="112" y="50"/>
                  </a:cxn>
                  <a:cxn ang="0">
                    <a:pos x="109" y="20"/>
                  </a:cxn>
                  <a:cxn ang="0">
                    <a:pos x="118" y="6"/>
                  </a:cxn>
                  <a:cxn ang="0">
                    <a:pos x="123" y="0"/>
                  </a:cxn>
                </a:cxnLst>
                <a:rect l="0" t="0" r="r" b="b"/>
                <a:pathLst>
                  <a:path w="159" h="365">
                    <a:moveTo>
                      <a:pt x="123" y="0"/>
                    </a:moveTo>
                    <a:lnTo>
                      <a:pt x="151" y="8"/>
                    </a:lnTo>
                    <a:lnTo>
                      <a:pt x="154" y="31"/>
                    </a:lnTo>
                    <a:lnTo>
                      <a:pt x="154" y="74"/>
                    </a:lnTo>
                    <a:lnTo>
                      <a:pt x="143" y="123"/>
                    </a:lnTo>
                    <a:lnTo>
                      <a:pt x="132" y="177"/>
                    </a:lnTo>
                    <a:lnTo>
                      <a:pt x="124" y="236"/>
                    </a:lnTo>
                    <a:lnTo>
                      <a:pt x="125" y="267"/>
                    </a:lnTo>
                    <a:lnTo>
                      <a:pt x="131" y="298"/>
                    </a:lnTo>
                    <a:lnTo>
                      <a:pt x="151" y="327"/>
                    </a:lnTo>
                    <a:lnTo>
                      <a:pt x="158" y="339"/>
                    </a:lnTo>
                    <a:lnTo>
                      <a:pt x="153" y="350"/>
                    </a:lnTo>
                    <a:lnTo>
                      <a:pt x="130" y="348"/>
                    </a:lnTo>
                    <a:lnTo>
                      <a:pt x="96" y="352"/>
                    </a:lnTo>
                    <a:lnTo>
                      <a:pt x="49" y="360"/>
                    </a:lnTo>
                    <a:lnTo>
                      <a:pt x="20" y="364"/>
                    </a:lnTo>
                    <a:lnTo>
                      <a:pt x="3" y="350"/>
                    </a:lnTo>
                    <a:lnTo>
                      <a:pt x="0" y="330"/>
                    </a:lnTo>
                    <a:lnTo>
                      <a:pt x="21" y="326"/>
                    </a:lnTo>
                    <a:lnTo>
                      <a:pt x="60" y="328"/>
                    </a:lnTo>
                    <a:lnTo>
                      <a:pt x="103" y="330"/>
                    </a:lnTo>
                    <a:lnTo>
                      <a:pt x="135" y="334"/>
                    </a:lnTo>
                    <a:lnTo>
                      <a:pt x="134" y="329"/>
                    </a:lnTo>
                    <a:lnTo>
                      <a:pt x="120" y="314"/>
                    </a:lnTo>
                    <a:lnTo>
                      <a:pt x="110" y="288"/>
                    </a:lnTo>
                    <a:lnTo>
                      <a:pt x="103" y="256"/>
                    </a:lnTo>
                    <a:lnTo>
                      <a:pt x="104" y="234"/>
                    </a:lnTo>
                    <a:lnTo>
                      <a:pt x="114" y="170"/>
                    </a:lnTo>
                    <a:lnTo>
                      <a:pt x="118" y="125"/>
                    </a:lnTo>
                    <a:lnTo>
                      <a:pt x="117" y="74"/>
                    </a:lnTo>
                    <a:lnTo>
                      <a:pt x="112" y="50"/>
                    </a:lnTo>
                    <a:lnTo>
                      <a:pt x="109" y="20"/>
                    </a:lnTo>
                    <a:lnTo>
                      <a:pt x="118" y="6"/>
                    </a:lnTo>
                    <a:lnTo>
                      <a:pt x="123" y="0"/>
                    </a:lnTo>
                  </a:path>
                </a:pathLst>
              </a:custGeom>
              <a:solidFill>
                <a:srgbClr val="000000"/>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grpSp>
        <p:grpSp>
          <p:nvGrpSpPr>
            <p:cNvPr id="21517" name="Group 11"/>
            <p:cNvGrpSpPr>
              <a:grpSpLocks noChangeAspect="1"/>
            </p:cNvGrpSpPr>
            <p:nvPr/>
          </p:nvGrpSpPr>
          <p:grpSpPr bwMode="auto">
            <a:xfrm>
              <a:off x="3288" y="2703"/>
              <a:ext cx="327" cy="833"/>
              <a:chOff x="4924" y="3475"/>
              <a:chExt cx="327" cy="833"/>
            </a:xfrm>
          </p:grpSpPr>
          <p:sp>
            <p:nvSpPr>
              <p:cNvPr id="157708" name="Freeform 12"/>
              <p:cNvSpPr/>
              <p:nvPr/>
            </p:nvSpPr>
            <p:spPr bwMode="auto">
              <a:xfrm>
                <a:off x="5008" y="3680"/>
                <a:ext cx="136" cy="336"/>
              </a:xfrm>
              <a:custGeom>
                <a:avLst/>
                <a:gdLst/>
                <a:ahLst/>
                <a:cxnLst>
                  <a:cxn ang="0">
                    <a:pos x="37" y="14"/>
                  </a:cxn>
                  <a:cxn ang="0">
                    <a:pos x="51" y="4"/>
                  </a:cxn>
                  <a:cxn ang="0">
                    <a:pos x="69" y="0"/>
                  </a:cxn>
                  <a:cxn ang="0">
                    <a:pos x="83" y="2"/>
                  </a:cxn>
                  <a:cxn ang="0">
                    <a:pos x="95" y="18"/>
                  </a:cxn>
                  <a:cxn ang="0">
                    <a:pos x="105" y="50"/>
                  </a:cxn>
                  <a:cxn ang="0">
                    <a:pos x="113" y="92"/>
                  </a:cxn>
                  <a:cxn ang="0">
                    <a:pos x="122" y="134"/>
                  </a:cxn>
                  <a:cxn ang="0">
                    <a:pos x="130" y="170"/>
                  </a:cxn>
                  <a:cxn ang="0">
                    <a:pos x="130" y="211"/>
                  </a:cxn>
                  <a:cxn ang="0">
                    <a:pos x="135" y="260"/>
                  </a:cxn>
                  <a:cxn ang="0">
                    <a:pos x="130" y="289"/>
                  </a:cxn>
                  <a:cxn ang="0">
                    <a:pos x="124" y="314"/>
                  </a:cxn>
                  <a:cxn ang="0">
                    <a:pos x="102" y="328"/>
                  </a:cxn>
                  <a:cxn ang="0">
                    <a:pos x="63" y="335"/>
                  </a:cxn>
                  <a:cxn ang="0">
                    <a:pos x="34" y="327"/>
                  </a:cxn>
                  <a:cxn ang="0">
                    <a:pos x="7" y="307"/>
                  </a:cxn>
                  <a:cxn ang="0">
                    <a:pos x="0" y="275"/>
                  </a:cxn>
                  <a:cxn ang="0">
                    <a:pos x="0" y="242"/>
                  </a:cxn>
                  <a:cxn ang="0">
                    <a:pos x="9" y="180"/>
                  </a:cxn>
                  <a:cxn ang="0">
                    <a:pos x="9" y="132"/>
                  </a:cxn>
                  <a:cxn ang="0">
                    <a:pos x="11" y="85"/>
                  </a:cxn>
                  <a:cxn ang="0">
                    <a:pos x="22" y="56"/>
                  </a:cxn>
                  <a:cxn ang="0">
                    <a:pos x="34" y="36"/>
                  </a:cxn>
                  <a:cxn ang="0">
                    <a:pos x="37" y="14"/>
                  </a:cxn>
                </a:cxnLst>
                <a:rect l="0" t="0" r="r" b="b"/>
                <a:pathLst>
                  <a:path w="136" h="336">
                    <a:moveTo>
                      <a:pt x="37" y="14"/>
                    </a:moveTo>
                    <a:lnTo>
                      <a:pt x="51" y="4"/>
                    </a:lnTo>
                    <a:lnTo>
                      <a:pt x="69" y="0"/>
                    </a:lnTo>
                    <a:lnTo>
                      <a:pt x="83" y="2"/>
                    </a:lnTo>
                    <a:lnTo>
                      <a:pt x="95" y="18"/>
                    </a:lnTo>
                    <a:lnTo>
                      <a:pt x="105" y="50"/>
                    </a:lnTo>
                    <a:lnTo>
                      <a:pt x="113" y="92"/>
                    </a:lnTo>
                    <a:lnTo>
                      <a:pt x="122" y="134"/>
                    </a:lnTo>
                    <a:lnTo>
                      <a:pt x="130" y="170"/>
                    </a:lnTo>
                    <a:lnTo>
                      <a:pt x="130" y="211"/>
                    </a:lnTo>
                    <a:lnTo>
                      <a:pt x="135" y="260"/>
                    </a:lnTo>
                    <a:lnTo>
                      <a:pt x="130" y="289"/>
                    </a:lnTo>
                    <a:lnTo>
                      <a:pt x="124" y="314"/>
                    </a:lnTo>
                    <a:lnTo>
                      <a:pt x="102" y="328"/>
                    </a:lnTo>
                    <a:lnTo>
                      <a:pt x="63" y="335"/>
                    </a:lnTo>
                    <a:lnTo>
                      <a:pt x="34" y="327"/>
                    </a:lnTo>
                    <a:lnTo>
                      <a:pt x="7" y="307"/>
                    </a:lnTo>
                    <a:lnTo>
                      <a:pt x="0" y="275"/>
                    </a:lnTo>
                    <a:lnTo>
                      <a:pt x="0" y="242"/>
                    </a:lnTo>
                    <a:lnTo>
                      <a:pt x="9" y="180"/>
                    </a:lnTo>
                    <a:lnTo>
                      <a:pt x="9" y="132"/>
                    </a:lnTo>
                    <a:lnTo>
                      <a:pt x="11" y="85"/>
                    </a:lnTo>
                    <a:lnTo>
                      <a:pt x="22" y="56"/>
                    </a:lnTo>
                    <a:lnTo>
                      <a:pt x="34" y="36"/>
                    </a:lnTo>
                    <a:lnTo>
                      <a:pt x="37" y="14"/>
                    </a:lnTo>
                  </a:path>
                </a:pathLst>
              </a:custGeom>
              <a:solidFill>
                <a:srgbClr val="FF3399"/>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09" name="Freeform 13"/>
              <p:cNvSpPr/>
              <p:nvPr/>
            </p:nvSpPr>
            <p:spPr bwMode="auto">
              <a:xfrm>
                <a:off x="5087" y="3954"/>
                <a:ext cx="160" cy="329"/>
              </a:xfrm>
              <a:custGeom>
                <a:avLst/>
                <a:gdLst/>
                <a:ahLst/>
                <a:cxnLst>
                  <a:cxn ang="0">
                    <a:pos x="0" y="29"/>
                  </a:cxn>
                  <a:cxn ang="0">
                    <a:pos x="2" y="4"/>
                  </a:cxn>
                  <a:cxn ang="0">
                    <a:pos x="15" y="0"/>
                  </a:cxn>
                  <a:cxn ang="0">
                    <a:pos x="40" y="1"/>
                  </a:cxn>
                  <a:cxn ang="0">
                    <a:pos x="47" y="23"/>
                  </a:cxn>
                  <a:cxn ang="0">
                    <a:pos x="68" y="68"/>
                  </a:cxn>
                  <a:cxn ang="0">
                    <a:pos x="79" y="104"/>
                  </a:cxn>
                  <a:cxn ang="0">
                    <a:pos x="86" y="146"/>
                  </a:cxn>
                  <a:cxn ang="0">
                    <a:pos x="84" y="171"/>
                  </a:cxn>
                  <a:cxn ang="0">
                    <a:pos x="69" y="211"/>
                  </a:cxn>
                  <a:cxn ang="0">
                    <a:pos x="55" y="248"/>
                  </a:cxn>
                  <a:cxn ang="0">
                    <a:pos x="51" y="279"/>
                  </a:cxn>
                  <a:cxn ang="0">
                    <a:pos x="51" y="291"/>
                  </a:cxn>
                  <a:cxn ang="0">
                    <a:pos x="66" y="293"/>
                  </a:cxn>
                  <a:cxn ang="0">
                    <a:pos x="86" y="286"/>
                  </a:cxn>
                  <a:cxn ang="0">
                    <a:pos x="140" y="291"/>
                  </a:cxn>
                  <a:cxn ang="0">
                    <a:pos x="162" y="304"/>
                  </a:cxn>
                  <a:cxn ang="0">
                    <a:pos x="158" y="312"/>
                  </a:cxn>
                  <a:cxn ang="0">
                    <a:pos x="129" y="329"/>
                  </a:cxn>
                  <a:cxn ang="0">
                    <a:pos x="113" y="332"/>
                  </a:cxn>
                  <a:cxn ang="0">
                    <a:pos x="97" y="318"/>
                  </a:cxn>
                  <a:cxn ang="0">
                    <a:pos x="61" y="311"/>
                  </a:cxn>
                  <a:cxn ang="0">
                    <a:pos x="30" y="311"/>
                  </a:cxn>
                  <a:cxn ang="0">
                    <a:pos x="20" y="308"/>
                  </a:cxn>
                  <a:cxn ang="0">
                    <a:pos x="18" y="297"/>
                  </a:cxn>
                  <a:cxn ang="0">
                    <a:pos x="37" y="241"/>
                  </a:cxn>
                  <a:cxn ang="0">
                    <a:pos x="55" y="198"/>
                  </a:cxn>
                  <a:cxn ang="0">
                    <a:pos x="62" y="169"/>
                  </a:cxn>
                  <a:cxn ang="0">
                    <a:pos x="62" y="130"/>
                  </a:cxn>
                  <a:cxn ang="0">
                    <a:pos x="48" y="94"/>
                  </a:cxn>
                  <a:cxn ang="0">
                    <a:pos x="18" y="57"/>
                  </a:cxn>
                  <a:cxn ang="0">
                    <a:pos x="5" y="40"/>
                  </a:cxn>
                  <a:cxn ang="0">
                    <a:pos x="0" y="29"/>
                  </a:cxn>
                </a:cxnLst>
                <a:rect l="0" t="0" r="r" b="b"/>
                <a:pathLst>
                  <a:path w="163" h="333">
                    <a:moveTo>
                      <a:pt x="0" y="29"/>
                    </a:moveTo>
                    <a:lnTo>
                      <a:pt x="2" y="4"/>
                    </a:lnTo>
                    <a:lnTo>
                      <a:pt x="15" y="0"/>
                    </a:lnTo>
                    <a:lnTo>
                      <a:pt x="40" y="1"/>
                    </a:lnTo>
                    <a:lnTo>
                      <a:pt x="47" y="23"/>
                    </a:lnTo>
                    <a:lnTo>
                      <a:pt x="68" y="68"/>
                    </a:lnTo>
                    <a:lnTo>
                      <a:pt x="79" y="104"/>
                    </a:lnTo>
                    <a:lnTo>
                      <a:pt x="86" y="146"/>
                    </a:lnTo>
                    <a:lnTo>
                      <a:pt x="84" y="171"/>
                    </a:lnTo>
                    <a:lnTo>
                      <a:pt x="69" y="211"/>
                    </a:lnTo>
                    <a:lnTo>
                      <a:pt x="55" y="248"/>
                    </a:lnTo>
                    <a:lnTo>
                      <a:pt x="51" y="279"/>
                    </a:lnTo>
                    <a:lnTo>
                      <a:pt x="51" y="291"/>
                    </a:lnTo>
                    <a:lnTo>
                      <a:pt x="66" y="293"/>
                    </a:lnTo>
                    <a:lnTo>
                      <a:pt x="86" y="286"/>
                    </a:lnTo>
                    <a:lnTo>
                      <a:pt x="140" y="291"/>
                    </a:lnTo>
                    <a:lnTo>
                      <a:pt x="162" y="304"/>
                    </a:lnTo>
                    <a:lnTo>
                      <a:pt x="158" y="312"/>
                    </a:lnTo>
                    <a:lnTo>
                      <a:pt x="129" y="329"/>
                    </a:lnTo>
                    <a:lnTo>
                      <a:pt x="113" y="332"/>
                    </a:lnTo>
                    <a:lnTo>
                      <a:pt x="97" y="318"/>
                    </a:lnTo>
                    <a:lnTo>
                      <a:pt x="61" y="311"/>
                    </a:lnTo>
                    <a:lnTo>
                      <a:pt x="30" y="311"/>
                    </a:lnTo>
                    <a:lnTo>
                      <a:pt x="20" y="308"/>
                    </a:lnTo>
                    <a:lnTo>
                      <a:pt x="18" y="297"/>
                    </a:lnTo>
                    <a:lnTo>
                      <a:pt x="37" y="241"/>
                    </a:lnTo>
                    <a:lnTo>
                      <a:pt x="55" y="198"/>
                    </a:lnTo>
                    <a:lnTo>
                      <a:pt x="62" y="169"/>
                    </a:lnTo>
                    <a:lnTo>
                      <a:pt x="62" y="130"/>
                    </a:lnTo>
                    <a:lnTo>
                      <a:pt x="48" y="94"/>
                    </a:lnTo>
                    <a:lnTo>
                      <a:pt x="18" y="57"/>
                    </a:lnTo>
                    <a:lnTo>
                      <a:pt x="5" y="40"/>
                    </a:lnTo>
                    <a:lnTo>
                      <a:pt x="0" y="29"/>
                    </a:lnTo>
                  </a:path>
                </a:pathLst>
              </a:custGeom>
              <a:solidFill>
                <a:srgbClr val="FF3399"/>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10" name="Freeform 14"/>
              <p:cNvSpPr/>
              <p:nvPr/>
            </p:nvSpPr>
            <p:spPr bwMode="auto">
              <a:xfrm>
                <a:off x="4924" y="3958"/>
                <a:ext cx="143" cy="350"/>
              </a:xfrm>
              <a:custGeom>
                <a:avLst/>
                <a:gdLst/>
                <a:ahLst/>
                <a:cxnLst>
                  <a:cxn ang="0">
                    <a:pos x="84" y="57"/>
                  </a:cxn>
                  <a:cxn ang="0">
                    <a:pos x="93" y="28"/>
                  </a:cxn>
                  <a:cxn ang="0">
                    <a:pos x="111" y="0"/>
                  </a:cxn>
                  <a:cxn ang="0">
                    <a:pos x="128" y="0"/>
                  </a:cxn>
                  <a:cxn ang="0">
                    <a:pos x="143" y="15"/>
                  </a:cxn>
                  <a:cxn ang="0">
                    <a:pos x="142" y="32"/>
                  </a:cxn>
                  <a:cxn ang="0">
                    <a:pos x="121" y="57"/>
                  </a:cxn>
                  <a:cxn ang="0">
                    <a:pos x="99" y="103"/>
                  </a:cxn>
                  <a:cxn ang="0">
                    <a:pos x="90" y="144"/>
                  </a:cxn>
                  <a:cxn ang="0">
                    <a:pos x="88" y="190"/>
                  </a:cxn>
                  <a:cxn ang="0">
                    <a:pos x="99" y="243"/>
                  </a:cxn>
                  <a:cxn ang="0">
                    <a:pos x="110" y="272"/>
                  </a:cxn>
                  <a:cxn ang="0">
                    <a:pos x="121" y="296"/>
                  </a:cxn>
                  <a:cxn ang="0">
                    <a:pos x="124" y="308"/>
                  </a:cxn>
                  <a:cxn ang="0">
                    <a:pos x="122" y="325"/>
                  </a:cxn>
                  <a:cxn ang="0">
                    <a:pos x="104" y="326"/>
                  </a:cxn>
                  <a:cxn ang="0">
                    <a:pos x="60" y="335"/>
                  </a:cxn>
                  <a:cxn ang="0">
                    <a:pos x="21" y="349"/>
                  </a:cxn>
                  <a:cxn ang="0">
                    <a:pos x="13" y="344"/>
                  </a:cxn>
                  <a:cxn ang="0">
                    <a:pos x="0" y="328"/>
                  </a:cxn>
                  <a:cxn ang="0">
                    <a:pos x="4" y="319"/>
                  </a:cxn>
                  <a:cxn ang="0">
                    <a:pos x="42" y="314"/>
                  </a:cxn>
                  <a:cxn ang="0">
                    <a:pos x="75" y="314"/>
                  </a:cxn>
                  <a:cxn ang="0">
                    <a:pos x="93" y="314"/>
                  </a:cxn>
                  <a:cxn ang="0">
                    <a:pos x="104" y="304"/>
                  </a:cxn>
                  <a:cxn ang="0">
                    <a:pos x="99" y="283"/>
                  </a:cxn>
                  <a:cxn ang="0">
                    <a:pos x="81" y="240"/>
                  </a:cxn>
                  <a:cxn ang="0">
                    <a:pos x="70" y="200"/>
                  </a:cxn>
                  <a:cxn ang="0">
                    <a:pos x="67" y="158"/>
                  </a:cxn>
                  <a:cxn ang="0">
                    <a:pos x="70" y="119"/>
                  </a:cxn>
                  <a:cxn ang="0">
                    <a:pos x="77" y="85"/>
                  </a:cxn>
                  <a:cxn ang="0">
                    <a:pos x="84" y="57"/>
                  </a:cxn>
                </a:cxnLst>
                <a:rect l="0" t="0" r="r" b="b"/>
                <a:pathLst>
                  <a:path w="144" h="350">
                    <a:moveTo>
                      <a:pt x="84" y="57"/>
                    </a:moveTo>
                    <a:lnTo>
                      <a:pt x="93" y="28"/>
                    </a:lnTo>
                    <a:lnTo>
                      <a:pt x="111" y="0"/>
                    </a:lnTo>
                    <a:lnTo>
                      <a:pt x="128" y="0"/>
                    </a:lnTo>
                    <a:lnTo>
                      <a:pt x="143" y="15"/>
                    </a:lnTo>
                    <a:lnTo>
                      <a:pt x="142" y="32"/>
                    </a:lnTo>
                    <a:lnTo>
                      <a:pt x="121" y="57"/>
                    </a:lnTo>
                    <a:lnTo>
                      <a:pt x="99" y="103"/>
                    </a:lnTo>
                    <a:lnTo>
                      <a:pt x="90" y="144"/>
                    </a:lnTo>
                    <a:lnTo>
                      <a:pt x="88" y="190"/>
                    </a:lnTo>
                    <a:lnTo>
                      <a:pt x="99" y="243"/>
                    </a:lnTo>
                    <a:lnTo>
                      <a:pt x="110" y="272"/>
                    </a:lnTo>
                    <a:lnTo>
                      <a:pt x="121" y="296"/>
                    </a:lnTo>
                    <a:lnTo>
                      <a:pt x="124" y="308"/>
                    </a:lnTo>
                    <a:lnTo>
                      <a:pt x="122" y="325"/>
                    </a:lnTo>
                    <a:lnTo>
                      <a:pt x="104" y="326"/>
                    </a:lnTo>
                    <a:lnTo>
                      <a:pt x="60" y="335"/>
                    </a:lnTo>
                    <a:lnTo>
                      <a:pt x="21" y="349"/>
                    </a:lnTo>
                    <a:lnTo>
                      <a:pt x="13" y="344"/>
                    </a:lnTo>
                    <a:lnTo>
                      <a:pt x="0" y="328"/>
                    </a:lnTo>
                    <a:lnTo>
                      <a:pt x="4" y="319"/>
                    </a:lnTo>
                    <a:lnTo>
                      <a:pt x="42" y="314"/>
                    </a:lnTo>
                    <a:lnTo>
                      <a:pt x="75" y="314"/>
                    </a:lnTo>
                    <a:lnTo>
                      <a:pt x="93" y="314"/>
                    </a:lnTo>
                    <a:lnTo>
                      <a:pt x="104" y="304"/>
                    </a:lnTo>
                    <a:lnTo>
                      <a:pt x="99" y="283"/>
                    </a:lnTo>
                    <a:lnTo>
                      <a:pt x="81" y="240"/>
                    </a:lnTo>
                    <a:lnTo>
                      <a:pt x="70" y="200"/>
                    </a:lnTo>
                    <a:lnTo>
                      <a:pt x="67" y="158"/>
                    </a:lnTo>
                    <a:lnTo>
                      <a:pt x="70" y="119"/>
                    </a:lnTo>
                    <a:lnTo>
                      <a:pt x="77" y="85"/>
                    </a:lnTo>
                    <a:lnTo>
                      <a:pt x="84" y="57"/>
                    </a:lnTo>
                  </a:path>
                </a:pathLst>
              </a:custGeom>
              <a:solidFill>
                <a:srgbClr val="FF3399"/>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11" name="Freeform 15"/>
              <p:cNvSpPr/>
              <p:nvPr/>
            </p:nvSpPr>
            <p:spPr bwMode="auto">
              <a:xfrm>
                <a:off x="4944" y="3689"/>
                <a:ext cx="103" cy="280"/>
              </a:xfrm>
              <a:custGeom>
                <a:avLst/>
                <a:gdLst/>
                <a:ahLst/>
                <a:cxnLst>
                  <a:cxn ang="0">
                    <a:pos x="52" y="7"/>
                  </a:cxn>
                  <a:cxn ang="0">
                    <a:pos x="72" y="0"/>
                  </a:cxn>
                  <a:cxn ang="0">
                    <a:pos x="94" y="2"/>
                  </a:cxn>
                  <a:cxn ang="0">
                    <a:pos x="102" y="14"/>
                  </a:cxn>
                  <a:cxn ang="0">
                    <a:pos x="97" y="46"/>
                  </a:cxn>
                  <a:cxn ang="0">
                    <a:pos x="73" y="56"/>
                  </a:cxn>
                  <a:cxn ang="0">
                    <a:pos x="45" y="77"/>
                  </a:cxn>
                  <a:cxn ang="0">
                    <a:pos x="34" y="105"/>
                  </a:cxn>
                  <a:cxn ang="0">
                    <a:pos x="26" y="132"/>
                  </a:cxn>
                  <a:cxn ang="0">
                    <a:pos x="23" y="171"/>
                  </a:cxn>
                  <a:cxn ang="0">
                    <a:pos x="27" y="209"/>
                  </a:cxn>
                  <a:cxn ang="0">
                    <a:pos x="33" y="224"/>
                  </a:cxn>
                  <a:cxn ang="0">
                    <a:pos x="41" y="235"/>
                  </a:cxn>
                  <a:cxn ang="0">
                    <a:pos x="55" y="239"/>
                  </a:cxn>
                  <a:cxn ang="0">
                    <a:pos x="55" y="256"/>
                  </a:cxn>
                  <a:cxn ang="0">
                    <a:pos x="34" y="273"/>
                  </a:cxn>
                  <a:cxn ang="0">
                    <a:pos x="23" y="281"/>
                  </a:cxn>
                  <a:cxn ang="0">
                    <a:pos x="9" y="270"/>
                  </a:cxn>
                  <a:cxn ang="0">
                    <a:pos x="0" y="239"/>
                  </a:cxn>
                  <a:cxn ang="0">
                    <a:pos x="0" y="200"/>
                  </a:cxn>
                  <a:cxn ang="0">
                    <a:pos x="2" y="150"/>
                  </a:cxn>
                  <a:cxn ang="0">
                    <a:pos x="16" y="98"/>
                  </a:cxn>
                  <a:cxn ang="0">
                    <a:pos x="33" y="56"/>
                  </a:cxn>
                  <a:cxn ang="0">
                    <a:pos x="45" y="24"/>
                  </a:cxn>
                  <a:cxn ang="0">
                    <a:pos x="52" y="7"/>
                  </a:cxn>
                </a:cxnLst>
                <a:rect l="0" t="0" r="r" b="b"/>
                <a:pathLst>
                  <a:path w="103" h="282">
                    <a:moveTo>
                      <a:pt x="52" y="7"/>
                    </a:moveTo>
                    <a:lnTo>
                      <a:pt x="72" y="0"/>
                    </a:lnTo>
                    <a:lnTo>
                      <a:pt x="94" y="2"/>
                    </a:lnTo>
                    <a:lnTo>
                      <a:pt x="102" y="14"/>
                    </a:lnTo>
                    <a:lnTo>
                      <a:pt x="97" y="46"/>
                    </a:lnTo>
                    <a:lnTo>
                      <a:pt x="73" y="56"/>
                    </a:lnTo>
                    <a:lnTo>
                      <a:pt x="45" y="77"/>
                    </a:lnTo>
                    <a:lnTo>
                      <a:pt x="34" y="105"/>
                    </a:lnTo>
                    <a:lnTo>
                      <a:pt x="26" y="132"/>
                    </a:lnTo>
                    <a:lnTo>
                      <a:pt x="23" y="171"/>
                    </a:lnTo>
                    <a:lnTo>
                      <a:pt x="27" y="209"/>
                    </a:lnTo>
                    <a:lnTo>
                      <a:pt x="33" y="224"/>
                    </a:lnTo>
                    <a:lnTo>
                      <a:pt x="41" y="235"/>
                    </a:lnTo>
                    <a:lnTo>
                      <a:pt x="55" y="239"/>
                    </a:lnTo>
                    <a:lnTo>
                      <a:pt x="55" y="256"/>
                    </a:lnTo>
                    <a:lnTo>
                      <a:pt x="34" y="273"/>
                    </a:lnTo>
                    <a:lnTo>
                      <a:pt x="23" y="281"/>
                    </a:lnTo>
                    <a:lnTo>
                      <a:pt x="9" y="270"/>
                    </a:lnTo>
                    <a:lnTo>
                      <a:pt x="0" y="239"/>
                    </a:lnTo>
                    <a:lnTo>
                      <a:pt x="0" y="200"/>
                    </a:lnTo>
                    <a:lnTo>
                      <a:pt x="2" y="150"/>
                    </a:lnTo>
                    <a:lnTo>
                      <a:pt x="16" y="98"/>
                    </a:lnTo>
                    <a:lnTo>
                      <a:pt x="33" y="56"/>
                    </a:lnTo>
                    <a:lnTo>
                      <a:pt x="45" y="24"/>
                    </a:lnTo>
                    <a:lnTo>
                      <a:pt x="52" y="7"/>
                    </a:lnTo>
                  </a:path>
                </a:pathLst>
              </a:custGeom>
              <a:solidFill>
                <a:srgbClr val="FF3399"/>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12" name="Freeform 16"/>
              <p:cNvSpPr/>
              <p:nvPr/>
            </p:nvSpPr>
            <p:spPr bwMode="auto">
              <a:xfrm>
                <a:off x="4935" y="3475"/>
                <a:ext cx="176" cy="201"/>
              </a:xfrm>
              <a:custGeom>
                <a:avLst/>
                <a:gdLst/>
                <a:ahLst/>
                <a:cxnLst>
                  <a:cxn ang="0">
                    <a:pos x="92" y="3"/>
                  </a:cxn>
                  <a:cxn ang="0">
                    <a:pos x="109" y="0"/>
                  </a:cxn>
                  <a:cxn ang="0">
                    <a:pos x="132" y="10"/>
                  </a:cxn>
                  <a:cxn ang="0">
                    <a:pos x="159" y="41"/>
                  </a:cxn>
                  <a:cxn ang="0">
                    <a:pos x="175" y="86"/>
                  </a:cxn>
                  <a:cxn ang="0">
                    <a:pos x="173" y="116"/>
                  </a:cxn>
                  <a:cxn ang="0">
                    <a:pos x="168" y="153"/>
                  </a:cxn>
                  <a:cxn ang="0">
                    <a:pos x="156" y="179"/>
                  </a:cxn>
                  <a:cxn ang="0">
                    <a:pos x="131" y="200"/>
                  </a:cxn>
                  <a:cxn ang="0">
                    <a:pos x="104" y="195"/>
                  </a:cxn>
                  <a:cxn ang="0">
                    <a:pos x="75" y="175"/>
                  </a:cxn>
                  <a:cxn ang="0">
                    <a:pos x="62" y="144"/>
                  </a:cxn>
                  <a:cxn ang="0">
                    <a:pos x="51" y="123"/>
                  </a:cxn>
                  <a:cxn ang="0">
                    <a:pos x="20" y="137"/>
                  </a:cxn>
                  <a:cxn ang="0">
                    <a:pos x="6" y="137"/>
                  </a:cxn>
                  <a:cxn ang="0">
                    <a:pos x="0" y="134"/>
                  </a:cxn>
                  <a:cxn ang="0">
                    <a:pos x="5" y="123"/>
                  </a:cxn>
                  <a:cxn ang="0">
                    <a:pos x="35" y="115"/>
                  </a:cxn>
                  <a:cxn ang="0">
                    <a:pos x="49" y="112"/>
                  </a:cxn>
                  <a:cxn ang="0">
                    <a:pos x="48" y="88"/>
                  </a:cxn>
                  <a:cxn ang="0">
                    <a:pos x="55" y="65"/>
                  </a:cxn>
                  <a:cxn ang="0">
                    <a:pos x="62" y="39"/>
                  </a:cxn>
                  <a:cxn ang="0">
                    <a:pos x="77" y="12"/>
                  </a:cxn>
                  <a:cxn ang="0">
                    <a:pos x="92" y="3"/>
                  </a:cxn>
                </a:cxnLst>
                <a:rect l="0" t="0" r="r" b="b"/>
                <a:pathLst>
                  <a:path w="176" h="201">
                    <a:moveTo>
                      <a:pt x="92" y="3"/>
                    </a:moveTo>
                    <a:lnTo>
                      <a:pt x="109" y="0"/>
                    </a:lnTo>
                    <a:lnTo>
                      <a:pt x="132" y="10"/>
                    </a:lnTo>
                    <a:lnTo>
                      <a:pt x="159" y="41"/>
                    </a:lnTo>
                    <a:lnTo>
                      <a:pt x="175" y="86"/>
                    </a:lnTo>
                    <a:lnTo>
                      <a:pt x="173" y="116"/>
                    </a:lnTo>
                    <a:lnTo>
                      <a:pt x="168" y="153"/>
                    </a:lnTo>
                    <a:lnTo>
                      <a:pt x="156" y="179"/>
                    </a:lnTo>
                    <a:lnTo>
                      <a:pt x="131" y="200"/>
                    </a:lnTo>
                    <a:lnTo>
                      <a:pt x="104" y="195"/>
                    </a:lnTo>
                    <a:lnTo>
                      <a:pt x="75" y="175"/>
                    </a:lnTo>
                    <a:lnTo>
                      <a:pt x="62" y="144"/>
                    </a:lnTo>
                    <a:lnTo>
                      <a:pt x="51" y="123"/>
                    </a:lnTo>
                    <a:lnTo>
                      <a:pt x="20" y="137"/>
                    </a:lnTo>
                    <a:lnTo>
                      <a:pt x="6" y="137"/>
                    </a:lnTo>
                    <a:lnTo>
                      <a:pt x="0" y="134"/>
                    </a:lnTo>
                    <a:lnTo>
                      <a:pt x="5" y="123"/>
                    </a:lnTo>
                    <a:lnTo>
                      <a:pt x="35" y="115"/>
                    </a:lnTo>
                    <a:lnTo>
                      <a:pt x="49" y="112"/>
                    </a:lnTo>
                    <a:lnTo>
                      <a:pt x="48" y="88"/>
                    </a:lnTo>
                    <a:lnTo>
                      <a:pt x="55" y="65"/>
                    </a:lnTo>
                    <a:lnTo>
                      <a:pt x="62" y="39"/>
                    </a:lnTo>
                    <a:lnTo>
                      <a:pt x="77" y="12"/>
                    </a:lnTo>
                    <a:lnTo>
                      <a:pt x="92" y="3"/>
                    </a:lnTo>
                  </a:path>
                </a:pathLst>
              </a:custGeom>
              <a:solidFill>
                <a:srgbClr val="FF3399"/>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grpSp>
        <p:grpSp>
          <p:nvGrpSpPr>
            <p:cNvPr id="21518" name="Group 17"/>
            <p:cNvGrpSpPr>
              <a:grpSpLocks noChangeAspect="1"/>
            </p:cNvGrpSpPr>
            <p:nvPr/>
          </p:nvGrpSpPr>
          <p:grpSpPr bwMode="auto">
            <a:xfrm>
              <a:off x="2852" y="2636"/>
              <a:ext cx="274" cy="911"/>
              <a:chOff x="4488" y="3408"/>
              <a:chExt cx="274" cy="911"/>
            </a:xfrm>
          </p:grpSpPr>
          <p:sp>
            <p:nvSpPr>
              <p:cNvPr id="157714" name="Freeform 18"/>
              <p:cNvSpPr/>
              <p:nvPr/>
            </p:nvSpPr>
            <p:spPr bwMode="auto">
              <a:xfrm>
                <a:off x="4580" y="3631"/>
                <a:ext cx="130" cy="389"/>
              </a:xfrm>
              <a:custGeom>
                <a:avLst/>
                <a:gdLst/>
                <a:ahLst/>
                <a:cxnLst>
                  <a:cxn ang="0">
                    <a:pos x="45" y="33"/>
                  </a:cxn>
                  <a:cxn ang="0">
                    <a:pos x="61" y="8"/>
                  </a:cxn>
                  <a:cxn ang="0">
                    <a:pos x="78" y="0"/>
                  </a:cxn>
                  <a:cxn ang="0">
                    <a:pos x="92" y="4"/>
                  </a:cxn>
                  <a:cxn ang="0">
                    <a:pos x="110" y="26"/>
                  </a:cxn>
                  <a:cxn ang="0">
                    <a:pos x="124" y="60"/>
                  </a:cxn>
                  <a:cxn ang="0">
                    <a:pos x="133" y="105"/>
                  </a:cxn>
                  <a:cxn ang="0">
                    <a:pos x="133" y="168"/>
                  </a:cxn>
                  <a:cxn ang="0">
                    <a:pos x="126" y="240"/>
                  </a:cxn>
                  <a:cxn ang="0">
                    <a:pos x="121" y="314"/>
                  </a:cxn>
                  <a:cxn ang="0">
                    <a:pos x="110" y="350"/>
                  </a:cxn>
                  <a:cxn ang="0">
                    <a:pos x="99" y="369"/>
                  </a:cxn>
                  <a:cxn ang="0">
                    <a:pos x="86" y="383"/>
                  </a:cxn>
                  <a:cxn ang="0">
                    <a:pos x="68" y="390"/>
                  </a:cxn>
                  <a:cxn ang="0">
                    <a:pos x="36" y="390"/>
                  </a:cxn>
                  <a:cxn ang="0">
                    <a:pos x="18" y="383"/>
                  </a:cxn>
                  <a:cxn ang="0">
                    <a:pos x="2" y="350"/>
                  </a:cxn>
                  <a:cxn ang="0">
                    <a:pos x="0" y="305"/>
                  </a:cxn>
                  <a:cxn ang="0">
                    <a:pos x="0" y="248"/>
                  </a:cxn>
                  <a:cxn ang="0">
                    <a:pos x="7" y="172"/>
                  </a:cxn>
                  <a:cxn ang="0">
                    <a:pos x="17" y="111"/>
                  </a:cxn>
                  <a:cxn ang="0">
                    <a:pos x="31" y="57"/>
                  </a:cxn>
                  <a:cxn ang="0">
                    <a:pos x="45" y="33"/>
                  </a:cxn>
                </a:cxnLst>
                <a:rect l="0" t="0" r="r" b="b"/>
                <a:pathLst>
                  <a:path w="134" h="391">
                    <a:moveTo>
                      <a:pt x="45" y="33"/>
                    </a:moveTo>
                    <a:lnTo>
                      <a:pt x="61" y="8"/>
                    </a:lnTo>
                    <a:lnTo>
                      <a:pt x="78" y="0"/>
                    </a:lnTo>
                    <a:lnTo>
                      <a:pt x="92" y="4"/>
                    </a:lnTo>
                    <a:lnTo>
                      <a:pt x="110" y="26"/>
                    </a:lnTo>
                    <a:lnTo>
                      <a:pt x="124" y="60"/>
                    </a:lnTo>
                    <a:lnTo>
                      <a:pt x="133" y="105"/>
                    </a:lnTo>
                    <a:lnTo>
                      <a:pt x="133" y="168"/>
                    </a:lnTo>
                    <a:lnTo>
                      <a:pt x="126" y="240"/>
                    </a:lnTo>
                    <a:lnTo>
                      <a:pt x="121" y="314"/>
                    </a:lnTo>
                    <a:lnTo>
                      <a:pt x="110" y="350"/>
                    </a:lnTo>
                    <a:lnTo>
                      <a:pt x="99" y="369"/>
                    </a:lnTo>
                    <a:lnTo>
                      <a:pt x="86" y="383"/>
                    </a:lnTo>
                    <a:lnTo>
                      <a:pt x="68" y="390"/>
                    </a:lnTo>
                    <a:lnTo>
                      <a:pt x="36" y="390"/>
                    </a:lnTo>
                    <a:lnTo>
                      <a:pt x="18" y="383"/>
                    </a:lnTo>
                    <a:lnTo>
                      <a:pt x="2" y="350"/>
                    </a:lnTo>
                    <a:lnTo>
                      <a:pt x="0" y="305"/>
                    </a:lnTo>
                    <a:lnTo>
                      <a:pt x="0" y="248"/>
                    </a:lnTo>
                    <a:lnTo>
                      <a:pt x="7" y="172"/>
                    </a:lnTo>
                    <a:lnTo>
                      <a:pt x="17" y="111"/>
                    </a:lnTo>
                    <a:lnTo>
                      <a:pt x="31" y="57"/>
                    </a:lnTo>
                    <a:lnTo>
                      <a:pt x="45" y="33"/>
                    </a:lnTo>
                  </a:path>
                </a:pathLst>
              </a:custGeom>
              <a:solidFill>
                <a:srgbClr val="9900FF"/>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15" name="Freeform 19"/>
              <p:cNvSpPr/>
              <p:nvPr/>
            </p:nvSpPr>
            <p:spPr bwMode="auto">
              <a:xfrm>
                <a:off x="4520" y="3633"/>
                <a:ext cx="121" cy="345"/>
              </a:xfrm>
              <a:custGeom>
                <a:avLst/>
                <a:gdLst/>
                <a:ahLst/>
                <a:cxnLst>
                  <a:cxn ang="0">
                    <a:pos x="66" y="27"/>
                  </a:cxn>
                  <a:cxn ang="0">
                    <a:pos x="86" y="0"/>
                  </a:cxn>
                  <a:cxn ang="0">
                    <a:pos x="111" y="0"/>
                  </a:cxn>
                  <a:cxn ang="0">
                    <a:pos x="124" y="21"/>
                  </a:cxn>
                  <a:cxn ang="0">
                    <a:pos x="118" y="44"/>
                  </a:cxn>
                  <a:cxn ang="0">
                    <a:pos x="102" y="49"/>
                  </a:cxn>
                  <a:cxn ang="0">
                    <a:pos x="83" y="60"/>
                  </a:cxn>
                  <a:cxn ang="0">
                    <a:pos x="66" y="80"/>
                  </a:cxn>
                  <a:cxn ang="0">
                    <a:pos x="55" y="101"/>
                  </a:cxn>
                  <a:cxn ang="0">
                    <a:pos x="40" y="139"/>
                  </a:cxn>
                  <a:cxn ang="0">
                    <a:pos x="24" y="188"/>
                  </a:cxn>
                  <a:cxn ang="0">
                    <a:pos x="19" y="240"/>
                  </a:cxn>
                  <a:cxn ang="0">
                    <a:pos x="26" y="275"/>
                  </a:cxn>
                  <a:cxn ang="0">
                    <a:pos x="29" y="300"/>
                  </a:cxn>
                  <a:cxn ang="0">
                    <a:pos x="38" y="318"/>
                  </a:cxn>
                  <a:cxn ang="0">
                    <a:pos x="35" y="336"/>
                  </a:cxn>
                  <a:cxn ang="0">
                    <a:pos x="22" y="342"/>
                  </a:cxn>
                  <a:cxn ang="0">
                    <a:pos x="11" y="328"/>
                  </a:cxn>
                  <a:cxn ang="0">
                    <a:pos x="0" y="307"/>
                  </a:cxn>
                  <a:cxn ang="0">
                    <a:pos x="4" y="290"/>
                  </a:cxn>
                  <a:cxn ang="0">
                    <a:pos x="7" y="237"/>
                  </a:cxn>
                  <a:cxn ang="0">
                    <a:pos x="7" y="198"/>
                  </a:cxn>
                  <a:cxn ang="0">
                    <a:pos x="13" y="157"/>
                  </a:cxn>
                  <a:cxn ang="0">
                    <a:pos x="26" y="102"/>
                  </a:cxn>
                  <a:cxn ang="0">
                    <a:pos x="48" y="60"/>
                  </a:cxn>
                  <a:cxn ang="0">
                    <a:pos x="66" y="27"/>
                  </a:cxn>
                </a:cxnLst>
                <a:rect l="0" t="0" r="r" b="b"/>
                <a:pathLst>
                  <a:path w="125" h="343">
                    <a:moveTo>
                      <a:pt x="66" y="27"/>
                    </a:moveTo>
                    <a:lnTo>
                      <a:pt x="86" y="0"/>
                    </a:lnTo>
                    <a:lnTo>
                      <a:pt x="111" y="0"/>
                    </a:lnTo>
                    <a:lnTo>
                      <a:pt x="124" y="21"/>
                    </a:lnTo>
                    <a:lnTo>
                      <a:pt x="118" y="44"/>
                    </a:lnTo>
                    <a:lnTo>
                      <a:pt x="102" y="49"/>
                    </a:lnTo>
                    <a:lnTo>
                      <a:pt x="83" y="60"/>
                    </a:lnTo>
                    <a:lnTo>
                      <a:pt x="66" y="80"/>
                    </a:lnTo>
                    <a:lnTo>
                      <a:pt x="55" y="101"/>
                    </a:lnTo>
                    <a:lnTo>
                      <a:pt x="40" y="139"/>
                    </a:lnTo>
                    <a:lnTo>
                      <a:pt x="24" y="188"/>
                    </a:lnTo>
                    <a:lnTo>
                      <a:pt x="19" y="240"/>
                    </a:lnTo>
                    <a:lnTo>
                      <a:pt x="26" y="275"/>
                    </a:lnTo>
                    <a:lnTo>
                      <a:pt x="29" y="300"/>
                    </a:lnTo>
                    <a:lnTo>
                      <a:pt x="38" y="318"/>
                    </a:lnTo>
                    <a:lnTo>
                      <a:pt x="35" y="336"/>
                    </a:lnTo>
                    <a:lnTo>
                      <a:pt x="22" y="342"/>
                    </a:lnTo>
                    <a:lnTo>
                      <a:pt x="11" y="328"/>
                    </a:lnTo>
                    <a:lnTo>
                      <a:pt x="0" y="307"/>
                    </a:lnTo>
                    <a:lnTo>
                      <a:pt x="4" y="290"/>
                    </a:lnTo>
                    <a:lnTo>
                      <a:pt x="7" y="237"/>
                    </a:lnTo>
                    <a:lnTo>
                      <a:pt x="7" y="198"/>
                    </a:lnTo>
                    <a:lnTo>
                      <a:pt x="13" y="157"/>
                    </a:lnTo>
                    <a:lnTo>
                      <a:pt x="26" y="102"/>
                    </a:lnTo>
                    <a:lnTo>
                      <a:pt x="48" y="60"/>
                    </a:lnTo>
                    <a:lnTo>
                      <a:pt x="66" y="27"/>
                    </a:lnTo>
                  </a:path>
                </a:pathLst>
              </a:custGeom>
              <a:solidFill>
                <a:srgbClr val="9900FF"/>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16" name="Freeform 20"/>
              <p:cNvSpPr/>
              <p:nvPr/>
            </p:nvSpPr>
            <p:spPr bwMode="auto">
              <a:xfrm>
                <a:off x="4488" y="3938"/>
                <a:ext cx="139" cy="350"/>
              </a:xfrm>
              <a:custGeom>
                <a:avLst/>
                <a:gdLst/>
                <a:ahLst/>
                <a:cxnLst>
                  <a:cxn ang="0">
                    <a:pos x="116" y="0"/>
                  </a:cxn>
                  <a:cxn ang="0">
                    <a:pos x="138" y="18"/>
                  </a:cxn>
                  <a:cxn ang="0">
                    <a:pos x="137" y="48"/>
                  </a:cxn>
                  <a:cxn ang="0">
                    <a:pos x="127" y="75"/>
                  </a:cxn>
                  <a:cxn ang="0">
                    <a:pos x="115" y="126"/>
                  </a:cxn>
                  <a:cxn ang="0">
                    <a:pos x="105" y="179"/>
                  </a:cxn>
                  <a:cxn ang="0">
                    <a:pos x="105" y="220"/>
                  </a:cxn>
                  <a:cxn ang="0">
                    <a:pos x="109" y="273"/>
                  </a:cxn>
                  <a:cxn ang="0">
                    <a:pos x="116" y="304"/>
                  </a:cxn>
                  <a:cxn ang="0">
                    <a:pos x="127" y="319"/>
                  </a:cxn>
                  <a:cxn ang="0">
                    <a:pos x="127" y="337"/>
                  </a:cxn>
                  <a:cxn ang="0">
                    <a:pos x="109" y="341"/>
                  </a:cxn>
                  <a:cxn ang="0">
                    <a:pos x="84" y="348"/>
                  </a:cxn>
                  <a:cxn ang="0">
                    <a:pos x="52" y="351"/>
                  </a:cxn>
                  <a:cxn ang="0">
                    <a:pos x="12" y="351"/>
                  </a:cxn>
                  <a:cxn ang="0">
                    <a:pos x="0" y="341"/>
                  </a:cxn>
                  <a:cxn ang="0">
                    <a:pos x="9" y="329"/>
                  </a:cxn>
                  <a:cxn ang="0">
                    <a:pos x="43" y="330"/>
                  </a:cxn>
                  <a:cxn ang="0">
                    <a:pos x="66" y="330"/>
                  </a:cxn>
                  <a:cxn ang="0">
                    <a:pos x="95" y="326"/>
                  </a:cxn>
                  <a:cxn ang="0">
                    <a:pos x="102" y="316"/>
                  </a:cxn>
                  <a:cxn ang="0">
                    <a:pos x="98" y="291"/>
                  </a:cxn>
                  <a:cxn ang="0">
                    <a:pos x="88" y="243"/>
                  </a:cxn>
                  <a:cxn ang="0">
                    <a:pos x="88" y="195"/>
                  </a:cxn>
                  <a:cxn ang="0">
                    <a:pos x="91" y="133"/>
                  </a:cxn>
                  <a:cxn ang="0">
                    <a:pos x="95" y="72"/>
                  </a:cxn>
                  <a:cxn ang="0">
                    <a:pos x="105" y="25"/>
                  </a:cxn>
                  <a:cxn ang="0">
                    <a:pos x="113" y="8"/>
                  </a:cxn>
                  <a:cxn ang="0">
                    <a:pos x="116" y="0"/>
                  </a:cxn>
                </a:cxnLst>
                <a:rect l="0" t="0" r="r" b="b"/>
                <a:pathLst>
                  <a:path w="139" h="352">
                    <a:moveTo>
                      <a:pt x="116" y="0"/>
                    </a:moveTo>
                    <a:lnTo>
                      <a:pt x="138" y="18"/>
                    </a:lnTo>
                    <a:lnTo>
                      <a:pt x="137" y="48"/>
                    </a:lnTo>
                    <a:lnTo>
                      <a:pt x="127" y="75"/>
                    </a:lnTo>
                    <a:lnTo>
                      <a:pt x="115" y="126"/>
                    </a:lnTo>
                    <a:lnTo>
                      <a:pt x="105" y="179"/>
                    </a:lnTo>
                    <a:lnTo>
                      <a:pt x="105" y="220"/>
                    </a:lnTo>
                    <a:lnTo>
                      <a:pt x="109" y="273"/>
                    </a:lnTo>
                    <a:lnTo>
                      <a:pt x="116" y="304"/>
                    </a:lnTo>
                    <a:lnTo>
                      <a:pt x="127" y="319"/>
                    </a:lnTo>
                    <a:lnTo>
                      <a:pt x="127" y="337"/>
                    </a:lnTo>
                    <a:lnTo>
                      <a:pt x="109" y="341"/>
                    </a:lnTo>
                    <a:lnTo>
                      <a:pt x="84" y="348"/>
                    </a:lnTo>
                    <a:lnTo>
                      <a:pt x="52" y="351"/>
                    </a:lnTo>
                    <a:lnTo>
                      <a:pt x="12" y="351"/>
                    </a:lnTo>
                    <a:lnTo>
                      <a:pt x="0" y="341"/>
                    </a:lnTo>
                    <a:lnTo>
                      <a:pt x="9" y="329"/>
                    </a:lnTo>
                    <a:lnTo>
                      <a:pt x="43" y="330"/>
                    </a:lnTo>
                    <a:lnTo>
                      <a:pt x="66" y="330"/>
                    </a:lnTo>
                    <a:lnTo>
                      <a:pt x="95" y="326"/>
                    </a:lnTo>
                    <a:lnTo>
                      <a:pt x="102" y="316"/>
                    </a:lnTo>
                    <a:lnTo>
                      <a:pt x="98" y="291"/>
                    </a:lnTo>
                    <a:lnTo>
                      <a:pt x="88" y="243"/>
                    </a:lnTo>
                    <a:lnTo>
                      <a:pt x="88" y="195"/>
                    </a:lnTo>
                    <a:lnTo>
                      <a:pt x="91" y="133"/>
                    </a:lnTo>
                    <a:lnTo>
                      <a:pt x="95" y="72"/>
                    </a:lnTo>
                    <a:lnTo>
                      <a:pt x="105" y="25"/>
                    </a:lnTo>
                    <a:lnTo>
                      <a:pt x="113" y="8"/>
                    </a:lnTo>
                    <a:lnTo>
                      <a:pt x="116" y="0"/>
                    </a:lnTo>
                  </a:path>
                </a:pathLst>
              </a:custGeom>
              <a:solidFill>
                <a:srgbClr val="9900FF"/>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17" name="Freeform 21"/>
              <p:cNvSpPr/>
              <p:nvPr/>
            </p:nvSpPr>
            <p:spPr bwMode="auto">
              <a:xfrm>
                <a:off x="4604" y="3944"/>
                <a:ext cx="97" cy="375"/>
              </a:xfrm>
              <a:custGeom>
                <a:avLst/>
                <a:gdLst/>
                <a:ahLst/>
                <a:cxnLst>
                  <a:cxn ang="0">
                    <a:pos x="65" y="7"/>
                  </a:cxn>
                  <a:cxn ang="0">
                    <a:pos x="44" y="0"/>
                  </a:cxn>
                  <a:cxn ang="0">
                    <a:pos x="31" y="17"/>
                  </a:cxn>
                  <a:cxn ang="0">
                    <a:pos x="29" y="43"/>
                  </a:cxn>
                  <a:cxn ang="0">
                    <a:pos x="36" y="67"/>
                  </a:cxn>
                  <a:cxn ang="0">
                    <a:pos x="47" y="92"/>
                  </a:cxn>
                  <a:cxn ang="0">
                    <a:pos x="56" y="131"/>
                  </a:cxn>
                  <a:cxn ang="0">
                    <a:pos x="58" y="170"/>
                  </a:cxn>
                  <a:cxn ang="0">
                    <a:pos x="58" y="211"/>
                  </a:cxn>
                  <a:cxn ang="0">
                    <a:pos x="60" y="296"/>
                  </a:cxn>
                  <a:cxn ang="0">
                    <a:pos x="64" y="318"/>
                  </a:cxn>
                  <a:cxn ang="0">
                    <a:pos x="33" y="331"/>
                  </a:cxn>
                  <a:cxn ang="0">
                    <a:pos x="10" y="354"/>
                  </a:cxn>
                  <a:cxn ang="0">
                    <a:pos x="0" y="363"/>
                  </a:cxn>
                  <a:cxn ang="0">
                    <a:pos x="6" y="370"/>
                  </a:cxn>
                  <a:cxn ang="0">
                    <a:pos x="36" y="374"/>
                  </a:cxn>
                  <a:cxn ang="0">
                    <a:pos x="44" y="353"/>
                  </a:cxn>
                  <a:cxn ang="0">
                    <a:pos x="68" y="333"/>
                  </a:cxn>
                  <a:cxn ang="0">
                    <a:pos x="90" y="321"/>
                  </a:cxn>
                  <a:cxn ang="0">
                    <a:pos x="96" y="311"/>
                  </a:cxn>
                  <a:cxn ang="0">
                    <a:pos x="86" y="303"/>
                  </a:cxn>
                  <a:cxn ang="0">
                    <a:pos x="78" y="286"/>
                  </a:cxn>
                  <a:cxn ang="0">
                    <a:pos x="78" y="247"/>
                  </a:cxn>
                  <a:cxn ang="0">
                    <a:pos x="75" y="175"/>
                  </a:cxn>
                  <a:cxn ang="0">
                    <a:pos x="72" y="118"/>
                  </a:cxn>
                  <a:cxn ang="0">
                    <a:pos x="72" y="71"/>
                  </a:cxn>
                  <a:cxn ang="0">
                    <a:pos x="72" y="28"/>
                  </a:cxn>
                  <a:cxn ang="0">
                    <a:pos x="65" y="7"/>
                  </a:cxn>
                </a:cxnLst>
                <a:rect l="0" t="0" r="r" b="b"/>
                <a:pathLst>
                  <a:path w="97" h="375">
                    <a:moveTo>
                      <a:pt x="65" y="7"/>
                    </a:moveTo>
                    <a:lnTo>
                      <a:pt x="44" y="0"/>
                    </a:lnTo>
                    <a:lnTo>
                      <a:pt x="31" y="17"/>
                    </a:lnTo>
                    <a:lnTo>
                      <a:pt x="29" y="43"/>
                    </a:lnTo>
                    <a:lnTo>
                      <a:pt x="36" y="67"/>
                    </a:lnTo>
                    <a:lnTo>
                      <a:pt x="47" y="92"/>
                    </a:lnTo>
                    <a:lnTo>
                      <a:pt x="56" y="131"/>
                    </a:lnTo>
                    <a:lnTo>
                      <a:pt x="58" y="170"/>
                    </a:lnTo>
                    <a:lnTo>
                      <a:pt x="58" y="211"/>
                    </a:lnTo>
                    <a:lnTo>
                      <a:pt x="60" y="296"/>
                    </a:lnTo>
                    <a:lnTo>
                      <a:pt x="64" y="318"/>
                    </a:lnTo>
                    <a:lnTo>
                      <a:pt x="33" y="331"/>
                    </a:lnTo>
                    <a:lnTo>
                      <a:pt x="10" y="354"/>
                    </a:lnTo>
                    <a:lnTo>
                      <a:pt x="0" y="363"/>
                    </a:lnTo>
                    <a:lnTo>
                      <a:pt x="6" y="370"/>
                    </a:lnTo>
                    <a:lnTo>
                      <a:pt x="36" y="374"/>
                    </a:lnTo>
                    <a:lnTo>
                      <a:pt x="44" y="353"/>
                    </a:lnTo>
                    <a:lnTo>
                      <a:pt x="68" y="333"/>
                    </a:lnTo>
                    <a:lnTo>
                      <a:pt x="90" y="321"/>
                    </a:lnTo>
                    <a:lnTo>
                      <a:pt x="96" y="311"/>
                    </a:lnTo>
                    <a:lnTo>
                      <a:pt x="86" y="303"/>
                    </a:lnTo>
                    <a:lnTo>
                      <a:pt x="78" y="286"/>
                    </a:lnTo>
                    <a:lnTo>
                      <a:pt x="78" y="247"/>
                    </a:lnTo>
                    <a:lnTo>
                      <a:pt x="75" y="175"/>
                    </a:lnTo>
                    <a:lnTo>
                      <a:pt x="72" y="118"/>
                    </a:lnTo>
                    <a:lnTo>
                      <a:pt x="72" y="71"/>
                    </a:lnTo>
                    <a:lnTo>
                      <a:pt x="72" y="28"/>
                    </a:lnTo>
                    <a:lnTo>
                      <a:pt x="65" y="7"/>
                    </a:lnTo>
                  </a:path>
                </a:pathLst>
              </a:custGeom>
              <a:solidFill>
                <a:srgbClr val="9900FF"/>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18" name="Freeform 22"/>
              <p:cNvSpPr/>
              <p:nvPr/>
            </p:nvSpPr>
            <p:spPr bwMode="auto">
              <a:xfrm>
                <a:off x="4577" y="3408"/>
                <a:ext cx="185" cy="208"/>
              </a:xfrm>
              <a:custGeom>
                <a:avLst/>
                <a:gdLst/>
                <a:ahLst/>
                <a:cxnLst>
                  <a:cxn ang="0">
                    <a:pos x="171" y="117"/>
                  </a:cxn>
                  <a:cxn ang="0">
                    <a:pos x="177" y="94"/>
                  </a:cxn>
                  <a:cxn ang="0">
                    <a:pos x="184" y="60"/>
                  </a:cxn>
                  <a:cxn ang="0">
                    <a:pos x="169" y="28"/>
                  </a:cxn>
                  <a:cxn ang="0">
                    <a:pos x="140" y="0"/>
                  </a:cxn>
                  <a:cxn ang="0">
                    <a:pos x="115" y="2"/>
                  </a:cxn>
                  <a:cxn ang="0">
                    <a:pos x="94" y="18"/>
                  </a:cxn>
                  <a:cxn ang="0">
                    <a:pos x="69" y="48"/>
                  </a:cxn>
                  <a:cxn ang="0">
                    <a:pos x="55" y="81"/>
                  </a:cxn>
                  <a:cxn ang="0">
                    <a:pos x="38" y="93"/>
                  </a:cxn>
                  <a:cxn ang="0">
                    <a:pos x="12" y="101"/>
                  </a:cxn>
                  <a:cxn ang="0">
                    <a:pos x="0" y="115"/>
                  </a:cxn>
                  <a:cxn ang="0">
                    <a:pos x="6" y="121"/>
                  </a:cxn>
                  <a:cxn ang="0">
                    <a:pos x="32" y="114"/>
                  </a:cxn>
                  <a:cxn ang="0">
                    <a:pos x="46" y="113"/>
                  </a:cxn>
                  <a:cxn ang="0">
                    <a:pos x="43" y="144"/>
                  </a:cxn>
                  <a:cxn ang="0">
                    <a:pos x="49" y="176"/>
                  </a:cxn>
                  <a:cxn ang="0">
                    <a:pos x="59" y="195"/>
                  </a:cxn>
                  <a:cxn ang="0">
                    <a:pos x="74" y="207"/>
                  </a:cxn>
                  <a:cxn ang="0">
                    <a:pos x="109" y="197"/>
                  </a:cxn>
                  <a:cxn ang="0">
                    <a:pos x="142" y="176"/>
                  </a:cxn>
                  <a:cxn ang="0">
                    <a:pos x="161" y="150"/>
                  </a:cxn>
                  <a:cxn ang="0">
                    <a:pos x="171" y="117"/>
                  </a:cxn>
                </a:cxnLst>
                <a:rect l="0" t="0" r="r" b="b"/>
                <a:pathLst>
                  <a:path w="185" h="208">
                    <a:moveTo>
                      <a:pt x="171" y="117"/>
                    </a:moveTo>
                    <a:lnTo>
                      <a:pt x="177" y="94"/>
                    </a:lnTo>
                    <a:lnTo>
                      <a:pt x="184" y="60"/>
                    </a:lnTo>
                    <a:lnTo>
                      <a:pt x="169" y="28"/>
                    </a:lnTo>
                    <a:lnTo>
                      <a:pt x="140" y="0"/>
                    </a:lnTo>
                    <a:lnTo>
                      <a:pt x="115" y="2"/>
                    </a:lnTo>
                    <a:lnTo>
                      <a:pt x="94" y="18"/>
                    </a:lnTo>
                    <a:lnTo>
                      <a:pt x="69" y="48"/>
                    </a:lnTo>
                    <a:lnTo>
                      <a:pt x="55" y="81"/>
                    </a:lnTo>
                    <a:lnTo>
                      <a:pt x="38" y="93"/>
                    </a:lnTo>
                    <a:lnTo>
                      <a:pt x="12" y="101"/>
                    </a:lnTo>
                    <a:lnTo>
                      <a:pt x="0" y="115"/>
                    </a:lnTo>
                    <a:lnTo>
                      <a:pt x="6" y="121"/>
                    </a:lnTo>
                    <a:lnTo>
                      <a:pt x="32" y="114"/>
                    </a:lnTo>
                    <a:lnTo>
                      <a:pt x="46" y="113"/>
                    </a:lnTo>
                    <a:lnTo>
                      <a:pt x="43" y="144"/>
                    </a:lnTo>
                    <a:lnTo>
                      <a:pt x="49" y="176"/>
                    </a:lnTo>
                    <a:lnTo>
                      <a:pt x="59" y="195"/>
                    </a:lnTo>
                    <a:lnTo>
                      <a:pt x="74" y="207"/>
                    </a:lnTo>
                    <a:lnTo>
                      <a:pt x="109" y="197"/>
                    </a:lnTo>
                    <a:lnTo>
                      <a:pt x="142" y="176"/>
                    </a:lnTo>
                    <a:lnTo>
                      <a:pt x="161" y="150"/>
                    </a:lnTo>
                    <a:lnTo>
                      <a:pt x="171" y="117"/>
                    </a:lnTo>
                  </a:path>
                </a:pathLst>
              </a:custGeom>
              <a:solidFill>
                <a:srgbClr val="9900FF"/>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grpSp>
        <p:grpSp>
          <p:nvGrpSpPr>
            <p:cNvPr id="21519" name="Group 23"/>
            <p:cNvGrpSpPr>
              <a:grpSpLocks noChangeAspect="1"/>
            </p:cNvGrpSpPr>
            <p:nvPr/>
          </p:nvGrpSpPr>
          <p:grpSpPr bwMode="auto">
            <a:xfrm>
              <a:off x="2498" y="2592"/>
              <a:ext cx="227" cy="937"/>
              <a:chOff x="4134" y="3364"/>
              <a:chExt cx="227" cy="937"/>
            </a:xfrm>
          </p:grpSpPr>
          <p:sp>
            <p:nvSpPr>
              <p:cNvPr id="157720" name="Freeform 24"/>
              <p:cNvSpPr/>
              <p:nvPr/>
            </p:nvSpPr>
            <p:spPr bwMode="auto">
              <a:xfrm>
                <a:off x="4226" y="3579"/>
                <a:ext cx="139" cy="409"/>
              </a:xfrm>
              <a:custGeom>
                <a:avLst/>
                <a:gdLst/>
                <a:ahLst/>
                <a:cxnLst>
                  <a:cxn ang="0">
                    <a:pos x="22" y="31"/>
                  </a:cxn>
                  <a:cxn ang="0">
                    <a:pos x="32" y="11"/>
                  </a:cxn>
                  <a:cxn ang="0">
                    <a:pos x="50" y="0"/>
                  </a:cxn>
                  <a:cxn ang="0">
                    <a:pos x="70" y="0"/>
                  </a:cxn>
                  <a:cxn ang="0">
                    <a:pos x="104" y="8"/>
                  </a:cxn>
                  <a:cxn ang="0">
                    <a:pos x="112" y="40"/>
                  </a:cxn>
                  <a:cxn ang="0">
                    <a:pos x="126" y="107"/>
                  </a:cxn>
                  <a:cxn ang="0">
                    <a:pos x="130" y="161"/>
                  </a:cxn>
                  <a:cxn ang="0">
                    <a:pos x="134" y="215"/>
                  </a:cxn>
                  <a:cxn ang="0">
                    <a:pos x="134" y="294"/>
                  </a:cxn>
                  <a:cxn ang="0">
                    <a:pos x="126" y="365"/>
                  </a:cxn>
                  <a:cxn ang="0">
                    <a:pos x="111" y="404"/>
                  </a:cxn>
                  <a:cxn ang="0">
                    <a:pos x="87" y="408"/>
                  </a:cxn>
                  <a:cxn ang="0">
                    <a:pos x="34" y="408"/>
                  </a:cxn>
                  <a:cxn ang="0">
                    <a:pos x="9" y="387"/>
                  </a:cxn>
                  <a:cxn ang="0">
                    <a:pos x="0" y="337"/>
                  </a:cxn>
                  <a:cxn ang="0">
                    <a:pos x="4" y="271"/>
                  </a:cxn>
                  <a:cxn ang="0">
                    <a:pos x="9" y="218"/>
                  </a:cxn>
                  <a:cxn ang="0">
                    <a:pos x="23" y="186"/>
                  </a:cxn>
                  <a:cxn ang="0">
                    <a:pos x="23" y="140"/>
                  </a:cxn>
                  <a:cxn ang="0">
                    <a:pos x="23" y="90"/>
                  </a:cxn>
                  <a:cxn ang="0">
                    <a:pos x="19" y="53"/>
                  </a:cxn>
                  <a:cxn ang="0">
                    <a:pos x="22" y="31"/>
                  </a:cxn>
                </a:cxnLst>
                <a:rect l="0" t="0" r="r" b="b"/>
                <a:pathLst>
                  <a:path w="135" h="409">
                    <a:moveTo>
                      <a:pt x="22" y="31"/>
                    </a:moveTo>
                    <a:lnTo>
                      <a:pt x="32" y="11"/>
                    </a:lnTo>
                    <a:lnTo>
                      <a:pt x="50" y="0"/>
                    </a:lnTo>
                    <a:lnTo>
                      <a:pt x="70" y="0"/>
                    </a:lnTo>
                    <a:lnTo>
                      <a:pt x="104" y="8"/>
                    </a:lnTo>
                    <a:lnTo>
                      <a:pt x="112" y="40"/>
                    </a:lnTo>
                    <a:lnTo>
                      <a:pt x="126" y="107"/>
                    </a:lnTo>
                    <a:lnTo>
                      <a:pt x="130" y="161"/>
                    </a:lnTo>
                    <a:lnTo>
                      <a:pt x="134" y="215"/>
                    </a:lnTo>
                    <a:lnTo>
                      <a:pt x="134" y="294"/>
                    </a:lnTo>
                    <a:lnTo>
                      <a:pt x="126" y="365"/>
                    </a:lnTo>
                    <a:lnTo>
                      <a:pt x="111" y="404"/>
                    </a:lnTo>
                    <a:lnTo>
                      <a:pt x="87" y="408"/>
                    </a:lnTo>
                    <a:lnTo>
                      <a:pt x="34" y="408"/>
                    </a:lnTo>
                    <a:lnTo>
                      <a:pt x="9" y="387"/>
                    </a:lnTo>
                    <a:lnTo>
                      <a:pt x="0" y="337"/>
                    </a:lnTo>
                    <a:lnTo>
                      <a:pt x="4" y="271"/>
                    </a:lnTo>
                    <a:lnTo>
                      <a:pt x="9" y="218"/>
                    </a:lnTo>
                    <a:lnTo>
                      <a:pt x="23" y="186"/>
                    </a:lnTo>
                    <a:lnTo>
                      <a:pt x="23" y="140"/>
                    </a:lnTo>
                    <a:lnTo>
                      <a:pt x="23" y="90"/>
                    </a:lnTo>
                    <a:lnTo>
                      <a:pt x="19" y="53"/>
                    </a:lnTo>
                    <a:lnTo>
                      <a:pt x="22" y="31"/>
                    </a:lnTo>
                  </a:path>
                </a:pathLst>
              </a:custGeom>
              <a:solidFill>
                <a:schemeClr val="accent1"/>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21" name="Freeform 25"/>
              <p:cNvSpPr/>
              <p:nvPr/>
            </p:nvSpPr>
            <p:spPr bwMode="auto">
              <a:xfrm>
                <a:off x="4217" y="3925"/>
                <a:ext cx="144" cy="376"/>
              </a:xfrm>
              <a:custGeom>
                <a:avLst/>
                <a:gdLst/>
                <a:ahLst/>
                <a:cxnLst>
                  <a:cxn ang="0">
                    <a:pos x="90" y="0"/>
                  </a:cxn>
                  <a:cxn ang="0">
                    <a:pos x="111" y="15"/>
                  </a:cxn>
                  <a:cxn ang="0">
                    <a:pos x="118" y="38"/>
                  </a:cxn>
                  <a:cxn ang="0">
                    <a:pos x="121" y="90"/>
                  </a:cxn>
                  <a:cxn ang="0">
                    <a:pos x="125" y="140"/>
                  </a:cxn>
                  <a:cxn ang="0">
                    <a:pos x="131" y="198"/>
                  </a:cxn>
                  <a:cxn ang="0">
                    <a:pos x="135" y="258"/>
                  </a:cxn>
                  <a:cxn ang="0">
                    <a:pos x="136" y="297"/>
                  </a:cxn>
                  <a:cxn ang="0">
                    <a:pos x="142" y="319"/>
                  </a:cxn>
                  <a:cxn ang="0">
                    <a:pos x="143" y="329"/>
                  </a:cxn>
                  <a:cxn ang="0">
                    <a:pos x="135" y="337"/>
                  </a:cxn>
                  <a:cxn ang="0">
                    <a:pos x="115" y="341"/>
                  </a:cxn>
                  <a:cxn ang="0">
                    <a:pos x="83" y="348"/>
                  </a:cxn>
                  <a:cxn ang="0">
                    <a:pos x="50" y="365"/>
                  </a:cxn>
                  <a:cxn ang="0">
                    <a:pos x="25" y="375"/>
                  </a:cxn>
                  <a:cxn ang="0">
                    <a:pos x="11" y="368"/>
                  </a:cxn>
                  <a:cxn ang="0">
                    <a:pos x="0" y="351"/>
                  </a:cxn>
                  <a:cxn ang="0">
                    <a:pos x="13" y="341"/>
                  </a:cxn>
                  <a:cxn ang="0">
                    <a:pos x="52" y="334"/>
                  </a:cxn>
                  <a:cxn ang="0">
                    <a:pos x="97" y="329"/>
                  </a:cxn>
                  <a:cxn ang="0">
                    <a:pos x="117" y="329"/>
                  </a:cxn>
                  <a:cxn ang="0">
                    <a:pos x="122" y="316"/>
                  </a:cxn>
                  <a:cxn ang="0">
                    <a:pos x="121" y="280"/>
                  </a:cxn>
                  <a:cxn ang="0">
                    <a:pos x="115" y="222"/>
                  </a:cxn>
                  <a:cxn ang="0">
                    <a:pos x="107" y="162"/>
                  </a:cxn>
                  <a:cxn ang="0">
                    <a:pos x="99" y="102"/>
                  </a:cxn>
                  <a:cxn ang="0">
                    <a:pos x="79" y="56"/>
                  </a:cxn>
                  <a:cxn ang="0">
                    <a:pos x="68" y="20"/>
                  </a:cxn>
                  <a:cxn ang="0">
                    <a:pos x="76" y="8"/>
                  </a:cxn>
                  <a:cxn ang="0">
                    <a:pos x="90" y="0"/>
                  </a:cxn>
                </a:cxnLst>
                <a:rect l="0" t="0" r="r" b="b"/>
                <a:pathLst>
                  <a:path w="144" h="376">
                    <a:moveTo>
                      <a:pt x="90" y="0"/>
                    </a:moveTo>
                    <a:lnTo>
                      <a:pt x="111" y="15"/>
                    </a:lnTo>
                    <a:lnTo>
                      <a:pt x="118" y="38"/>
                    </a:lnTo>
                    <a:lnTo>
                      <a:pt x="121" y="90"/>
                    </a:lnTo>
                    <a:lnTo>
                      <a:pt x="125" y="140"/>
                    </a:lnTo>
                    <a:lnTo>
                      <a:pt x="131" y="198"/>
                    </a:lnTo>
                    <a:lnTo>
                      <a:pt x="135" y="258"/>
                    </a:lnTo>
                    <a:lnTo>
                      <a:pt x="136" y="297"/>
                    </a:lnTo>
                    <a:lnTo>
                      <a:pt x="142" y="319"/>
                    </a:lnTo>
                    <a:lnTo>
                      <a:pt x="143" y="329"/>
                    </a:lnTo>
                    <a:lnTo>
                      <a:pt x="135" y="337"/>
                    </a:lnTo>
                    <a:lnTo>
                      <a:pt x="115" y="341"/>
                    </a:lnTo>
                    <a:lnTo>
                      <a:pt x="83" y="348"/>
                    </a:lnTo>
                    <a:lnTo>
                      <a:pt x="50" y="365"/>
                    </a:lnTo>
                    <a:lnTo>
                      <a:pt x="25" y="375"/>
                    </a:lnTo>
                    <a:lnTo>
                      <a:pt x="11" y="368"/>
                    </a:lnTo>
                    <a:lnTo>
                      <a:pt x="0" y="351"/>
                    </a:lnTo>
                    <a:lnTo>
                      <a:pt x="13" y="341"/>
                    </a:lnTo>
                    <a:lnTo>
                      <a:pt x="52" y="334"/>
                    </a:lnTo>
                    <a:lnTo>
                      <a:pt x="97" y="329"/>
                    </a:lnTo>
                    <a:lnTo>
                      <a:pt x="117" y="329"/>
                    </a:lnTo>
                    <a:lnTo>
                      <a:pt x="122" y="316"/>
                    </a:lnTo>
                    <a:lnTo>
                      <a:pt x="121" y="280"/>
                    </a:lnTo>
                    <a:lnTo>
                      <a:pt x="115" y="222"/>
                    </a:lnTo>
                    <a:lnTo>
                      <a:pt x="107" y="162"/>
                    </a:lnTo>
                    <a:lnTo>
                      <a:pt x="99" y="102"/>
                    </a:lnTo>
                    <a:lnTo>
                      <a:pt x="79" y="56"/>
                    </a:lnTo>
                    <a:lnTo>
                      <a:pt x="68" y="20"/>
                    </a:lnTo>
                    <a:lnTo>
                      <a:pt x="76" y="8"/>
                    </a:lnTo>
                    <a:lnTo>
                      <a:pt x="90" y="0"/>
                    </a:lnTo>
                  </a:path>
                </a:pathLst>
              </a:custGeom>
              <a:solidFill>
                <a:schemeClr val="accent1"/>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22" name="Freeform 26"/>
              <p:cNvSpPr/>
              <p:nvPr/>
            </p:nvSpPr>
            <p:spPr bwMode="auto">
              <a:xfrm>
                <a:off x="4134" y="3934"/>
                <a:ext cx="150" cy="332"/>
              </a:xfrm>
              <a:custGeom>
                <a:avLst/>
                <a:gdLst/>
                <a:ahLst/>
                <a:cxnLst>
                  <a:cxn ang="0">
                    <a:pos x="93" y="71"/>
                  </a:cxn>
                  <a:cxn ang="0">
                    <a:pos x="101" y="29"/>
                  </a:cxn>
                  <a:cxn ang="0">
                    <a:pos x="123" y="0"/>
                  </a:cxn>
                  <a:cxn ang="0">
                    <a:pos x="136" y="8"/>
                  </a:cxn>
                  <a:cxn ang="0">
                    <a:pos x="147" y="26"/>
                  </a:cxn>
                  <a:cxn ang="0">
                    <a:pos x="141" y="45"/>
                  </a:cxn>
                  <a:cxn ang="0">
                    <a:pos x="130" y="56"/>
                  </a:cxn>
                  <a:cxn ang="0">
                    <a:pos x="119" y="92"/>
                  </a:cxn>
                  <a:cxn ang="0">
                    <a:pos x="115" y="125"/>
                  </a:cxn>
                  <a:cxn ang="0">
                    <a:pos x="115" y="170"/>
                  </a:cxn>
                  <a:cxn ang="0">
                    <a:pos x="112" y="209"/>
                  </a:cxn>
                  <a:cxn ang="0">
                    <a:pos x="115" y="260"/>
                  </a:cxn>
                  <a:cxn ang="0">
                    <a:pos x="119" y="288"/>
                  </a:cxn>
                  <a:cxn ang="0">
                    <a:pos x="122" y="300"/>
                  </a:cxn>
                  <a:cxn ang="0">
                    <a:pos x="116" y="307"/>
                  </a:cxn>
                  <a:cxn ang="0">
                    <a:pos x="98" y="310"/>
                  </a:cxn>
                  <a:cxn ang="0">
                    <a:pos x="66" y="314"/>
                  </a:cxn>
                  <a:cxn ang="0">
                    <a:pos x="37" y="328"/>
                  </a:cxn>
                  <a:cxn ang="0">
                    <a:pos x="22" y="332"/>
                  </a:cxn>
                  <a:cxn ang="0">
                    <a:pos x="0" y="318"/>
                  </a:cxn>
                  <a:cxn ang="0">
                    <a:pos x="0" y="311"/>
                  </a:cxn>
                  <a:cxn ang="0">
                    <a:pos x="21" y="307"/>
                  </a:cxn>
                  <a:cxn ang="0">
                    <a:pos x="77" y="300"/>
                  </a:cxn>
                  <a:cxn ang="0">
                    <a:pos x="101" y="300"/>
                  </a:cxn>
                  <a:cxn ang="0">
                    <a:pos x="105" y="289"/>
                  </a:cxn>
                  <a:cxn ang="0">
                    <a:pos x="104" y="260"/>
                  </a:cxn>
                  <a:cxn ang="0">
                    <a:pos x="101" y="206"/>
                  </a:cxn>
                  <a:cxn ang="0">
                    <a:pos x="98" y="156"/>
                  </a:cxn>
                  <a:cxn ang="0">
                    <a:pos x="97" y="104"/>
                  </a:cxn>
                  <a:cxn ang="0">
                    <a:pos x="93" y="71"/>
                  </a:cxn>
                </a:cxnLst>
                <a:rect l="0" t="0" r="r" b="b"/>
                <a:pathLst>
                  <a:path w="148" h="333">
                    <a:moveTo>
                      <a:pt x="93" y="71"/>
                    </a:moveTo>
                    <a:lnTo>
                      <a:pt x="101" y="29"/>
                    </a:lnTo>
                    <a:lnTo>
                      <a:pt x="123" y="0"/>
                    </a:lnTo>
                    <a:lnTo>
                      <a:pt x="136" y="8"/>
                    </a:lnTo>
                    <a:lnTo>
                      <a:pt x="147" y="26"/>
                    </a:lnTo>
                    <a:lnTo>
                      <a:pt x="141" y="45"/>
                    </a:lnTo>
                    <a:lnTo>
                      <a:pt x="130" y="56"/>
                    </a:lnTo>
                    <a:lnTo>
                      <a:pt x="119" y="92"/>
                    </a:lnTo>
                    <a:lnTo>
                      <a:pt x="115" y="125"/>
                    </a:lnTo>
                    <a:lnTo>
                      <a:pt x="115" y="170"/>
                    </a:lnTo>
                    <a:lnTo>
                      <a:pt x="112" y="209"/>
                    </a:lnTo>
                    <a:lnTo>
                      <a:pt x="115" y="260"/>
                    </a:lnTo>
                    <a:lnTo>
                      <a:pt x="119" y="288"/>
                    </a:lnTo>
                    <a:lnTo>
                      <a:pt x="122" y="300"/>
                    </a:lnTo>
                    <a:lnTo>
                      <a:pt x="116" y="307"/>
                    </a:lnTo>
                    <a:lnTo>
                      <a:pt x="98" y="310"/>
                    </a:lnTo>
                    <a:lnTo>
                      <a:pt x="66" y="314"/>
                    </a:lnTo>
                    <a:lnTo>
                      <a:pt x="37" y="328"/>
                    </a:lnTo>
                    <a:lnTo>
                      <a:pt x="22" y="332"/>
                    </a:lnTo>
                    <a:lnTo>
                      <a:pt x="0" y="318"/>
                    </a:lnTo>
                    <a:lnTo>
                      <a:pt x="0" y="311"/>
                    </a:lnTo>
                    <a:lnTo>
                      <a:pt x="21" y="307"/>
                    </a:lnTo>
                    <a:lnTo>
                      <a:pt x="77" y="300"/>
                    </a:lnTo>
                    <a:lnTo>
                      <a:pt x="101" y="300"/>
                    </a:lnTo>
                    <a:lnTo>
                      <a:pt x="105" y="289"/>
                    </a:lnTo>
                    <a:lnTo>
                      <a:pt x="104" y="260"/>
                    </a:lnTo>
                    <a:lnTo>
                      <a:pt x="101" y="206"/>
                    </a:lnTo>
                    <a:lnTo>
                      <a:pt x="98" y="156"/>
                    </a:lnTo>
                    <a:lnTo>
                      <a:pt x="97" y="104"/>
                    </a:lnTo>
                    <a:lnTo>
                      <a:pt x="93" y="71"/>
                    </a:lnTo>
                  </a:path>
                </a:pathLst>
              </a:custGeom>
              <a:solidFill>
                <a:schemeClr val="accent1"/>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23" name="Freeform 27"/>
              <p:cNvSpPr/>
              <p:nvPr/>
            </p:nvSpPr>
            <p:spPr bwMode="auto">
              <a:xfrm>
                <a:off x="4169" y="3595"/>
                <a:ext cx="99" cy="367"/>
              </a:xfrm>
              <a:custGeom>
                <a:avLst/>
                <a:gdLst/>
                <a:ahLst/>
                <a:cxnLst>
                  <a:cxn ang="0">
                    <a:pos x="41" y="33"/>
                  </a:cxn>
                  <a:cxn ang="0">
                    <a:pos x="58" y="2"/>
                  </a:cxn>
                  <a:cxn ang="0">
                    <a:pos x="83" y="0"/>
                  </a:cxn>
                  <a:cxn ang="0">
                    <a:pos x="98" y="21"/>
                  </a:cxn>
                  <a:cxn ang="0">
                    <a:pos x="95" y="45"/>
                  </a:cxn>
                  <a:cxn ang="0">
                    <a:pos x="79" y="53"/>
                  </a:cxn>
                  <a:cxn ang="0">
                    <a:pos x="62" y="66"/>
                  </a:cxn>
                  <a:cxn ang="0">
                    <a:pos x="47" y="89"/>
                  </a:cxn>
                  <a:cxn ang="0">
                    <a:pos x="37" y="112"/>
                  </a:cxn>
                  <a:cxn ang="0">
                    <a:pos x="27" y="154"/>
                  </a:cxn>
                  <a:cxn ang="0">
                    <a:pos x="16" y="206"/>
                  </a:cxn>
                  <a:cxn ang="0">
                    <a:pos x="16" y="262"/>
                  </a:cxn>
                  <a:cxn ang="0">
                    <a:pos x="27" y="296"/>
                  </a:cxn>
                  <a:cxn ang="0">
                    <a:pos x="34" y="323"/>
                  </a:cxn>
                  <a:cxn ang="0">
                    <a:pos x="44" y="340"/>
                  </a:cxn>
                  <a:cxn ang="0">
                    <a:pos x="44" y="359"/>
                  </a:cxn>
                  <a:cxn ang="0">
                    <a:pos x="30" y="366"/>
                  </a:cxn>
                  <a:cxn ang="0">
                    <a:pos x="18" y="353"/>
                  </a:cxn>
                  <a:cxn ang="0">
                    <a:pos x="5" y="334"/>
                  </a:cxn>
                  <a:cxn ang="0">
                    <a:pos x="7" y="315"/>
                  </a:cxn>
                  <a:cxn ang="0">
                    <a:pos x="4" y="259"/>
                  </a:cxn>
                  <a:cxn ang="0">
                    <a:pos x="0" y="217"/>
                  </a:cxn>
                  <a:cxn ang="0">
                    <a:pos x="2" y="175"/>
                  </a:cxn>
                  <a:cxn ang="0">
                    <a:pos x="9" y="116"/>
                  </a:cxn>
                  <a:cxn ang="0">
                    <a:pos x="25" y="70"/>
                  </a:cxn>
                  <a:cxn ang="0">
                    <a:pos x="41" y="33"/>
                  </a:cxn>
                </a:cxnLst>
                <a:rect l="0" t="0" r="r" b="b"/>
                <a:pathLst>
                  <a:path w="99" h="367">
                    <a:moveTo>
                      <a:pt x="41" y="33"/>
                    </a:moveTo>
                    <a:lnTo>
                      <a:pt x="58" y="2"/>
                    </a:lnTo>
                    <a:lnTo>
                      <a:pt x="83" y="0"/>
                    </a:lnTo>
                    <a:lnTo>
                      <a:pt x="98" y="21"/>
                    </a:lnTo>
                    <a:lnTo>
                      <a:pt x="95" y="45"/>
                    </a:lnTo>
                    <a:lnTo>
                      <a:pt x="79" y="53"/>
                    </a:lnTo>
                    <a:lnTo>
                      <a:pt x="62" y="66"/>
                    </a:lnTo>
                    <a:lnTo>
                      <a:pt x="47" y="89"/>
                    </a:lnTo>
                    <a:lnTo>
                      <a:pt x="37" y="112"/>
                    </a:lnTo>
                    <a:lnTo>
                      <a:pt x="27" y="154"/>
                    </a:lnTo>
                    <a:lnTo>
                      <a:pt x="16" y="206"/>
                    </a:lnTo>
                    <a:lnTo>
                      <a:pt x="16" y="262"/>
                    </a:lnTo>
                    <a:lnTo>
                      <a:pt x="27" y="296"/>
                    </a:lnTo>
                    <a:lnTo>
                      <a:pt x="34" y="323"/>
                    </a:lnTo>
                    <a:lnTo>
                      <a:pt x="44" y="340"/>
                    </a:lnTo>
                    <a:lnTo>
                      <a:pt x="44" y="359"/>
                    </a:lnTo>
                    <a:lnTo>
                      <a:pt x="30" y="366"/>
                    </a:lnTo>
                    <a:lnTo>
                      <a:pt x="18" y="353"/>
                    </a:lnTo>
                    <a:lnTo>
                      <a:pt x="5" y="334"/>
                    </a:lnTo>
                    <a:lnTo>
                      <a:pt x="7" y="315"/>
                    </a:lnTo>
                    <a:lnTo>
                      <a:pt x="4" y="259"/>
                    </a:lnTo>
                    <a:lnTo>
                      <a:pt x="0" y="217"/>
                    </a:lnTo>
                    <a:lnTo>
                      <a:pt x="2" y="175"/>
                    </a:lnTo>
                    <a:lnTo>
                      <a:pt x="9" y="116"/>
                    </a:lnTo>
                    <a:lnTo>
                      <a:pt x="25" y="70"/>
                    </a:lnTo>
                    <a:lnTo>
                      <a:pt x="41" y="33"/>
                    </a:lnTo>
                  </a:path>
                </a:pathLst>
              </a:custGeom>
              <a:solidFill>
                <a:schemeClr val="accent1"/>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24" name="Freeform 28"/>
              <p:cNvSpPr/>
              <p:nvPr/>
            </p:nvSpPr>
            <p:spPr bwMode="auto">
              <a:xfrm>
                <a:off x="4139" y="3364"/>
                <a:ext cx="188" cy="202"/>
              </a:xfrm>
              <a:custGeom>
                <a:avLst/>
                <a:gdLst/>
                <a:ahLst/>
                <a:cxnLst>
                  <a:cxn ang="0">
                    <a:pos x="47" y="98"/>
                  </a:cxn>
                  <a:cxn ang="0">
                    <a:pos x="43" y="69"/>
                  </a:cxn>
                  <a:cxn ang="0">
                    <a:pos x="43" y="41"/>
                  </a:cxn>
                  <a:cxn ang="0">
                    <a:pos x="51" y="19"/>
                  </a:cxn>
                  <a:cxn ang="0">
                    <a:pos x="65" y="8"/>
                  </a:cxn>
                  <a:cxn ang="0">
                    <a:pos x="94" y="0"/>
                  </a:cxn>
                  <a:cxn ang="0">
                    <a:pos x="115" y="1"/>
                  </a:cxn>
                  <a:cxn ang="0">
                    <a:pos x="138" y="11"/>
                  </a:cxn>
                  <a:cxn ang="0">
                    <a:pos x="156" y="33"/>
                  </a:cxn>
                  <a:cxn ang="0">
                    <a:pos x="169" y="59"/>
                  </a:cxn>
                  <a:cxn ang="0">
                    <a:pos x="178" y="93"/>
                  </a:cxn>
                  <a:cxn ang="0">
                    <a:pos x="184" y="127"/>
                  </a:cxn>
                  <a:cxn ang="0">
                    <a:pos x="184" y="152"/>
                  </a:cxn>
                  <a:cxn ang="0">
                    <a:pos x="176" y="179"/>
                  </a:cxn>
                  <a:cxn ang="0">
                    <a:pos x="160" y="194"/>
                  </a:cxn>
                  <a:cxn ang="0">
                    <a:pos x="134" y="201"/>
                  </a:cxn>
                  <a:cxn ang="0">
                    <a:pos x="119" y="201"/>
                  </a:cxn>
                  <a:cxn ang="0">
                    <a:pos x="101" y="190"/>
                  </a:cxn>
                  <a:cxn ang="0">
                    <a:pos x="83" y="166"/>
                  </a:cxn>
                  <a:cxn ang="0">
                    <a:pos x="69" y="143"/>
                  </a:cxn>
                  <a:cxn ang="0">
                    <a:pos x="23" y="158"/>
                  </a:cxn>
                  <a:cxn ang="0">
                    <a:pos x="9" y="162"/>
                  </a:cxn>
                  <a:cxn ang="0">
                    <a:pos x="0" y="159"/>
                  </a:cxn>
                  <a:cxn ang="0">
                    <a:pos x="2" y="150"/>
                  </a:cxn>
                  <a:cxn ang="0">
                    <a:pos x="55" y="127"/>
                  </a:cxn>
                  <a:cxn ang="0">
                    <a:pos x="47" y="98"/>
                  </a:cxn>
                </a:cxnLst>
                <a:rect l="0" t="0" r="r" b="b"/>
                <a:pathLst>
                  <a:path w="185" h="202">
                    <a:moveTo>
                      <a:pt x="47" y="98"/>
                    </a:moveTo>
                    <a:lnTo>
                      <a:pt x="43" y="69"/>
                    </a:lnTo>
                    <a:lnTo>
                      <a:pt x="43" y="41"/>
                    </a:lnTo>
                    <a:lnTo>
                      <a:pt x="51" y="19"/>
                    </a:lnTo>
                    <a:lnTo>
                      <a:pt x="65" y="8"/>
                    </a:lnTo>
                    <a:lnTo>
                      <a:pt x="94" y="0"/>
                    </a:lnTo>
                    <a:lnTo>
                      <a:pt x="115" y="1"/>
                    </a:lnTo>
                    <a:lnTo>
                      <a:pt x="138" y="11"/>
                    </a:lnTo>
                    <a:lnTo>
                      <a:pt x="156" y="33"/>
                    </a:lnTo>
                    <a:lnTo>
                      <a:pt x="169" y="59"/>
                    </a:lnTo>
                    <a:lnTo>
                      <a:pt x="178" y="93"/>
                    </a:lnTo>
                    <a:lnTo>
                      <a:pt x="184" y="127"/>
                    </a:lnTo>
                    <a:lnTo>
                      <a:pt x="184" y="152"/>
                    </a:lnTo>
                    <a:lnTo>
                      <a:pt x="176" y="179"/>
                    </a:lnTo>
                    <a:lnTo>
                      <a:pt x="160" y="194"/>
                    </a:lnTo>
                    <a:lnTo>
                      <a:pt x="134" y="201"/>
                    </a:lnTo>
                    <a:lnTo>
                      <a:pt x="119" y="201"/>
                    </a:lnTo>
                    <a:lnTo>
                      <a:pt x="101" y="190"/>
                    </a:lnTo>
                    <a:lnTo>
                      <a:pt x="83" y="166"/>
                    </a:lnTo>
                    <a:lnTo>
                      <a:pt x="69" y="143"/>
                    </a:lnTo>
                    <a:lnTo>
                      <a:pt x="23" y="158"/>
                    </a:lnTo>
                    <a:lnTo>
                      <a:pt x="9" y="162"/>
                    </a:lnTo>
                    <a:lnTo>
                      <a:pt x="0" y="159"/>
                    </a:lnTo>
                    <a:lnTo>
                      <a:pt x="2" y="150"/>
                    </a:lnTo>
                    <a:lnTo>
                      <a:pt x="55" y="127"/>
                    </a:lnTo>
                    <a:lnTo>
                      <a:pt x="47" y="98"/>
                    </a:lnTo>
                  </a:path>
                </a:pathLst>
              </a:custGeom>
              <a:solidFill>
                <a:schemeClr val="accent1"/>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grpSp>
        <p:grpSp>
          <p:nvGrpSpPr>
            <p:cNvPr id="21520" name="Group 29"/>
            <p:cNvGrpSpPr>
              <a:grpSpLocks noChangeAspect="1"/>
            </p:cNvGrpSpPr>
            <p:nvPr/>
          </p:nvGrpSpPr>
          <p:grpSpPr bwMode="auto">
            <a:xfrm>
              <a:off x="1920" y="2832"/>
              <a:ext cx="2217" cy="631"/>
              <a:chOff x="3542" y="3596"/>
              <a:chExt cx="2217" cy="631"/>
            </a:xfrm>
          </p:grpSpPr>
          <p:sp>
            <p:nvSpPr>
              <p:cNvPr id="157726" name="Freeform 30"/>
              <p:cNvSpPr/>
              <p:nvPr/>
            </p:nvSpPr>
            <p:spPr bwMode="auto">
              <a:xfrm>
                <a:off x="5244" y="3621"/>
                <a:ext cx="515" cy="606"/>
              </a:xfrm>
              <a:custGeom>
                <a:avLst/>
                <a:gdLst/>
                <a:ahLst/>
                <a:cxnLst>
                  <a:cxn ang="0">
                    <a:pos x="51" y="306"/>
                  </a:cxn>
                  <a:cxn ang="0">
                    <a:pos x="29" y="337"/>
                  </a:cxn>
                  <a:cxn ang="0">
                    <a:pos x="9" y="391"/>
                  </a:cxn>
                  <a:cxn ang="0">
                    <a:pos x="0" y="459"/>
                  </a:cxn>
                  <a:cxn ang="0">
                    <a:pos x="8" y="510"/>
                  </a:cxn>
                  <a:cxn ang="0">
                    <a:pos x="34" y="551"/>
                  </a:cxn>
                  <a:cxn ang="0">
                    <a:pos x="69" y="587"/>
                  </a:cxn>
                  <a:cxn ang="0">
                    <a:pos x="106" y="605"/>
                  </a:cxn>
                  <a:cxn ang="0">
                    <a:pos x="154" y="598"/>
                  </a:cxn>
                  <a:cxn ang="0">
                    <a:pos x="193" y="587"/>
                  </a:cxn>
                  <a:cxn ang="0">
                    <a:pos x="227" y="569"/>
                  </a:cxn>
                  <a:cxn ang="0">
                    <a:pos x="255" y="529"/>
                  </a:cxn>
                  <a:cxn ang="0">
                    <a:pos x="272" y="492"/>
                  </a:cxn>
                  <a:cxn ang="0">
                    <a:pos x="275" y="443"/>
                  </a:cxn>
                  <a:cxn ang="0">
                    <a:pos x="275" y="420"/>
                  </a:cxn>
                  <a:cxn ang="0">
                    <a:pos x="303" y="459"/>
                  </a:cxn>
                  <a:cxn ang="0">
                    <a:pos x="357" y="487"/>
                  </a:cxn>
                  <a:cxn ang="0">
                    <a:pos x="383" y="492"/>
                  </a:cxn>
                  <a:cxn ang="0">
                    <a:pos x="428" y="484"/>
                  </a:cxn>
                  <a:cxn ang="0">
                    <a:pos x="458" y="472"/>
                  </a:cxn>
                  <a:cxn ang="0">
                    <a:pos x="482" y="431"/>
                  </a:cxn>
                  <a:cxn ang="0">
                    <a:pos x="510" y="393"/>
                  </a:cxn>
                  <a:cxn ang="0">
                    <a:pos x="511" y="336"/>
                  </a:cxn>
                  <a:cxn ang="0">
                    <a:pos x="513" y="294"/>
                  </a:cxn>
                  <a:cxn ang="0">
                    <a:pos x="511" y="257"/>
                  </a:cxn>
                  <a:cxn ang="0">
                    <a:pos x="477" y="206"/>
                  </a:cxn>
                  <a:cxn ang="0">
                    <a:pos x="443" y="182"/>
                  </a:cxn>
                  <a:cxn ang="0">
                    <a:pos x="404" y="171"/>
                  </a:cxn>
                  <a:cxn ang="0">
                    <a:pos x="358" y="171"/>
                  </a:cxn>
                  <a:cxn ang="0">
                    <a:pos x="322" y="178"/>
                  </a:cxn>
                  <a:cxn ang="0">
                    <a:pos x="307" y="199"/>
                  </a:cxn>
                  <a:cxn ang="0">
                    <a:pos x="287" y="216"/>
                  </a:cxn>
                  <a:cxn ang="0">
                    <a:pos x="289" y="162"/>
                  </a:cxn>
                  <a:cxn ang="0">
                    <a:pos x="284" y="101"/>
                  </a:cxn>
                  <a:cxn ang="0">
                    <a:pos x="251" y="54"/>
                  </a:cxn>
                  <a:cxn ang="0">
                    <a:pos x="222" y="25"/>
                  </a:cxn>
                  <a:cxn ang="0">
                    <a:pos x="189" y="5"/>
                  </a:cxn>
                  <a:cxn ang="0">
                    <a:pos x="167" y="0"/>
                  </a:cxn>
                  <a:cxn ang="0">
                    <a:pos x="133" y="1"/>
                  </a:cxn>
                  <a:cxn ang="0">
                    <a:pos x="101" y="11"/>
                  </a:cxn>
                  <a:cxn ang="0">
                    <a:pos x="66" y="29"/>
                  </a:cxn>
                  <a:cxn ang="0">
                    <a:pos x="41" y="62"/>
                  </a:cxn>
                  <a:cxn ang="0">
                    <a:pos x="28" y="95"/>
                  </a:cxn>
                  <a:cxn ang="0">
                    <a:pos x="23" y="155"/>
                  </a:cxn>
                  <a:cxn ang="0">
                    <a:pos x="21" y="184"/>
                  </a:cxn>
                  <a:cxn ang="0">
                    <a:pos x="31" y="219"/>
                  </a:cxn>
                  <a:cxn ang="0">
                    <a:pos x="40" y="242"/>
                  </a:cxn>
                  <a:cxn ang="0">
                    <a:pos x="47" y="257"/>
                  </a:cxn>
                  <a:cxn ang="0">
                    <a:pos x="51" y="306"/>
                  </a:cxn>
                </a:cxnLst>
                <a:rect l="0" t="0" r="r" b="b"/>
                <a:pathLst>
                  <a:path w="514" h="606">
                    <a:moveTo>
                      <a:pt x="51" y="306"/>
                    </a:moveTo>
                    <a:lnTo>
                      <a:pt x="29" y="337"/>
                    </a:lnTo>
                    <a:lnTo>
                      <a:pt x="9" y="391"/>
                    </a:lnTo>
                    <a:lnTo>
                      <a:pt x="0" y="459"/>
                    </a:lnTo>
                    <a:lnTo>
                      <a:pt x="8" y="510"/>
                    </a:lnTo>
                    <a:lnTo>
                      <a:pt x="34" y="551"/>
                    </a:lnTo>
                    <a:lnTo>
                      <a:pt x="69" y="587"/>
                    </a:lnTo>
                    <a:lnTo>
                      <a:pt x="106" y="605"/>
                    </a:lnTo>
                    <a:lnTo>
                      <a:pt x="154" y="598"/>
                    </a:lnTo>
                    <a:lnTo>
                      <a:pt x="193" y="587"/>
                    </a:lnTo>
                    <a:lnTo>
                      <a:pt x="227" y="569"/>
                    </a:lnTo>
                    <a:lnTo>
                      <a:pt x="255" y="529"/>
                    </a:lnTo>
                    <a:lnTo>
                      <a:pt x="272" y="492"/>
                    </a:lnTo>
                    <a:lnTo>
                      <a:pt x="275" y="443"/>
                    </a:lnTo>
                    <a:lnTo>
                      <a:pt x="275" y="420"/>
                    </a:lnTo>
                    <a:lnTo>
                      <a:pt x="303" y="459"/>
                    </a:lnTo>
                    <a:lnTo>
                      <a:pt x="357" y="487"/>
                    </a:lnTo>
                    <a:lnTo>
                      <a:pt x="383" y="492"/>
                    </a:lnTo>
                    <a:lnTo>
                      <a:pt x="428" y="484"/>
                    </a:lnTo>
                    <a:lnTo>
                      <a:pt x="458" y="472"/>
                    </a:lnTo>
                    <a:lnTo>
                      <a:pt x="482" y="431"/>
                    </a:lnTo>
                    <a:lnTo>
                      <a:pt x="510" y="393"/>
                    </a:lnTo>
                    <a:lnTo>
                      <a:pt x="511" y="336"/>
                    </a:lnTo>
                    <a:lnTo>
                      <a:pt x="513" y="294"/>
                    </a:lnTo>
                    <a:lnTo>
                      <a:pt x="511" y="257"/>
                    </a:lnTo>
                    <a:lnTo>
                      <a:pt x="477" y="206"/>
                    </a:lnTo>
                    <a:lnTo>
                      <a:pt x="443" y="182"/>
                    </a:lnTo>
                    <a:lnTo>
                      <a:pt x="404" y="171"/>
                    </a:lnTo>
                    <a:lnTo>
                      <a:pt x="358" y="171"/>
                    </a:lnTo>
                    <a:lnTo>
                      <a:pt x="322" y="178"/>
                    </a:lnTo>
                    <a:lnTo>
                      <a:pt x="307" y="199"/>
                    </a:lnTo>
                    <a:lnTo>
                      <a:pt x="287" y="216"/>
                    </a:lnTo>
                    <a:lnTo>
                      <a:pt x="289" y="162"/>
                    </a:lnTo>
                    <a:lnTo>
                      <a:pt x="284" y="101"/>
                    </a:lnTo>
                    <a:lnTo>
                      <a:pt x="251" y="54"/>
                    </a:lnTo>
                    <a:lnTo>
                      <a:pt x="222" y="25"/>
                    </a:lnTo>
                    <a:lnTo>
                      <a:pt x="189" y="5"/>
                    </a:lnTo>
                    <a:lnTo>
                      <a:pt x="167" y="0"/>
                    </a:lnTo>
                    <a:lnTo>
                      <a:pt x="133" y="1"/>
                    </a:lnTo>
                    <a:lnTo>
                      <a:pt x="101" y="11"/>
                    </a:lnTo>
                    <a:lnTo>
                      <a:pt x="66" y="29"/>
                    </a:lnTo>
                    <a:lnTo>
                      <a:pt x="41" y="62"/>
                    </a:lnTo>
                    <a:lnTo>
                      <a:pt x="28" y="95"/>
                    </a:lnTo>
                    <a:lnTo>
                      <a:pt x="23" y="155"/>
                    </a:lnTo>
                    <a:lnTo>
                      <a:pt x="21" y="184"/>
                    </a:lnTo>
                    <a:lnTo>
                      <a:pt x="31" y="219"/>
                    </a:lnTo>
                    <a:lnTo>
                      <a:pt x="40" y="242"/>
                    </a:lnTo>
                    <a:lnTo>
                      <a:pt x="47" y="257"/>
                    </a:lnTo>
                    <a:lnTo>
                      <a:pt x="51" y="306"/>
                    </a:lnTo>
                  </a:path>
                </a:pathLst>
              </a:custGeom>
              <a:solidFill>
                <a:srgbClr val="CC9900"/>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27" name="Freeform 31"/>
              <p:cNvSpPr/>
              <p:nvPr/>
            </p:nvSpPr>
            <p:spPr bwMode="auto">
              <a:xfrm>
                <a:off x="5234" y="3596"/>
                <a:ext cx="514" cy="604"/>
              </a:xfrm>
              <a:custGeom>
                <a:avLst/>
                <a:gdLst/>
                <a:ahLst/>
                <a:cxnLst>
                  <a:cxn ang="0">
                    <a:pos x="47" y="306"/>
                  </a:cxn>
                  <a:cxn ang="0">
                    <a:pos x="31" y="340"/>
                  </a:cxn>
                  <a:cxn ang="0">
                    <a:pos x="8" y="389"/>
                  </a:cxn>
                  <a:cxn ang="0">
                    <a:pos x="0" y="455"/>
                  </a:cxn>
                  <a:cxn ang="0">
                    <a:pos x="11" y="513"/>
                  </a:cxn>
                  <a:cxn ang="0">
                    <a:pos x="31" y="550"/>
                  </a:cxn>
                  <a:cxn ang="0">
                    <a:pos x="71" y="588"/>
                  </a:cxn>
                  <a:cxn ang="0">
                    <a:pos x="106" y="603"/>
                  </a:cxn>
                  <a:cxn ang="0">
                    <a:pos x="150" y="598"/>
                  </a:cxn>
                  <a:cxn ang="0">
                    <a:pos x="195" y="591"/>
                  </a:cxn>
                  <a:cxn ang="0">
                    <a:pos x="228" y="567"/>
                  </a:cxn>
                  <a:cxn ang="0">
                    <a:pos x="251" y="528"/>
                  </a:cxn>
                  <a:cxn ang="0">
                    <a:pos x="272" y="491"/>
                  </a:cxn>
                  <a:cxn ang="0">
                    <a:pos x="271" y="441"/>
                  </a:cxn>
                  <a:cxn ang="0">
                    <a:pos x="276" y="420"/>
                  </a:cxn>
                  <a:cxn ang="0">
                    <a:pos x="300" y="458"/>
                  </a:cxn>
                  <a:cxn ang="0">
                    <a:pos x="358" y="490"/>
                  </a:cxn>
                  <a:cxn ang="0">
                    <a:pos x="381" y="490"/>
                  </a:cxn>
                  <a:cxn ang="0">
                    <a:pos x="428" y="483"/>
                  </a:cxn>
                  <a:cxn ang="0">
                    <a:pos x="455" y="471"/>
                  </a:cxn>
                  <a:cxn ang="0">
                    <a:pos x="482" y="428"/>
                  </a:cxn>
                  <a:cxn ang="0">
                    <a:pos x="508" y="392"/>
                  </a:cxn>
                  <a:cxn ang="0">
                    <a:pos x="512" y="334"/>
                  </a:cxn>
                  <a:cxn ang="0">
                    <a:pos x="513" y="297"/>
                  </a:cxn>
                  <a:cxn ang="0">
                    <a:pos x="508" y="257"/>
                  </a:cxn>
                  <a:cxn ang="0">
                    <a:pos x="473" y="205"/>
                  </a:cxn>
                  <a:cxn ang="0">
                    <a:pos x="443" y="180"/>
                  </a:cxn>
                  <a:cxn ang="0">
                    <a:pos x="401" y="176"/>
                  </a:cxn>
                  <a:cxn ang="0">
                    <a:pos x="359" y="169"/>
                  </a:cxn>
                  <a:cxn ang="0">
                    <a:pos x="318" y="176"/>
                  </a:cxn>
                  <a:cxn ang="0">
                    <a:pos x="307" y="198"/>
                  </a:cxn>
                  <a:cxn ang="0">
                    <a:pos x="284" y="214"/>
                  </a:cxn>
                  <a:cxn ang="0">
                    <a:pos x="286" y="160"/>
                  </a:cxn>
                  <a:cxn ang="0">
                    <a:pos x="280" y="99"/>
                  </a:cxn>
                  <a:cxn ang="0">
                    <a:pos x="249" y="50"/>
                  </a:cxn>
                  <a:cxn ang="0">
                    <a:pos x="223" y="23"/>
                  </a:cxn>
                  <a:cxn ang="0">
                    <a:pos x="191" y="4"/>
                  </a:cxn>
                  <a:cxn ang="0">
                    <a:pos x="164" y="3"/>
                  </a:cxn>
                  <a:cxn ang="0">
                    <a:pos x="130" y="0"/>
                  </a:cxn>
                  <a:cxn ang="0">
                    <a:pos x="102" y="9"/>
                  </a:cxn>
                  <a:cxn ang="0">
                    <a:pos x="67" y="27"/>
                  </a:cxn>
                  <a:cxn ang="0">
                    <a:pos x="43" y="59"/>
                  </a:cxn>
                  <a:cxn ang="0">
                    <a:pos x="29" y="94"/>
                  </a:cxn>
                  <a:cxn ang="0">
                    <a:pos x="20" y="158"/>
                  </a:cxn>
                  <a:cxn ang="0">
                    <a:pos x="16" y="183"/>
                  </a:cxn>
                  <a:cxn ang="0">
                    <a:pos x="26" y="218"/>
                  </a:cxn>
                  <a:cxn ang="0">
                    <a:pos x="43" y="243"/>
                  </a:cxn>
                  <a:cxn ang="0">
                    <a:pos x="47" y="257"/>
                  </a:cxn>
                  <a:cxn ang="0">
                    <a:pos x="47" y="306"/>
                  </a:cxn>
                </a:cxnLst>
                <a:rect l="0" t="0" r="r" b="b"/>
                <a:pathLst>
                  <a:path w="514" h="604">
                    <a:moveTo>
                      <a:pt x="47" y="306"/>
                    </a:moveTo>
                    <a:lnTo>
                      <a:pt x="31" y="340"/>
                    </a:lnTo>
                    <a:lnTo>
                      <a:pt x="8" y="389"/>
                    </a:lnTo>
                    <a:lnTo>
                      <a:pt x="0" y="455"/>
                    </a:lnTo>
                    <a:lnTo>
                      <a:pt x="11" y="513"/>
                    </a:lnTo>
                    <a:lnTo>
                      <a:pt x="31" y="550"/>
                    </a:lnTo>
                    <a:lnTo>
                      <a:pt x="71" y="588"/>
                    </a:lnTo>
                    <a:lnTo>
                      <a:pt x="106" y="603"/>
                    </a:lnTo>
                    <a:lnTo>
                      <a:pt x="150" y="598"/>
                    </a:lnTo>
                    <a:lnTo>
                      <a:pt x="195" y="591"/>
                    </a:lnTo>
                    <a:lnTo>
                      <a:pt x="228" y="567"/>
                    </a:lnTo>
                    <a:lnTo>
                      <a:pt x="251" y="528"/>
                    </a:lnTo>
                    <a:lnTo>
                      <a:pt x="272" y="491"/>
                    </a:lnTo>
                    <a:lnTo>
                      <a:pt x="271" y="441"/>
                    </a:lnTo>
                    <a:lnTo>
                      <a:pt x="276" y="420"/>
                    </a:lnTo>
                    <a:lnTo>
                      <a:pt x="300" y="458"/>
                    </a:lnTo>
                    <a:lnTo>
                      <a:pt x="358" y="490"/>
                    </a:lnTo>
                    <a:lnTo>
                      <a:pt x="381" y="490"/>
                    </a:lnTo>
                    <a:lnTo>
                      <a:pt x="428" y="483"/>
                    </a:lnTo>
                    <a:lnTo>
                      <a:pt x="455" y="471"/>
                    </a:lnTo>
                    <a:lnTo>
                      <a:pt x="482" y="428"/>
                    </a:lnTo>
                    <a:lnTo>
                      <a:pt x="508" y="392"/>
                    </a:lnTo>
                    <a:lnTo>
                      <a:pt x="512" y="334"/>
                    </a:lnTo>
                    <a:lnTo>
                      <a:pt x="513" y="297"/>
                    </a:lnTo>
                    <a:lnTo>
                      <a:pt x="508" y="257"/>
                    </a:lnTo>
                    <a:lnTo>
                      <a:pt x="473" y="205"/>
                    </a:lnTo>
                    <a:lnTo>
                      <a:pt x="443" y="180"/>
                    </a:lnTo>
                    <a:lnTo>
                      <a:pt x="401" y="176"/>
                    </a:lnTo>
                    <a:lnTo>
                      <a:pt x="359" y="169"/>
                    </a:lnTo>
                    <a:lnTo>
                      <a:pt x="318" y="176"/>
                    </a:lnTo>
                    <a:lnTo>
                      <a:pt x="307" y="198"/>
                    </a:lnTo>
                    <a:lnTo>
                      <a:pt x="284" y="214"/>
                    </a:lnTo>
                    <a:lnTo>
                      <a:pt x="286" y="160"/>
                    </a:lnTo>
                    <a:lnTo>
                      <a:pt x="280" y="99"/>
                    </a:lnTo>
                    <a:lnTo>
                      <a:pt x="249" y="50"/>
                    </a:lnTo>
                    <a:lnTo>
                      <a:pt x="223" y="23"/>
                    </a:lnTo>
                    <a:lnTo>
                      <a:pt x="191" y="4"/>
                    </a:lnTo>
                    <a:lnTo>
                      <a:pt x="164" y="3"/>
                    </a:lnTo>
                    <a:lnTo>
                      <a:pt x="130" y="0"/>
                    </a:lnTo>
                    <a:lnTo>
                      <a:pt x="102" y="9"/>
                    </a:lnTo>
                    <a:lnTo>
                      <a:pt x="67" y="27"/>
                    </a:lnTo>
                    <a:lnTo>
                      <a:pt x="43" y="59"/>
                    </a:lnTo>
                    <a:lnTo>
                      <a:pt x="29" y="94"/>
                    </a:lnTo>
                    <a:lnTo>
                      <a:pt x="20" y="158"/>
                    </a:lnTo>
                    <a:lnTo>
                      <a:pt x="16" y="183"/>
                    </a:lnTo>
                    <a:lnTo>
                      <a:pt x="26" y="218"/>
                    </a:lnTo>
                    <a:lnTo>
                      <a:pt x="43" y="243"/>
                    </a:lnTo>
                    <a:lnTo>
                      <a:pt x="47" y="257"/>
                    </a:lnTo>
                    <a:lnTo>
                      <a:pt x="47" y="306"/>
                    </a:lnTo>
                  </a:path>
                </a:pathLst>
              </a:custGeom>
              <a:solidFill>
                <a:srgbClr val="FFCC66"/>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28" name="Freeform 32"/>
              <p:cNvSpPr/>
              <p:nvPr/>
            </p:nvSpPr>
            <p:spPr bwMode="auto">
              <a:xfrm>
                <a:off x="3542" y="3693"/>
                <a:ext cx="1853" cy="262"/>
              </a:xfrm>
              <a:custGeom>
                <a:avLst/>
                <a:gdLst/>
                <a:ahLst/>
                <a:cxnLst>
                  <a:cxn ang="0">
                    <a:pos x="1851" y="211"/>
                  </a:cxn>
                  <a:cxn ang="0">
                    <a:pos x="1852" y="202"/>
                  </a:cxn>
                  <a:cxn ang="0">
                    <a:pos x="1850" y="193"/>
                  </a:cxn>
                  <a:cxn ang="0">
                    <a:pos x="1847" y="184"/>
                  </a:cxn>
                  <a:cxn ang="0">
                    <a:pos x="1841" y="175"/>
                  </a:cxn>
                  <a:cxn ang="0">
                    <a:pos x="1836" y="168"/>
                  </a:cxn>
                  <a:cxn ang="0">
                    <a:pos x="1828" y="162"/>
                  </a:cxn>
                  <a:cxn ang="0">
                    <a:pos x="1820" y="157"/>
                  </a:cxn>
                  <a:cxn ang="0">
                    <a:pos x="1811" y="154"/>
                  </a:cxn>
                  <a:cxn ang="0">
                    <a:pos x="1801" y="152"/>
                  </a:cxn>
                  <a:cxn ang="0">
                    <a:pos x="60" y="0"/>
                  </a:cxn>
                  <a:cxn ang="0">
                    <a:pos x="50" y="0"/>
                  </a:cxn>
                  <a:cxn ang="0">
                    <a:pos x="41" y="2"/>
                  </a:cxn>
                  <a:cxn ang="0">
                    <a:pos x="32" y="5"/>
                  </a:cxn>
                  <a:cxn ang="0">
                    <a:pos x="23" y="10"/>
                  </a:cxn>
                  <a:cxn ang="0">
                    <a:pos x="16" y="16"/>
                  </a:cxn>
                  <a:cxn ang="0">
                    <a:pos x="10" y="24"/>
                  </a:cxn>
                  <a:cxn ang="0">
                    <a:pos x="5" y="32"/>
                  </a:cxn>
                  <a:cxn ang="0">
                    <a:pos x="2" y="41"/>
                  </a:cxn>
                  <a:cxn ang="0">
                    <a:pos x="1" y="50"/>
                  </a:cxn>
                  <a:cxn ang="0">
                    <a:pos x="1" y="50"/>
                  </a:cxn>
                  <a:cxn ang="0">
                    <a:pos x="0" y="60"/>
                  </a:cxn>
                  <a:cxn ang="0">
                    <a:pos x="2" y="69"/>
                  </a:cxn>
                  <a:cxn ang="0">
                    <a:pos x="5" y="77"/>
                  </a:cxn>
                  <a:cxn ang="0">
                    <a:pos x="10" y="86"/>
                  </a:cxn>
                  <a:cxn ang="0">
                    <a:pos x="16" y="94"/>
                  </a:cxn>
                  <a:cxn ang="0">
                    <a:pos x="24" y="100"/>
                  </a:cxn>
                  <a:cxn ang="0">
                    <a:pos x="32" y="104"/>
                  </a:cxn>
                  <a:cxn ang="0">
                    <a:pos x="41" y="108"/>
                  </a:cxn>
                  <a:cxn ang="0">
                    <a:pos x="50" y="110"/>
                  </a:cxn>
                  <a:cxn ang="0">
                    <a:pos x="1792" y="261"/>
                  </a:cxn>
                  <a:cxn ang="0">
                    <a:pos x="1801" y="261"/>
                  </a:cxn>
                  <a:cxn ang="0">
                    <a:pos x="1811" y="259"/>
                  </a:cxn>
                  <a:cxn ang="0">
                    <a:pos x="1819" y="256"/>
                  </a:cxn>
                  <a:cxn ang="0">
                    <a:pos x="1828" y="252"/>
                  </a:cxn>
                  <a:cxn ang="0">
                    <a:pos x="1836" y="245"/>
                  </a:cxn>
                  <a:cxn ang="0">
                    <a:pos x="1842" y="238"/>
                  </a:cxn>
                  <a:cxn ang="0">
                    <a:pos x="1847" y="230"/>
                  </a:cxn>
                  <a:cxn ang="0">
                    <a:pos x="1850" y="221"/>
                  </a:cxn>
                  <a:cxn ang="0">
                    <a:pos x="1851" y="211"/>
                  </a:cxn>
                </a:cxnLst>
                <a:rect l="0" t="0" r="r" b="b"/>
                <a:pathLst>
                  <a:path w="1853" h="262">
                    <a:moveTo>
                      <a:pt x="1851" y="211"/>
                    </a:moveTo>
                    <a:lnTo>
                      <a:pt x="1852" y="202"/>
                    </a:lnTo>
                    <a:lnTo>
                      <a:pt x="1850" y="193"/>
                    </a:lnTo>
                    <a:lnTo>
                      <a:pt x="1847" y="184"/>
                    </a:lnTo>
                    <a:lnTo>
                      <a:pt x="1841" y="175"/>
                    </a:lnTo>
                    <a:lnTo>
                      <a:pt x="1836" y="168"/>
                    </a:lnTo>
                    <a:lnTo>
                      <a:pt x="1828" y="162"/>
                    </a:lnTo>
                    <a:lnTo>
                      <a:pt x="1820" y="157"/>
                    </a:lnTo>
                    <a:lnTo>
                      <a:pt x="1811" y="154"/>
                    </a:lnTo>
                    <a:lnTo>
                      <a:pt x="1801" y="152"/>
                    </a:lnTo>
                    <a:lnTo>
                      <a:pt x="60" y="0"/>
                    </a:lnTo>
                    <a:lnTo>
                      <a:pt x="50" y="0"/>
                    </a:lnTo>
                    <a:lnTo>
                      <a:pt x="41" y="2"/>
                    </a:lnTo>
                    <a:lnTo>
                      <a:pt x="32" y="5"/>
                    </a:lnTo>
                    <a:lnTo>
                      <a:pt x="23" y="10"/>
                    </a:lnTo>
                    <a:lnTo>
                      <a:pt x="16" y="16"/>
                    </a:lnTo>
                    <a:lnTo>
                      <a:pt x="10" y="24"/>
                    </a:lnTo>
                    <a:lnTo>
                      <a:pt x="5" y="32"/>
                    </a:lnTo>
                    <a:lnTo>
                      <a:pt x="2" y="41"/>
                    </a:lnTo>
                    <a:lnTo>
                      <a:pt x="1" y="50"/>
                    </a:lnTo>
                    <a:lnTo>
                      <a:pt x="1" y="50"/>
                    </a:lnTo>
                    <a:lnTo>
                      <a:pt x="0" y="60"/>
                    </a:lnTo>
                    <a:lnTo>
                      <a:pt x="2" y="69"/>
                    </a:lnTo>
                    <a:lnTo>
                      <a:pt x="5" y="77"/>
                    </a:lnTo>
                    <a:lnTo>
                      <a:pt x="10" y="86"/>
                    </a:lnTo>
                    <a:lnTo>
                      <a:pt x="16" y="94"/>
                    </a:lnTo>
                    <a:lnTo>
                      <a:pt x="24" y="100"/>
                    </a:lnTo>
                    <a:lnTo>
                      <a:pt x="32" y="104"/>
                    </a:lnTo>
                    <a:lnTo>
                      <a:pt x="41" y="108"/>
                    </a:lnTo>
                    <a:lnTo>
                      <a:pt x="50" y="110"/>
                    </a:lnTo>
                    <a:lnTo>
                      <a:pt x="1792" y="261"/>
                    </a:lnTo>
                    <a:lnTo>
                      <a:pt x="1801" y="261"/>
                    </a:lnTo>
                    <a:lnTo>
                      <a:pt x="1811" y="259"/>
                    </a:lnTo>
                    <a:lnTo>
                      <a:pt x="1819" y="256"/>
                    </a:lnTo>
                    <a:lnTo>
                      <a:pt x="1828" y="252"/>
                    </a:lnTo>
                    <a:lnTo>
                      <a:pt x="1836" y="245"/>
                    </a:lnTo>
                    <a:lnTo>
                      <a:pt x="1842" y="238"/>
                    </a:lnTo>
                    <a:lnTo>
                      <a:pt x="1847" y="230"/>
                    </a:lnTo>
                    <a:lnTo>
                      <a:pt x="1850" y="221"/>
                    </a:lnTo>
                    <a:lnTo>
                      <a:pt x="1851" y="211"/>
                    </a:lnTo>
                  </a:path>
                </a:pathLst>
              </a:custGeom>
              <a:solidFill>
                <a:srgbClr val="FFCC66"/>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29" name="Freeform 33"/>
              <p:cNvSpPr/>
              <p:nvPr/>
            </p:nvSpPr>
            <p:spPr bwMode="auto">
              <a:xfrm>
                <a:off x="5556" y="3856"/>
                <a:ext cx="119" cy="136"/>
              </a:xfrm>
              <a:custGeom>
                <a:avLst/>
                <a:gdLst/>
                <a:ahLst/>
                <a:cxnLst>
                  <a:cxn ang="0">
                    <a:pos x="51" y="135"/>
                  </a:cxn>
                  <a:cxn ang="0">
                    <a:pos x="61" y="134"/>
                  </a:cxn>
                  <a:cxn ang="0">
                    <a:pos x="71" y="132"/>
                  </a:cxn>
                  <a:cxn ang="0">
                    <a:pos x="80" y="128"/>
                  </a:cxn>
                  <a:cxn ang="0">
                    <a:pos x="89" y="122"/>
                  </a:cxn>
                  <a:cxn ang="0">
                    <a:pos x="97" y="114"/>
                  </a:cxn>
                  <a:cxn ang="0">
                    <a:pos x="103" y="105"/>
                  </a:cxn>
                  <a:cxn ang="0">
                    <a:pos x="109" y="95"/>
                  </a:cxn>
                  <a:cxn ang="0">
                    <a:pos x="112" y="84"/>
                  </a:cxn>
                  <a:cxn ang="0">
                    <a:pos x="114" y="73"/>
                  </a:cxn>
                  <a:cxn ang="0">
                    <a:pos x="114" y="61"/>
                  </a:cxn>
                  <a:cxn ang="0">
                    <a:pos x="113" y="49"/>
                  </a:cxn>
                  <a:cxn ang="0">
                    <a:pos x="109" y="39"/>
                  </a:cxn>
                  <a:cxn ang="0">
                    <a:pos x="104" y="28"/>
                  </a:cxn>
                  <a:cxn ang="0">
                    <a:pos x="98" y="19"/>
                  </a:cxn>
                  <a:cxn ang="0">
                    <a:pos x="91" y="12"/>
                  </a:cxn>
                  <a:cxn ang="0">
                    <a:pos x="82" y="6"/>
                  </a:cxn>
                  <a:cxn ang="0">
                    <a:pos x="73" y="3"/>
                  </a:cxn>
                  <a:cxn ang="0">
                    <a:pos x="63" y="0"/>
                  </a:cxn>
                  <a:cxn ang="0">
                    <a:pos x="53" y="1"/>
                  </a:cxn>
                  <a:cxn ang="0">
                    <a:pos x="44" y="3"/>
                  </a:cxn>
                  <a:cxn ang="0">
                    <a:pos x="34" y="7"/>
                  </a:cxn>
                  <a:cxn ang="0">
                    <a:pos x="25" y="13"/>
                  </a:cxn>
                  <a:cxn ang="0">
                    <a:pos x="18" y="21"/>
                  </a:cxn>
                  <a:cxn ang="0">
                    <a:pos x="11" y="30"/>
                  </a:cxn>
                  <a:cxn ang="0">
                    <a:pos x="6" y="40"/>
                  </a:cxn>
                  <a:cxn ang="0">
                    <a:pos x="2" y="51"/>
                  </a:cxn>
                  <a:cxn ang="0">
                    <a:pos x="0" y="62"/>
                  </a:cxn>
                  <a:cxn ang="0">
                    <a:pos x="0" y="74"/>
                  </a:cxn>
                  <a:cxn ang="0">
                    <a:pos x="2" y="86"/>
                  </a:cxn>
                  <a:cxn ang="0">
                    <a:pos x="6" y="96"/>
                  </a:cxn>
                  <a:cxn ang="0">
                    <a:pos x="10" y="107"/>
                  </a:cxn>
                  <a:cxn ang="0">
                    <a:pos x="16" y="116"/>
                  </a:cxn>
                  <a:cxn ang="0">
                    <a:pos x="24" y="123"/>
                  </a:cxn>
                  <a:cxn ang="0">
                    <a:pos x="32" y="129"/>
                  </a:cxn>
                  <a:cxn ang="0">
                    <a:pos x="42" y="132"/>
                  </a:cxn>
                  <a:cxn ang="0">
                    <a:pos x="51" y="135"/>
                  </a:cxn>
                </a:cxnLst>
                <a:rect l="0" t="0" r="r" b="b"/>
                <a:pathLst>
                  <a:path w="115" h="136">
                    <a:moveTo>
                      <a:pt x="51" y="135"/>
                    </a:moveTo>
                    <a:lnTo>
                      <a:pt x="61" y="134"/>
                    </a:lnTo>
                    <a:lnTo>
                      <a:pt x="71" y="132"/>
                    </a:lnTo>
                    <a:lnTo>
                      <a:pt x="80" y="128"/>
                    </a:lnTo>
                    <a:lnTo>
                      <a:pt x="89" y="122"/>
                    </a:lnTo>
                    <a:lnTo>
                      <a:pt x="97" y="114"/>
                    </a:lnTo>
                    <a:lnTo>
                      <a:pt x="103" y="105"/>
                    </a:lnTo>
                    <a:lnTo>
                      <a:pt x="109" y="95"/>
                    </a:lnTo>
                    <a:lnTo>
                      <a:pt x="112" y="84"/>
                    </a:lnTo>
                    <a:lnTo>
                      <a:pt x="114" y="73"/>
                    </a:lnTo>
                    <a:lnTo>
                      <a:pt x="114" y="61"/>
                    </a:lnTo>
                    <a:lnTo>
                      <a:pt x="113" y="49"/>
                    </a:lnTo>
                    <a:lnTo>
                      <a:pt x="109" y="39"/>
                    </a:lnTo>
                    <a:lnTo>
                      <a:pt x="104" y="28"/>
                    </a:lnTo>
                    <a:lnTo>
                      <a:pt x="98" y="19"/>
                    </a:lnTo>
                    <a:lnTo>
                      <a:pt x="91" y="12"/>
                    </a:lnTo>
                    <a:lnTo>
                      <a:pt x="82" y="6"/>
                    </a:lnTo>
                    <a:lnTo>
                      <a:pt x="73" y="3"/>
                    </a:lnTo>
                    <a:lnTo>
                      <a:pt x="63" y="0"/>
                    </a:lnTo>
                    <a:lnTo>
                      <a:pt x="53" y="1"/>
                    </a:lnTo>
                    <a:lnTo>
                      <a:pt x="44" y="3"/>
                    </a:lnTo>
                    <a:lnTo>
                      <a:pt x="34" y="7"/>
                    </a:lnTo>
                    <a:lnTo>
                      <a:pt x="25" y="13"/>
                    </a:lnTo>
                    <a:lnTo>
                      <a:pt x="18" y="21"/>
                    </a:lnTo>
                    <a:lnTo>
                      <a:pt x="11" y="30"/>
                    </a:lnTo>
                    <a:lnTo>
                      <a:pt x="6" y="40"/>
                    </a:lnTo>
                    <a:lnTo>
                      <a:pt x="2" y="51"/>
                    </a:lnTo>
                    <a:lnTo>
                      <a:pt x="0" y="62"/>
                    </a:lnTo>
                    <a:lnTo>
                      <a:pt x="0" y="74"/>
                    </a:lnTo>
                    <a:lnTo>
                      <a:pt x="2" y="86"/>
                    </a:lnTo>
                    <a:lnTo>
                      <a:pt x="6" y="96"/>
                    </a:lnTo>
                    <a:lnTo>
                      <a:pt x="10" y="107"/>
                    </a:lnTo>
                    <a:lnTo>
                      <a:pt x="16" y="116"/>
                    </a:lnTo>
                    <a:lnTo>
                      <a:pt x="24" y="123"/>
                    </a:lnTo>
                    <a:lnTo>
                      <a:pt x="32" y="129"/>
                    </a:lnTo>
                    <a:lnTo>
                      <a:pt x="42" y="132"/>
                    </a:lnTo>
                    <a:lnTo>
                      <a:pt x="51" y="135"/>
                    </a:lnTo>
                  </a:path>
                </a:pathLst>
              </a:custGeom>
              <a:solidFill>
                <a:srgbClr val="FFFFFF"/>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grpSp>
            <p:nvGrpSpPr>
              <p:cNvPr id="21529" name="Group 34"/>
              <p:cNvGrpSpPr>
                <a:grpSpLocks noChangeAspect="1"/>
              </p:cNvGrpSpPr>
              <p:nvPr/>
            </p:nvGrpSpPr>
            <p:grpSpPr bwMode="auto">
              <a:xfrm>
                <a:off x="3668" y="3775"/>
                <a:ext cx="626" cy="274"/>
                <a:chOff x="3668" y="3775"/>
                <a:chExt cx="626" cy="274"/>
              </a:xfrm>
            </p:grpSpPr>
            <p:sp>
              <p:nvSpPr>
                <p:cNvPr id="157731" name="Freeform 35"/>
                <p:cNvSpPr/>
                <p:nvPr/>
              </p:nvSpPr>
              <p:spPr bwMode="auto">
                <a:xfrm>
                  <a:off x="3664" y="3775"/>
                  <a:ext cx="120" cy="200"/>
                </a:xfrm>
                <a:custGeom>
                  <a:avLst/>
                  <a:gdLst/>
                  <a:ahLst/>
                  <a:cxnLst>
                    <a:cxn ang="0">
                      <a:pos x="117" y="8"/>
                    </a:cxn>
                    <a:cxn ang="0">
                      <a:pos x="17" y="0"/>
                    </a:cxn>
                    <a:cxn ang="0">
                      <a:pos x="0" y="192"/>
                    </a:cxn>
                    <a:cxn ang="0">
                      <a:pos x="101" y="201"/>
                    </a:cxn>
                    <a:cxn ang="0">
                      <a:pos x="117" y="8"/>
                    </a:cxn>
                  </a:cxnLst>
                  <a:rect l="0" t="0" r="r" b="b"/>
                  <a:pathLst>
                    <a:path w="118" h="202">
                      <a:moveTo>
                        <a:pt x="117" y="8"/>
                      </a:moveTo>
                      <a:lnTo>
                        <a:pt x="17" y="0"/>
                      </a:lnTo>
                      <a:lnTo>
                        <a:pt x="0" y="192"/>
                      </a:lnTo>
                      <a:lnTo>
                        <a:pt x="101" y="201"/>
                      </a:lnTo>
                      <a:lnTo>
                        <a:pt x="117" y="8"/>
                      </a:lnTo>
                    </a:path>
                  </a:pathLst>
                </a:custGeom>
                <a:solidFill>
                  <a:srgbClr val="CC9900"/>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32" name="Freeform 36"/>
                <p:cNvSpPr/>
                <p:nvPr/>
              </p:nvSpPr>
              <p:spPr bwMode="auto">
                <a:xfrm>
                  <a:off x="3865" y="3800"/>
                  <a:ext cx="130" cy="148"/>
                </a:xfrm>
                <a:custGeom>
                  <a:avLst/>
                  <a:gdLst/>
                  <a:ahLst/>
                  <a:cxnLst>
                    <a:cxn ang="0">
                      <a:pos x="125" y="10"/>
                    </a:cxn>
                    <a:cxn ang="0">
                      <a:pos x="12" y="0"/>
                    </a:cxn>
                    <a:cxn ang="0">
                      <a:pos x="0" y="138"/>
                    </a:cxn>
                    <a:cxn ang="0">
                      <a:pos x="113" y="147"/>
                    </a:cxn>
                    <a:cxn ang="0">
                      <a:pos x="125" y="10"/>
                    </a:cxn>
                  </a:cxnLst>
                  <a:rect l="0" t="0" r="r" b="b"/>
                  <a:pathLst>
                    <a:path w="126" h="148">
                      <a:moveTo>
                        <a:pt x="125" y="10"/>
                      </a:moveTo>
                      <a:lnTo>
                        <a:pt x="12" y="0"/>
                      </a:lnTo>
                      <a:lnTo>
                        <a:pt x="0" y="138"/>
                      </a:lnTo>
                      <a:lnTo>
                        <a:pt x="113" y="147"/>
                      </a:lnTo>
                      <a:lnTo>
                        <a:pt x="125" y="10"/>
                      </a:lnTo>
                    </a:path>
                  </a:pathLst>
                </a:custGeom>
                <a:solidFill>
                  <a:srgbClr val="CC9900"/>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33" name="Freeform 37"/>
                <p:cNvSpPr/>
                <p:nvPr/>
              </p:nvSpPr>
              <p:spPr bwMode="auto">
                <a:xfrm>
                  <a:off x="4063" y="3821"/>
                  <a:ext cx="129" cy="228"/>
                </a:xfrm>
                <a:custGeom>
                  <a:avLst/>
                  <a:gdLst/>
                  <a:ahLst/>
                  <a:cxnLst>
                    <a:cxn ang="0">
                      <a:pos x="128" y="9"/>
                    </a:cxn>
                    <a:cxn ang="0">
                      <a:pos x="19" y="0"/>
                    </a:cxn>
                    <a:cxn ang="0">
                      <a:pos x="0" y="217"/>
                    </a:cxn>
                    <a:cxn ang="0">
                      <a:pos x="109" y="227"/>
                    </a:cxn>
                    <a:cxn ang="0">
                      <a:pos x="128" y="9"/>
                    </a:cxn>
                  </a:cxnLst>
                  <a:rect l="0" t="0" r="r" b="b"/>
                  <a:pathLst>
                    <a:path w="129" h="228">
                      <a:moveTo>
                        <a:pt x="128" y="9"/>
                      </a:moveTo>
                      <a:lnTo>
                        <a:pt x="19" y="0"/>
                      </a:lnTo>
                      <a:lnTo>
                        <a:pt x="0" y="217"/>
                      </a:lnTo>
                      <a:lnTo>
                        <a:pt x="109" y="227"/>
                      </a:lnTo>
                      <a:lnTo>
                        <a:pt x="128" y="9"/>
                      </a:lnTo>
                    </a:path>
                  </a:pathLst>
                </a:custGeom>
                <a:solidFill>
                  <a:srgbClr val="CC9900"/>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34" name="Freeform 38"/>
                <p:cNvSpPr/>
                <p:nvPr/>
              </p:nvSpPr>
              <p:spPr bwMode="auto">
                <a:xfrm>
                  <a:off x="4173" y="3833"/>
                  <a:ext cx="121" cy="137"/>
                </a:xfrm>
                <a:custGeom>
                  <a:avLst/>
                  <a:gdLst/>
                  <a:ahLst/>
                  <a:cxnLst>
                    <a:cxn ang="0">
                      <a:pos x="120" y="9"/>
                    </a:cxn>
                    <a:cxn ang="0">
                      <a:pos x="11" y="0"/>
                    </a:cxn>
                    <a:cxn ang="0">
                      <a:pos x="0" y="127"/>
                    </a:cxn>
                    <a:cxn ang="0">
                      <a:pos x="109" y="136"/>
                    </a:cxn>
                    <a:cxn ang="0">
                      <a:pos x="120" y="9"/>
                    </a:cxn>
                  </a:cxnLst>
                  <a:rect l="0" t="0" r="r" b="b"/>
                  <a:pathLst>
                    <a:path w="121" h="137">
                      <a:moveTo>
                        <a:pt x="120" y="9"/>
                      </a:moveTo>
                      <a:lnTo>
                        <a:pt x="11" y="0"/>
                      </a:lnTo>
                      <a:lnTo>
                        <a:pt x="0" y="127"/>
                      </a:lnTo>
                      <a:lnTo>
                        <a:pt x="109" y="136"/>
                      </a:lnTo>
                      <a:lnTo>
                        <a:pt x="120" y="9"/>
                      </a:lnTo>
                    </a:path>
                  </a:pathLst>
                </a:custGeom>
                <a:solidFill>
                  <a:srgbClr val="CC9900"/>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grpSp>
          <p:grpSp>
            <p:nvGrpSpPr>
              <p:cNvPr id="21530" name="Group 39"/>
              <p:cNvGrpSpPr>
                <a:grpSpLocks noChangeAspect="1"/>
              </p:cNvGrpSpPr>
              <p:nvPr/>
            </p:nvGrpSpPr>
            <p:grpSpPr bwMode="auto">
              <a:xfrm>
                <a:off x="3643" y="3744"/>
                <a:ext cx="625" cy="278"/>
                <a:chOff x="3643" y="3744"/>
                <a:chExt cx="625" cy="278"/>
              </a:xfrm>
            </p:grpSpPr>
            <p:sp>
              <p:nvSpPr>
                <p:cNvPr id="157736" name="Freeform 40"/>
                <p:cNvSpPr/>
                <p:nvPr/>
              </p:nvSpPr>
              <p:spPr bwMode="auto">
                <a:xfrm>
                  <a:off x="3643" y="3744"/>
                  <a:ext cx="124" cy="208"/>
                </a:xfrm>
                <a:custGeom>
                  <a:avLst/>
                  <a:gdLst/>
                  <a:ahLst/>
                  <a:cxnLst>
                    <a:cxn ang="0">
                      <a:pos x="124" y="10"/>
                    </a:cxn>
                    <a:cxn ang="0">
                      <a:pos x="17" y="0"/>
                    </a:cxn>
                    <a:cxn ang="0">
                      <a:pos x="0" y="198"/>
                    </a:cxn>
                    <a:cxn ang="0">
                      <a:pos x="107" y="207"/>
                    </a:cxn>
                    <a:cxn ang="0">
                      <a:pos x="124" y="10"/>
                    </a:cxn>
                  </a:cxnLst>
                  <a:rect l="0" t="0" r="r" b="b"/>
                  <a:pathLst>
                    <a:path w="125" h="208">
                      <a:moveTo>
                        <a:pt x="124" y="10"/>
                      </a:moveTo>
                      <a:lnTo>
                        <a:pt x="17" y="0"/>
                      </a:lnTo>
                      <a:lnTo>
                        <a:pt x="0" y="198"/>
                      </a:lnTo>
                      <a:lnTo>
                        <a:pt x="107" y="207"/>
                      </a:lnTo>
                      <a:lnTo>
                        <a:pt x="124" y="10"/>
                      </a:lnTo>
                    </a:path>
                  </a:pathLst>
                </a:custGeom>
                <a:solidFill>
                  <a:srgbClr val="FFCC66"/>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37" name="Freeform 41"/>
                <p:cNvSpPr/>
                <p:nvPr/>
              </p:nvSpPr>
              <p:spPr bwMode="auto">
                <a:xfrm>
                  <a:off x="3854" y="3774"/>
                  <a:ext cx="121" cy="148"/>
                </a:xfrm>
                <a:custGeom>
                  <a:avLst/>
                  <a:gdLst/>
                  <a:ahLst/>
                  <a:cxnLst>
                    <a:cxn ang="0">
                      <a:pos x="120" y="9"/>
                    </a:cxn>
                    <a:cxn ang="0">
                      <a:pos x="12" y="0"/>
                    </a:cxn>
                    <a:cxn ang="0">
                      <a:pos x="0" y="137"/>
                    </a:cxn>
                    <a:cxn ang="0">
                      <a:pos x="108" y="147"/>
                    </a:cxn>
                    <a:cxn ang="0">
                      <a:pos x="120" y="9"/>
                    </a:cxn>
                  </a:cxnLst>
                  <a:rect l="0" t="0" r="r" b="b"/>
                  <a:pathLst>
                    <a:path w="121" h="148">
                      <a:moveTo>
                        <a:pt x="120" y="9"/>
                      </a:moveTo>
                      <a:lnTo>
                        <a:pt x="12" y="0"/>
                      </a:lnTo>
                      <a:lnTo>
                        <a:pt x="0" y="137"/>
                      </a:lnTo>
                      <a:lnTo>
                        <a:pt x="108" y="147"/>
                      </a:lnTo>
                      <a:lnTo>
                        <a:pt x="120" y="9"/>
                      </a:lnTo>
                    </a:path>
                  </a:pathLst>
                </a:custGeom>
                <a:solidFill>
                  <a:srgbClr val="FFCC66"/>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38" name="Freeform 42"/>
                <p:cNvSpPr/>
                <p:nvPr/>
              </p:nvSpPr>
              <p:spPr bwMode="auto">
                <a:xfrm>
                  <a:off x="4044" y="3797"/>
                  <a:ext cx="120" cy="225"/>
                </a:xfrm>
                <a:custGeom>
                  <a:avLst/>
                  <a:gdLst/>
                  <a:ahLst/>
                  <a:cxnLst>
                    <a:cxn ang="0">
                      <a:pos x="120" y="9"/>
                    </a:cxn>
                    <a:cxn ang="0">
                      <a:pos x="19" y="0"/>
                    </a:cxn>
                    <a:cxn ang="0">
                      <a:pos x="0" y="215"/>
                    </a:cxn>
                    <a:cxn ang="0">
                      <a:pos x="101" y="224"/>
                    </a:cxn>
                    <a:cxn ang="0">
                      <a:pos x="120" y="9"/>
                    </a:cxn>
                  </a:cxnLst>
                  <a:rect l="0" t="0" r="r" b="b"/>
                  <a:pathLst>
                    <a:path w="121" h="225">
                      <a:moveTo>
                        <a:pt x="120" y="9"/>
                      </a:moveTo>
                      <a:lnTo>
                        <a:pt x="19" y="0"/>
                      </a:lnTo>
                      <a:lnTo>
                        <a:pt x="0" y="215"/>
                      </a:lnTo>
                      <a:lnTo>
                        <a:pt x="101" y="224"/>
                      </a:lnTo>
                      <a:lnTo>
                        <a:pt x="120" y="9"/>
                      </a:lnTo>
                    </a:path>
                  </a:pathLst>
                </a:custGeom>
                <a:solidFill>
                  <a:srgbClr val="FFCC66"/>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39" name="Freeform 43"/>
                <p:cNvSpPr/>
                <p:nvPr/>
              </p:nvSpPr>
              <p:spPr bwMode="auto">
                <a:xfrm>
                  <a:off x="4152" y="3803"/>
                  <a:ext cx="116" cy="145"/>
                </a:xfrm>
                <a:custGeom>
                  <a:avLst/>
                  <a:gdLst/>
                  <a:ahLst/>
                  <a:cxnLst>
                    <a:cxn ang="0">
                      <a:pos x="115" y="9"/>
                    </a:cxn>
                    <a:cxn ang="0">
                      <a:pos x="12" y="0"/>
                    </a:cxn>
                    <a:cxn ang="0">
                      <a:pos x="0" y="134"/>
                    </a:cxn>
                    <a:cxn ang="0">
                      <a:pos x="104" y="143"/>
                    </a:cxn>
                    <a:cxn ang="0">
                      <a:pos x="115" y="9"/>
                    </a:cxn>
                  </a:cxnLst>
                  <a:rect l="0" t="0" r="r" b="b"/>
                  <a:pathLst>
                    <a:path w="116" h="144">
                      <a:moveTo>
                        <a:pt x="115" y="9"/>
                      </a:moveTo>
                      <a:lnTo>
                        <a:pt x="12" y="0"/>
                      </a:lnTo>
                      <a:lnTo>
                        <a:pt x="0" y="134"/>
                      </a:lnTo>
                      <a:lnTo>
                        <a:pt x="104" y="143"/>
                      </a:lnTo>
                      <a:lnTo>
                        <a:pt x="115" y="9"/>
                      </a:lnTo>
                    </a:path>
                  </a:pathLst>
                </a:custGeom>
                <a:solidFill>
                  <a:srgbClr val="FFCC66"/>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grpSp>
        </p:grpSp>
        <p:sp>
          <p:nvSpPr>
            <p:cNvPr id="157740" name="Freeform 44"/>
            <p:cNvSpPr/>
            <p:nvPr/>
          </p:nvSpPr>
          <p:spPr bwMode="auto">
            <a:xfrm>
              <a:off x="2677" y="2804"/>
              <a:ext cx="99" cy="318"/>
            </a:xfrm>
            <a:custGeom>
              <a:avLst/>
              <a:gdLst/>
              <a:ahLst/>
              <a:cxnLst>
                <a:cxn ang="0">
                  <a:pos x="0" y="13"/>
                </a:cxn>
                <a:cxn ang="0">
                  <a:pos x="9" y="2"/>
                </a:cxn>
                <a:cxn ang="0">
                  <a:pos x="22" y="0"/>
                </a:cxn>
                <a:cxn ang="0">
                  <a:pos x="36" y="11"/>
                </a:cxn>
                <a:cxn ang="0">
                  <a:pos x="55" y="39"/>
                </a:cxn>
                <a:cxn ang="0">
                  <a:pos x="69" y="81"/>
                </a:cxn>
                <a:cxn ang="0">
                  <a:pos x="82" y="131"/>
                </a:cxn>
                <a:cxn ang="0">
                  <a:pos x="91" y="186"/>
                </a:cxn>
                <a:cxn ang="0">
                  <a:pos x="94" y="232"/>
                </a:cxn>
                <a:cxn ang="0">
                  <a:pos x="91" y="275"/>
                </a:cxn>
                <a:cxn ang="0">
                  <a:pos x="79" y="301"/>
                </a:cxn>
                <a:cxn ang="0">
                  <a:pos x="58" y="317"/>
                </a:cxn>
                <a:cxn ang="0">
                  <a:pos x="36" y="317"/>
                </a:cxn>
                <a:cxn ang="0">
                  <a:pos x="25" y="310"/>
                </a:cxn>
                <a:cxn ang="0">
                  <a:pos x="25" y="293"/>
                </a:cxn>
                <a:cxn ang="0">
                  <a:pos x="36" y="277"/>
                </a:cxn>
                <a:cxn ang="0">
                  <a:pos x="62" y="293"/>
                </a:cxn>
                <a:cxn ang="0">
                  <a:pos x="73" y="283"/>
                </a:cxn>
                <a:cxn ang="0">
                  <a:pos x="80" y="243"/>
                </a:cxn>
                <a:cxn ang="0">
                  <a:pos x="75" y="200"/>
                </a:cxn>
                <a:cxn ang="0">
                  <a:pos x="62" y="161"/>
                </a:cxn>
                <a:cxn ang="0">
                  <a:pos x="43" y="106"/>
                </a:cxn>
                <a:cxn ang="0">
                  <a:pos x="19" y="75"/>
                </a:cxn>
                <a:cxn ang="0">
                  <a:pos x="2" y="41"/>
                </a:cxn>
                <a:cxn ang="0">
                  <a:pos x="0" y="13"/>
                </a:cxn>
              </a:cxnLst>
              <a:rect l="0" t="0" r="r" b="b"/>
              <a:pathLst>
                <a:path w="95" h="318">
                  <a:moveTo>
                    <a:pt x="0" y="13"/>
                  </a:moveTo>
                  <a:lnTo>
                    <a:pt x="9" y="2"/>
                  </a:lnTo>
                  <a:lnTo>
                    <a:pt x="22" y="0"/>
                  </a:lnTo>
                  <a:lnTo>
                    <a:pt x="36" y="11"/>
                  </a:lnTo>
                  <a:lnTo>
                    <a:pt x="55" y="39"/>
                  </a:lnTo>
                  <a:lnTo>
                    <a:pt x="69" y="81"/>
                  </a:lnTo>
                  <a:lnTo>
                    <a:pt x="82" y="131"/>
                  </a:lnTo>
                  <a:lnTo>
                    <a:pt x="91" y="186"/>
                  </a:lnTo>
                  <a:lnTo>
                    <a:pt x="94" y="232"/>
                  </a:lnTo>
                  <a:lnTo>
                    <a:pt x="91" y="275"/>
                  </a:lnTo>
                  <a:lnTo>
                    <a:pt x="79" y="301"/>
                  </a:lnTo>
                  <a:lnTo>
                    <a:pt x="58" y="317"/>
                  </a:lnTo>
                  <a:lnTo>
                    <a:pt x="36" y="317"/>
                  </a:lnTo>
                  <a:lnTo>
                    <a:pt x="25" y="310"/>
                  </a:lnTo>
                  <a:lnTo>
                    <a:pt x="25" y="293"/>
                  </a:lnTo>
                  <a:lnTo>
                    <a:pt x="36" y="277"/>
                  </a:lnTo>
                  <a:lnTo>
                    <a:pt x="62" y="293"/>
                  </a:lnTo>
                  <a:lnTo>
                    <a:pt x="73" y="283"/>
                  </a:lnTo>
                  <a:lnTo>
                    <a:pt x="80" y="243"/>
                  </a:lnTo>
                  <a:lnTo>
                    <a:pt x="75" y="200"/>
                  </a:lnTo>
                  <a:lnTo>
                    <a:pt x="62" y="161"/>
                  </a:lnTo>
                  <a:lnTo>
                    <a:pt x="43" y="106"/>
                  </a:lnTo>
                  <a:lnTo>
                    <a:pt x="19" y="75"/>
                  </a:lnTo>
                  <a:lnTo>
                    <a:pt x="2" y="41"/>
                  </a:lnTo>
                  <a:lnTo>
                    <a:pt x="0" y="13"/>
                  </a:lnTo>
                </a:path>
              </a:pathLst>
            </a:custGeom>
            <a:solidFill>
              <a:schemeClr val="accent1"/>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41" name="Freeform 45"/>
            <p:cNvSpPr/>
            <p:nvPr/>
          </p:nvSpPr>
          <p:spPr bwMode="auto">
            <a:xfrm>
              <a:off x="2979" y="2865"/>
              <a:ext cx="176" cy="279"/>
            </a:xfrm>
            <a:custGeom>
              <a:avLst/>
              <a:gdLst/>
              <a:ahLst/>
              <a:cxnLst>
                <a:cxn ang="0">
                  <a:pos x="62" y="9"/>
                </a:cxn>
                <a:cxn ang="0">
                  <a:pos x="78" y="0"/>
                </a:cxn>
                <a:cxn ang="0">
                  <a:pos x="91" y="0"/>
                </a:cxn>
                <a:cxn ang="0">
                  <a:pos x="119" y="31"/>
                </a:cxn>
                <a:cxn ang="0">
                  <a:pos x="136" y="60"/>
                </a:cxn>
                <a:cxn ang="0">
                  <a:pos x="158" y="98"/>
                </a:cxn>
                <a:cxn ang="0">
                  <a:pos x="173" y="137"/>
                </a:cxn>
                <a:cxn ang="0">
                  <a:pos x="175" y="180"/>
                </a:cxn>
                <a:cxn ang="0">
                  <a:pos x="169" y="191"/>
                </a:cxn>
                <a:cxn ang="0">
                  <a:pos x="126" y="210"/>
                </a:cxn>
                <a:cxn ang="0">
                  <a:pos x="83" y="235"/>
                </a:cxn>
                <a:cxn ang="0">
                  <a:pos x="53" y="259"/>
                </a:cxn>
                <a:cxn ang="0">
                  <a:pos x="47" y="267"/>
                </a:cxn>
                <a:cxn ang="0">
                  <a:pos x="28" y="281"/>
                </a:cxn>
                <a:cxn ang="0">
                  <a:pos x="11" y="274"/>
                </a:cxn>
                <a:cxn ang="0">
                  <a:pos x="1" y="256"/>
                </a:cxn>
                <a:cxn ang="0">
                  <a:pos x="0" y="246"/>
                </a:cxn>
                <a:cxn ang="0">
                  <a:pos x="4" y="239"/>
                </a:cxn>
                <a:cxn ang="0">
                  <a:pos x="21" y="238"/>
                </a:cxn>
                <a:cxn ang="0">
                  <a:pos x="36" y="235"/>
                </a:cxn>
                <a:cxn ang="0">
                  <a:pos x="78" y="221"/>
                </a:cxn>
                <a:cxn ang="0">
                  <a:pos x="115" y="202"/>
                </a:cxn>
                <a:cxn ang="0">
                  <a:pos x="147" y="180"/>
                </a:cxn>
                <a:cxn ang="0">
                  <a:pos x="157" y="166"/>
                </a:cxn>
                <a:cxn ang="0">
                  <a:pos x="151" y="135"/>
                </a:cxn>
                <a:cxn ang="0">
                  <a:pos x="130" y="99"/>
                </a:cxn>
                <a:cxn ang="0">
                  <a:pos x="105" y="73"/>
                </a:cxn>
                <a:cxn ang="0">
                  <a:pos x="78" y="60"/>
                </a:cxn>
                <a:cxn ang="0">
                  <a:pos x="57" y="39"/>
                </a:cxn>
                <a:cxn ang="0">
                  <a:pos x="58" y="20"/>
                </a:cxn>
                <a:cxn ang="0">
                  <a:pos x="62" y="9"/>
                </a:cxn>
              </a:cxnLst>
              <a:rect l="0" t="0" r="r" b="b"/>
              <a:pathLst>
                <a:path w="176" h="282">
                  <a:moveTo>
                    <a:pt x="62" y="9"/>
                  </a:moveTo>
                  <a:lnTo>
                    <a:pt x="78" y="0"/>
                  </a:lnTo>
                  <a:lnTo>
                    <a:pt x="91" y="0"/>
                  </a:lnTo>
                  <a:lnTo>
                    <a:pt x="119" y="31"/>
                  </a:lnTo>
                  <a:lnTo>
                    <a:pt x="136" y="60"/>
                  </a:lnTo>
                  <a:lnTo>
                    <a:pt x="158" y="98"/>
                  </a:lnTo>
                  <a:lnTo>
                    <a:pt x="173" y="137"/>
                  </a:lnTo>
                  <a:lnTo>
                    <a:pt x="175" y="180"/>
                  </a:lnTo>
                  <a:lnTo>
                    <a:pt x="169" y="191"/>
                  </a:lnTo>
                  <a:lnTo>
                    <a:pt x="126" y="210"/>
                  </a:lnTo>
                  <a:lnTo>
                    <a:pt x="83" y="235"/>
                  </a:lnTo>
                  <a:lnTo>
                    <a:pt x="53" y="259"/>
                  </a:lnTo>
                  <a:lnTo>
                    <a:pt x="47" y="267"/>
                  </a:lnTo>
                  <a:lnTo>
                    <a:pt x="28" y="281"/>
                  </a:lnTo>
                  <a:lnTo>
                    <a:pt x="11" y="274"/>
                  </a:lnTo>
                  <a:lnTo>
                    <a:pt x="1" y="256"/>
                  </a:lnTo>
                  <a:lnTo>
                    <a:pt x="0" y="246"/>
                  </a:lnTo>
                  <a:lnTo>
                    <a:pt x="4" y="239"/>
                  </a:lnTo>
                  <a:lnTo>
                    <a:pt x="21" y="238"/>
                  </a:lnTo>
                  <a:lnTo>
                    <a:pt x="36" y="235"/>
                  </a:lnTo>
                  <a:lnTo>
                    <a:pt x="78" y="221"/>
                  </a:lnTo>
                  <a:lnTo>
                    <a:pt x="115" y="202"/>
                  </a:lnTo>
                  <a:lnTo>
                    <a:pt x="147" y="180"/>
                  </a:lnTo>
                  <a:lnTo>
                    <a:pt x="157" y="166"/>
                  </a:lnTo>
                  <a:lnTo>
                    <a:pt x="151" y="135"/>
                  </a:lnTo>
                  <a:lnTo>
                    <a:pt x="130" y="99"/>
                  </a:lnTo>
                  <a:lnTo>
                    <a:pt x="105" y="73"/>
                  </a:lnTo>
                  <a:lnTo>
                    <a:pt x="78" y="60"/>
                  </a:lnTo>
                  <a:lnTo>
                    <a:pt x="57" y="39"/>
                  </a:lnTo>
                  <a:lnTo>
                    <a:pt x="58" y="20"/>
                  </a:lnTo>
                  <a:lnTo>
                    <a:pt x="62" y="9"/>
                  </a:lnTo>
                </a:path>
              </a:pathLst>
            </a:custGeom>
            <a:solidFill>
              <a:srgbClr val="9900FF"/>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42" name="Freeform 46"/>
            <p:cNvSpPr/>
            <p:nvPr/>
          </p:nvSpPr>
          <p:spPr bwMode="auto">
            <a:xfrm>
              <a:off x="3405" y="2904"/>
              <a:ext cx="179" cy="289"/>
            </a:xfrm>
            <a:custGeom>
              <a:avLst/>
              <a:gdLst/>
              <a:ahLst/>
              <a:cxnLst>
                <a:cxn ang="0">
                  <a:pos x="50" y="11"/>
                </a:cxn>
                <a:cxn ang="0">
                  <a:pos x="65" y="0"/>
                </a:cxn>
                <a:cxn ang="0">
                  <a:pos x="105" y="11"/>
                </a:cxn>
                <a:cxn ang="0">
                  <a:pos x="129" y="38"/>
                </a:cxn>
                <a:cxn ang="0">
                  <a:pos x="143" y="74"/>
                </a:cxn>
                <a:cxn ang="0">
                  <a:pos x="161" y="110"/>
                </a:cxn>
                <a:cxn ang="0">
                  <a:pos x="177" y="149"/>
                </a:cxn>
                <a:cxn ang="0">
                  <a:pos x="176" y="167"/>
                </a:cxn>
                <a:cxn ang="0">
                  <a:pos x="162" y="190"/>
                </a:cxn>
                <a:cxn ang="0">
                  <a:pos x="116" y="228"/>
                </a:cxn>
                <a:cxn ang="0">
                  <a:pos x="73" y="255"/>
                </a:cxn>
                <a:cxn ang="0">
                  <a:pos x="71" y="267"/>
                </a:cxn>
                <a:cxn ang="0">
                  <a:pos x="67" y="275"/>
                </a:cxn>
                <a:cxn ang="0">
                  <a:pos x="50" y="287"/>
                </a:cxn>
                <a:cxn ang="0">
                  <a:pos x="29" y="290"/>
                </a:cxn>
                <a:cxn ang="0">
                  <a:pos x="14" y="282"/>
                </a:cxn>
                <a:cxn ang="0">
                  <a:pos x="0" y="267"/>
                </a:cxn>
                <a:cxn ang="0">
                  <a:pos x="0" y="256"/>
                </a:cxn>
                <a:cxn ang="0">
                  <a:pos x="8" y="251"/>
                </a:cxn>
                <a:cxn ang="0">
                  <a:pos x="32" y="255"/>
                </a:cxn>
                <a:cxn ang="0">
                  <a:pos x="53" y="249"/>
                </a:cxn>
                <a:cxn ang="0">
                  <a:pos x="58" y="242"/>
                </a:cxn>
                <a:cxn ang="0">
                  <a:pos x="80" y="233"/>
                </a:cxn>
                <a:cxn ang="0">
                  <a:pos x="116" y="208"/>
                </a:cxn>
                <a:cxn ang="0">
                  <a:pos x="143" y="186"/>
                </a:cxn>
                <a:cxn ang="0">
                  <a:pos x="151" y="161"/>
                </a:cxn>
                <a:cxn ang="0">
                  <a:pos x="143" y="121"/>
                </a:cxn>
                <a:cxn ang="0">
                  <a:pos x="116" y="78"/>
                </a:cxn>
                <a:cxn ang="0">
                  <a:pos x="82" y="58"/>
                </a:cxn>
                <a:cxn ang="0">
                  <a:pos x="58" y="53"/>
                </a:cxn>
                <a:cxn ang="0">
                  <a:pos x="50" y="33"/>
                </a:cxn>
                <a:cxn ang="0">
                  <a:pos x="50" y="11"/>
                </a:cxn>
              </a:cxnLst>
              <a:rect l="0" t="0" r="r" b="b"/>
              <a:pathLst>
                <a:path w="178" h="291">
                  <a:moveTo>
                    <a:pt x="50" y="11"/>
                  </a:moveTo>
                  <a:lnTo>
                    <a:pt x="65" y="0"/>
                  </a:lnTo>
                  <a:lnTo>
                    <a:pt x="105" y="11"/>
                  </a:lnTo>
                  <a:lnTo>
                    <a:pt x="129" y="38"/>
                  </a:lnTo>
                  <a:lnTo>
                    <a:pt x="143" y="74"/>
                  </a:lnTo>
                  <a:lnTo>
                    <a:pt x="161" y="110"/>
                  </a:lnTo>
                  <a:lnTo>
                    <a:pt x="177" y="149"/>
                  </a:lnTo>
                  <a:lnTo>
                    <a:pt x="176" y="167"/>
                  </a:lnTo>
                  <a:lnTo>
                    <a:pt x="162" y="190"/>
                  </a:lnTo>
                  <a:lnTo>
                    <a:pt x="116" y="228"/>
                  </a:lnTo>
                  <a:lnTo>
                    <a:pt x="73" y="255"/>
                  </a:lnTo>
                  <a:lnTo>
                    <a:pt x="71" y="267"/>
                  </a:lnTo>
                  <a:lnTo>
                    <a:pt x="67" y="275"/>
                  </a:lnTo>
                  <a:lnTo>
                    <a:pt x="50" y="287"/>
                  </a:lnTo>
                  <a:lnTo>
                    <a:pt x="29" y="290"/>
                  </a:lnTo>
                  <a:lnTo>
                    <a:pt x="14" y="282"/>
                  </a:lnTo>
                  <a:lnTo>
                    <a:pt x="0" y="267"/>
                  </a:lnTo>
                  <a:lnTo>
                    <a:pt x="0" y="256"/>
                  </a:lnTo>
                  <a:lnTo>
                    <a:pt x="8" y="251"/>
                  </a:lnTo>
                  <a:lnTo>
                    <a:pt x="32" y="255"/>
                  </a:lnTo>
                  <a:lnTo>
                    <a:pt x="53" y="249"/>
                  </a:lnTo>
                  <a:lnTo>
                    <a:pt x="58" y="242"/>
                  </a:lnTo>
                  <a:lnTo>
                    <a:pt x="80" y="233"/>
                  </a:lnTo>
                  <a:lnTo>
                    <a:pt x="116" y="208"/>
                  </a:lnTo>
                  <a:lnTo>
                    <a:pt x="143" y="186"/>
                  </a:lnTo>
                  <a:lnTo>
                    <a:pt x="151" y="161"/>
                  </a:lnTo>
                  <a:lnTo>
                    <a:pt x="143" y="121"/>
                  </a:lnTo>
                  <a:lnTo>
                    <a:pt x="116" y="78"/>
                  </a:lnTo>
                  <a:lnTo>
                    <a:pt x="82" y="58"/>
                  </a:lnTo>
                  <a:lnTo>
                    <a:pt x="58" y="53"/>
                  </a:lnTo>
                  <a:lnTo>
                    <a:pt x="50" y="33"/>
                  </a:lnTo>
                  <a:lnTo>
                    <a:pt x="50" y="11"/>
                  </a:lnTo>
                </a:path>
              </a:pathLst>
            </a:custGeom>
            <a:solidFill>
              <a:srgbClr val="FF3399"/>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43" name="Freeform 47"/>
            <p:cNvSpPr/>
            <p:nvPr/>
          </p:nvSpPr>
          <p:spPr bwMode="auto">
            <a:xfrm>
              <a:off x="2194" y="2835"/>
              <a:ext cx="147" cy="288"/>
            </a:xfrm>
            <a:custGeom>
              <a:avLst/>
              <a:gdLst/>
              <a:ahLst/>
              <a:cxnLst>
                <a:cxn ang="0">
                  <a:pos x="13" y="52"/>
                </a:cxn>
                <a:cxn ang="0">
                  <a:pos x="0" y="28"/>
                </a:cxn>
                <a:cxn ang="0">
                  <a:pos x="4" y="6"/>
                </a:cxn>
                <a:cxn ang="0">
                  <a:pos x="18" y="0"/>
                </a:cxn>
                <a:cxn ang="0">
                  <a:pos x="32" y="4"/>
                </a:cxn>
                <a:cxn ang="0">
                  <a:pos x="56" y="22"/>
                </a:cxn>
                <a:cxn ang="0">
                  <a:pos x="75" y="52"/>
                </a:cxn>
                <a:cxn ang="0">
                  <a:pos x="104" y="106"/>
                </a:cxn>
                <a:cxn ang="0">
                  <a:pos x="126" y="139"/>
                </a:cxn>
                <a:cxn ang="0">
                  <a:pos x="140" y="171"/>
                </a:cxn>
                <a:cxn ang="0">
                  <a:pos x="146" y="188"/>
                </a:cxn>
                <a:cxn ang="0">
                  <a:pos x="135" y="200"/>
                </a:cxn>
                <a:cxn ang="0">
                  <a:pos x="102" y="204"/>
                </a:cxn>
                <a:cxn ang="0">
                  <a:pos x="63" y="213"/>
                </a:cxn>
                <a:cxn ang="0">
                  <a:pos x="46" y="222"/>
                </a:cxn>
                <a:cxn ang="0">
                  <a:pos x="39" y="247"/>
                </a:cxn>
                <a:cxn ang="0">
                  <a:pos x="46" y="258"/>
                </a:cxn>
                <a:cxn ang="0">
                  <a:pos x="42" y="274"/>
                </a:cxn>
                <a:cxn ang="0">
                  <a:pos x="20" y="286"/>
                </a:cxn>
                <a:cxn ang="0">
                  <a:pos x="17" y="278"/>
                </a:cxn>
                <a:cxn ang="0">
                  <a:pos x="6" y="263"/>
                </a:cxn>
                <a:cxn ang="0">
                  <a:pos x="4" y="243"/>
                </a:cxn>
                <a:cxn ang="0">
                  <a:pos x="13" y="233"/>
                </a:cxn>
                <a:cxn ang="0">
                  <a:pos x="31" y="217"/>
                </a:cxn>
                <a:cxn ang="0">
                  <a:pos x="56" y="195"/>
                </a:cxn>
                <a:cxn ang="0">
                  <a:pos x="93" y="188"/>
                </a:cxn>
                <a:cxn ang="0">
                  <a:pos x="117" y="179"/>
                </a:cxn>
                <a:cxn ang="0">
                  <a:pos x="111" y="161"/>
                </a:cxn>
                <a:cxn ang="0">
                  <a:pos x="86" y="132"/>
                </a:cxn>
                <a:cxn ang="0">
                  <a:pos x="45" y="104"/>
                </a:cxn>
                <a:cxn ang="0">
                  <a:pos x="18" y="70"/>
                </a:cxn>
                <a:cxn ang="0">
                  <a:pos x="13" y="52"/>
                </a:cxn>
              </a:cxnLst>
              <a:rect l="0" t="0" r="r" b="b"/>
              <a:pathLst>
                <a:path w="147" h="287">
                  <a:moveTo>
                    <a:pt x="13" y="52"/>
                  </a:moveTo>
                  <a:lnTo>
                    <a:pt x="0" y="28"/>
                  </a:lnTo>
                  <a:lnTo>
                    <a:pt x="4" y="6"/>
                  </a:lnTo>
                  <a:lnTo>
                    <a:pt x="18" y="0"/>
                  </a:lnTo>
                  <a:lnTo>
                    <a:pt x="32" y="4"/>
                  </a:lnTo>
                  <a:lnTo>
                    <a:pt x="56" y="22"/>
                  </a:lnTo>
                  <a:lnTo>
                    <a:pt x="75" y="52"/>
                  </a:lnTo>
                  <a:lnTo>
                    <a:pt x="104" y="106"/>
                  </a:lnTo>
                  <a:lnTo>
                    <a:pt x="126" y="139"/>
                  </a:lnTo>
                  <a:lnTo>
                    <a:pt x="140" y="171"/>
                  </a:lnTo>
                  <a:lnTo>
                    <a:pt x="146" y="188"/>
                  </a:lnTo>
                  <a:lnTo>
                    <a:pt x="135" y="200"/>
                  </a:lnTo>
                  <a:lnTo>
                    <a:pt x="102" y="204"/>
                  </a:lnTo>
                  <a:lnTo>
                    <a:pt x="63" y="213"/>
                  </a:lnTo>
                  <a:lnTo>
                    <a:pt x="46" y="222"/>
                  </a:lnTo>
                  <a:lnTo>
                    <a:pt x="39" y="247"/>
                  </a:lnTo>
                  <a:lnTo>
                    <a:pt x="46" y="258"/>
                  </a:lnTo>
                  <a:lnTo>
                    <a:pt x="42" y="274"/>
                  </a:lnTo>
                  <a:lnTo>
                    <a:pt x="20" y="286"/>
                  </a:lnTo>
                  <a:lnTo>
                    <a:pt x="17" y="278"/>
                  </a:lnTo>
                  <a:lnTo>
                    <a:pt x="6" y="263"/>
                  </a:lnTo>
                  <a:lnTo>
                    <a:pt x="4" y="243"/>
                  </a:lnTo>
                  <a:lnTo>
                    <a:pt x="13" y="233"/>
                  </a:lnTo>
                  <a:lnTo>
                    <a:pt x="31" y="217"/>
                  </a:lnTo>
                  <a:lnTo>
                    <a:pt x="56" y="195"/>
                  </a:lnTo>
                  <a:lnTo>
                    <a:pt x="93" y="188"/>
                  </a:lnTo>
                  <a:lnTo>
                    <a:pt x="117" y="179"/>
                  </a:lnTo>
                  <a:lnTo>
                    <a:pt x="111" y="161"/>
                  </a:lnTo>
                  <a:lnTo>
                    <a:pt x="86" y="132"/>
                  </a:lnTo>
                  <a:lnTo>
                    <a:pt x="45" y="104"/>
                  </a:lnTo>
                  <a:lnTo>
                    <a:pt x="18" y="70"/>
                  </a:lnTo>
                  <a:lnTo>
                    <a:pt x="13" y="52"/>
                  </a:lnTo>
                </a:path>
              </a:pathLst>
            </a:custGeom>
            <a:solidFill>
              <a:srgbClr val="000000"/>
            </a:solidFill>
            <a:ln w="9525" cap="rnd">
              <a:noFill/>
              <a:round/>
            </a:ln>
            <a:effectLst/>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grpSp>
      <p:grpSp>
        <p:nvGrpSpPr>
          <p:cNvPr id="10" name="Group 48"/>
          <p:cNvGrpSpPr/>
          <p:nvPr/>
        </p:nvGrpSpPr>
        <p:grpSpPr bwMode="auto">
          <a:xfrm>
            <a:off x="4864100" y="4294188"/>
            <a:ext cx="1868488" cy="792162"/>
            <a:chOff x="2064" y="1434"/>
            <a:chExt cx="3129" cy="545"/>
          </a:xfrm>
        </p:grpSpPr>
        <p:sp>
          <p:nvSpPr>
            <p:cNvPr id="157745" name="AutoShape 49"/>
            <p:cNvSpPr/>
            <p:nvPr/>
          </p:nvSpPr>
          <p:spPr bwMode="auto">
            <a:xfrm>
              <a:off x="2064" y="1434"/>
              <a:ext cx="3129" cy="545"/>
            </a:xfrm>
            <a:prstGeom prst="foldedCorner">
              <a:avLst>
                <a:gd name="adj" fmla="val 12500"/>
              </a:avLst>
            </a:prstGeom>
            <a:solidFill>
              <a:srgbClr val="FFCC99"/>
            </a:solidFill>
            <a:ln w="19050">
              <a:solidFill>
                <a:srgbClr val="FFFF99"/>
              </a:solidFill>
              <a:round/>
            </a:ln>
            <a:effectLst>
              <a:outerShdw dist="35921" dir="2700000" algn="ctr" rotWithShape="0">
                <a:srgbClr val="990000"/>
              </a:outerShdw>
            </a:effectLst>
          </p:spPr>
          <p:txBody>
            <a:bodyPr lIns="0" tIns="0" rIns="0" bIns="0" anchor="ctr">
              <a:spAutoFit/>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46" name="Text Box 50"/>
            <p:cNvSpPr txBox="1"/>
            <p:nvPr/>
          </p:nvSpPr>
          <p:spPr bwMode="auto">
            <a:xfrm>
              <a:off x="2064" y="1525"/>
              <a:ext cx="3129" cy="251"/>
            </a:xfrm>
            <a:prstGeom prst="rect">
              <a:avLst/>
            </a:prstGeom>
            <a:noFill/>
            <a:ln w="19050" algn="ctr">
              <a:noFill/>
              <a:miter lim="800000"/>
            </a:ln>
            <a:effectLst/>
          </p:spPr>
          <p:txBody>
            <a:bodyPr lIns="0" tIns="0" rIns="0" bIns="0">
              <a:spAutoFit/>
            </a:bodyPr>
            <a:lstStyle/>
            <a:p>
              <a:pPr algn="ctr" eaLnBrk="1" hangingPunct="1">
                <a:lnSpc>
                  <a:spcPct val="100000"/>
                </a:lnSpc>
                <a:spcBef>
                  <a:spcPct val="50000"/>
                </a:spcBef>
                <a:buClrTx/>
                <a:buSzTx/>
                <a:buFontTx/>
                <a:buNone/>
                <a:defRPr/>
              </a:pPr>
              <a:r>
                <a:rPr lang="zh-CN" altLang="en-US" sz="2400">
                  <a:solidFill>
                    <a:srgbClr val="000000"/>
                  </a:solidFill>
                  <a:effectLst>
                    <a:outerShdw blurRad="38100" dist="38100" dir="2700000" algn="tl">
                      <a:srgbClr val="C0C0C0"/>
                    </a:outerShdw>
                  </a:effectLst>
                  <a:latin typeface="Courier New" charset="0"/>
                  <a:ea typeface="宋体" charset="-122"/>
                </a:rPr>
                <a:t>形式参数</a:t>
              </a:r>
              <a:endParaRPr lang="zh-CN" altLang="en-US" sz="2400">
                <a:solidFill>
                  <a:srgbClr val="000000"/>
                </a:solidFill>
                <a:effectLst>
                  <a:outerShdw blurRad="38100" dist="38100" dir="2700000" algn="tl">
                    <a:srgbClr val="C0C0C0"/>
                  </a:outerShdw>
                </a:effectLst>
                <a:latin typeface="Courier New" charset="0"/>
                <a:ea typeface="宋体" charset="-122"/>
              </a:endParaRPr>
            </a:p>
          </p:txBody>
        </p:sp>
      </p:grpSp>
      <p:sp>
        <p:nvSpPr>
          <p:cNvPr id="157747" name="AutoShape 51"/>
          <p:cNvSpPr/>
          <p:nvPr/>
        </p:nvSpPr>
        <p:spPr bwMode="auto">
          <a:xfrm>
            <a:off x="3851275" y="4192588"/>
            <a:ext cx="719138" cy="100647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0066CC"/>
          </a:solidFill>
          <a:ln w="19050" algn="ctr">
            <a:solidFill>
              <a:srgbClr val="99CCFF"/>
            </a:solidFill>
            <a:miter lim="800000"/>
          </a:ln>
          <a:effectLst>
            <a:outerShdw dist="35921" dir="2700000" algn="ctr" rotWithShape="0">
              <a:srgbClr val="990000"/>
            </a:outerShdw>
          </a:effectLst>
        </p:spPr>
        <p:txBody>
          <a:bodyPr lIns="0" tIns="0" rIns="0" bIns="0" anchor="ctr">
            <a:spAutoFit/>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grpSp>
        <p:nvGrpSpPr>
          <p:cNvPr id="11" name="Group 52"/>
          <p:cNvGrpSpPr/>
          <p:nvPr/>
        </p:nvGrpSpPr>
        <p:grpSpPr bwMode="auto">
          <a:xfrm>
            <a:off x="1695450" y="4291013"/>
            <a:ext cx="1868488" cy="792162"/>
            <a:chOff x="2064" y="1434"/>
            <a:chExt cx="3129" cy="545"/>
          </a:xfrm>
        </p:grpSpPr>
        <p:sp>
          <p:nvSpPr>
            <p:cNvPr id="157749" name="AutoShape 53"/>
            <p:cNvSpPr/>
            <p:nvPr/>
          </p:nvSpPr>
          <p:spPr bwMode="auto">
            <a:xfrm>
              <a:off x="2064" y="1434"/>
              <a:ext cx="3129" cy="545"/>
            </a:xfrm>
            <a:prstGeom prst="foldedCorner">
              <a:avLst>
                <a:gd name="adj" fmla="val 12500"/>
              </a:avLst>
            </a:prstGeom>
            <a:solidFill>
              <a:srgbClr val="FFCC99"/>
            </a:solidFill>
            <a:ln w="19050">
              <a:solidFill>
                <a:srgbClr val="FFFF99"/>
              </a:solidFill>
              <a:round/>
            </a:ln>
            <a:effectLst>
              <a:outerShdw dist="35921" dir="2700000" algn="ctr" rotWithShape="0">
                <a:srgbClr val="990000"/>
              </a:outerShdw>
            </a:effectLst>
          </p:spPr>
          <p:txBody>
            <a:bodyPr lIns="0" tIns="0" rIns="0" bIns="0" anchor="ctr">
              <a:spAutoFit/>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57750" name="Text Box 54"/>
            <p:cNvSpPr txBox="1"/>
            <p:nvPr/>
          </p:nvSpPr>
          <p:spPr bwMode="auto">
            <a:xfrm>
              <a:off x="2064" y="1525"/>
              <a:ext cx="3129" cy="251"/>
            </a:xfrm>
            <a:prstGeom prst="rect">
              <a:avLst/>
            </a:prstGeom>
            <a:noFill/>
            <a:ln w="19050" algn="ctr">
              <a:noFill/>
              <a:miter lim="800000"/>
            </a:ln>
            <a:effectLst/>
          </p:spPr>
          <p:txBody>
            <a:bodyPr lIns="0" tIns="0" rIns="0" bIns="0">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50000"/>
                </a:spcBef>
                <a:buClrTx/>
                <a:buSzTx/>
                <a:buFontTx/>
                <a:buNone/>
              </a:pPr>
              <a:r>
                <a:rPr lang="zh-CN" altLang="en-US" sz="2400">
                  <a:solidFill>
                    <a:srgbClr val="000000"/>
                  </a:solidFill>
                  <a:effectLst>
                    <a:outerShdw blurRad="38100" dist="38100" dir="2700000" algn="tl">
                      <a:srgbClr val="C0C0C0"/>
                    </a:outerShdw>
                  </a:effectLst>
                </a:rPr>
                <a:t>实际参数</a:t>
              </a:r>
              <a:endParaRPr lang="zh-CN" altLang="en-US" sz="2400">
                <a:solidFill>
                  <a:srgbClr val="000000"/>
                </a:solidFill>
                <a:effectLst>
                  <a:outerShdw blurRad="38100" dist="38100" dir="2700000" algn="tl">
                    <a:srgbClr val="C0C0C0"/>
                  </a:outerShdw>
                </a:effectLst>
              </a:endParaRPr>
            </a:p>
          </p:txBody>
        </p:sp>
      </p:grpSp>
      <p:sp>
        <p:nvSpPr>
          <p:cNvPr id="2" name="日期占位符 1"/>
          <p:cNvSpPr/>
          <p:nvPr>
            <p:ph type="dt" sz="half" idx="10"/>
          </p:nvPr>
        </p:nvSpPr>
        <p:spPr/>
        <p:txBody>
          <a:bodyPr/>
          <a:lstStyle/>
          <a:p>
            <a:fld id="{562FD074-C7FC-754B-BDA4-A1C865C08C02}"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3282" name="Rectangle 2"/>
          <p:cNvSpPr/>
          <p:nvPr>
            <p:ph type="title"/>
          </p:nvPr>
        </p:nvSpPr>
        <p:spPr>
          <a:xfrm>
            <a:off x="685800" y="484632"/>
            <a:ext cx="7772400" cy="999681"/>
          </a:xfrm>
        </p:spPr>
        <p:txBody>
          <a:bodyPr/>
          <a:lstStyle/>
          <a:p>
            <a:r>
              <a:rPr lang="zh-CN" altLang="en-US"/>
              <a:t>对函数接口加以注释说明 </a:t>
            </a:r>
            <a:endParaRPr lang="zh-CN" altLang="en-US"/>
          </a:p>
        </p:txBody>
      </p:sp>
      <p:sp>
        <p:nvSpPr>
          <p:cNvPr id="353283" name="Rectangle 3"/>
          <p:cNvSpPr/>
          <p:nvPr>
            <p:ph idx="1"/>
          </p:nvPr>
        </p:nvSpPr>
        <p:spPr>
          <a:xfrm>
            <a:off x="184150" y="1484313"/>
            <a:ext cx="7772400" cy="4611687"/>
          </a:xfrm>
        </p:spPr>
        <p:txBody>
          <a:bodyPr/>
          <a:lstStyle/>
          <a:p>
            <a:pPr>
              <a:lnSpc>
                <a:spcPct val="85000"/>
              </a:lnSpc>
              <a:buFont typeface="Monotype Sorts" charset="2"/>
              <a:buNone/>
            </a:pPr>
            <a:r>
              <a:rPr lang="fr-FR" altLang="zh-CN">
                <a:ea typeface="宋体" charset="-122"/>
              </a:rPr>
              <a:t>/* </a:t>
            </a:r>
            <a:r>
              <a:rPr lang="zh-CN" altLang="fr-FR">
                <a:ea typeface="宋体" charset="-122"/>
              </a:rPr>
              <a:t>函数功能：实现</a:t>
            </a:r>
            <a:r>
              <a:rPr lang="fr-FR" altLang="zh-CN">
                <a:ea typeface="宋体" charset="-122"/>
              </a:rPr>
              <a:t>××××</a:t>
            </a:r>
            <a:r>
              <a:rPr lang="zh-CN" altLang="fr-FR">
                <a:ea typeface="宋体" charset="-122"/>
              </a:rPr>
              <a:t>功能</a:t>
            </a:r>
            <a:endParaRPr lang="zh-CN" altLang="fr-FR">
              <a:ea typeface="宋体" charset="-122"/>
            </a:endParaRPr>
          </a:p>
          <a:p>
            <a:pPr>
              <a:lnSpc>
                <a:spcPct val="85000"/>
              </a:lnSpc>
              <a:buFont typeface="Monotype Sorts" charset="2"/>
              <a:buNone/>
            </a:pPr>
            <a:r>
              <a:rPr lang="zh-CN" altLang="fr-FR">
                <a:ea typeface="宋体" charset="-122"/>
              </a:rPr>
              <a:t>   函数参数：参数</a:t>
            </a:r>
            <a:r>
              <a:rPr lang="fr-FR" altLang="zh-CN">
                <a:ea typeface="宋体" charset="-122"/>
              </a:rPr>
              <a:t>1</a:t>
            </a:r>
            <a:r>
              <a:rPr lang="zh-CN" altLang="fr-FR">
                <a:ea typeface="宋体" charset="-122"/>
              </a:rPr>
              <a:t>，表示</a:t>
            </a:r>
            <a:r>
              <a:rPr lang="fr-FR" altLang="zh-CN">
                <a:ea typeface="宋体" charset="-122"/>
              </a:rPr>
              <a:t>×××××</a:t>
            </a:r>
            <a:endParaRPr lang="fr-FR" altLang="zh-CN">
              <a:ea typeface="宋体" charset="-122"/>
            </a:endParaRPr>
          </a:p>
          <a:p>
            <a:pPr>
              <a:lnSpc>
                <a:spcPct val="85000"/>
              </a:lnSpc>
              <a:buFont typeface="Monotype Sorts" charset="2"/>
              <a:buNone/>
            </a:pPr>
            <a:r>
              <a:rPr lang="zh-CN" altLang="fr-FR">
                <a:ea typeface="宋体" charset="-122"/>
              </a:rPr>
              <a:t>                       参数</a:t>
            </a:r>
            <a:r>
              <a:rPr lang="fr-FR" altLang="zh-CN">
                <a:ea typeface="宋体" charset="-122"/>
              </a:rPr>
              <a:t>2</a:t>
            </a:r>
            <a:r>
              <a:rPr lang="zh-CN" altLang="fr-FR">
                <a:ea typeface="宋体" charset="-122"/>
              </a:rPr>
              <a:t>，表示</a:t>
            </a:r>
            <a:r>
              <a:rPr lang="fr-FR" altLang="zh-CN">
                <a:ea typeface="宋体" charset="-122"/>
              </a:rPr>
              <a:t>×××××</a:t>
            </a:r>
            <a:endParaRPr lang="fr-FR" altLang="zh-CN">
              <a:ea typeface="宋体" charset="-122"/>
            </a:endParaRPr>
          </a:p>
          <a:p>
            <a:pPr>
              <a:lnSpc>
                <a:spcPct val="85000"/>
              </a:lnSpc>
              <a:buFont typeface="Monotype Sorts" charset="2"/>
              <a:buNone/>
            </a:pPr>
            <a:r>
              <a:rPr lang="fr-FR" altLang="zh-CN">
                <a:ea typeface="宋体" charset="-122"/>
              </a:rPr>
              <a:t>   </a:t>
            </a:r>
            <a:r>
              <a:rPr lang="zh-CN" altLang="fr-FR">
                <a:ea typeface="宋体" charset="-122"/>
              </a:rPr>
              <a:t>函数返回值： </a:t>
            </a:r>
            <a:r>
              <a:rPr lang="fr-FR" altLang="zh-CN">
                <a:ea typeface="宋体" charset="-122"/>
              </a:rPr>
              <a:t>×××××</a:t>
            </a:r>
            <a:endParaRPr lang="fr-FR" altLang="zh-CN">
              <a:ea typeface="宋体" charset="-122"/>
            </a:endParaRPr>
          </a:p>
          <a:p>
            <a:pPr>
              <a:lnSpc>
                <a:spcPct val="85000"/>
              </a:lnSpc>
              <a:buFont typeface="Monotype Sorts" charset="2"/>
              <a:buNone/>
            </a:pPr>
            <a:r>
              <a:rPr lang="zh-CN" altLang="fr-FR">
                <a:ea typeface="宋体" charset="-122"/>
              </a:rPr>
              <a:t>*</a:t>
            </a:r>
            <a:r>
              <a:rPr lang="fr-FR" altLang="zh-CN">
                <a:ea typeface="宋体" charset="-122"/>
              </a:rPr>
              <a:t>/</a:t>
            </a:r>
            <a:endParaRPr lang="fr-FR" altLang="zh-CN">
              <a:ea typeface="宋体" charset="-122"/>
            </a:endParaRPr>
          </a:p>
          <a:p>
            <a:pPr>
              <a:lnSpc>
                <a:spcPct val="85000"/>
              </a:lnSpc>
              <a:buFont typeface="Monotype Sorts" charset="2"/>
              <a:buNone/>
            </a:pPr>
            <a:r>
              <a:rPr lang="zh-CN" altLang="en-US">
                <a:solidFill>
                  <a:schemeClr val="accent2"/>
                </a:solidFill>
                <a:latin typeface="Courier New" charset="0"/>
                <a:ea typeface="宋体" charset="-122"/>
              </a:rPr>
              <a:t>返回值类型</a:t>
            </a:r>
            <a:r>
              <a:rPr lang="zh-CN" altLang="en-US">
                <a:solidFill>
                  <a:srgbClr val="000000"/>
                </a:solidFill>
                <a:latin typeface="Courier New" charset="0"/>
                <a:ea typeface="宋体" charset="-122"/>
              </a:rPr>
              <a:t> 函数名</a:t>
            </a:r>
            <a:r>
              <a:rPr lang="en-US" altLang="zh-CN">
                <a:solidFill>
                  <a:srgbClr val="000000"/>
                </a:solidFill>
                <a:latin typeface="Courier New" charset="0"/>
                <a:ea typeface="宋体" charset="-122"/>
              </a:rPr>
              <a:t>(</a:t>
            </a:r>
            <a:r>
              <a:rPr lang="zh-CN" altLang="en-US">
                <a:solidFill>
                  <a:srgbClr val="000000"/>
                </a:solidFill>
                <a:latin typeface="Courier New" charset="0"/>
                <a:ea typeface="宋体" charset="-122"/>
              </a:rPr>
              <a:t>参数表</a:t>
            </a:r>
            <a:r>
              <a:rPr lang="en-US" altLang="zh-CN">
                <a:solidFill>
                  <a:srgbClr val="000000"/>
                </a:solidFill>
                <a:latin typeface="Courier New" charset="0"/>
                <a:ea typeface="宋体" charset="-122"/>
              </a:rPr>
              <a:t>)</a:t>
            </a:r>
            <a:endParaRPr lang="en-US" altLang="zh-CN">
              <a:solidFill>
                <a:srgbClr val="000000"/>
              </a:solidFill>
              <a:latin typeface="Courier New" charset="0"/>
              <a:ea typeface="宋体" charset="-122"/>
            </a:endParaRPr>
          </a:p>
          <a:p>
            <a:pPr>
              <a:lnSpc>
                <a:spcPct val="85000"/>
              </a:lnSpc>
              <a:buFont typeface="Monotype Sorts" charset="2"/>
              <a:buNone/>
            </a:pPr>
            <a:r>
              <a:rPr lang="en-US" altLang="zh-CN">
                <a:solidFill>
                  <a:srgbClr val="000000"/>
                </a:solidFill>
                <a:latin typeface="Courier New" charset="0"/>
                <a:ea typeface="宋体" charset="-122"/>
              </a:rPr>
              <a:t>{</a:t>
            </a:r>
            <a:br>
              <a:rPr lang="en-US" altLang="zh-CN">
                <a:solidFill>
                  <a:srgbClr val="000000"/>
                </a:solidFill>
                <a:latin typeface="Courier New" charset="0"/>
                <a:ea typeface="宋体" charset="-122"/>
              </a:rPr>
            </a:br>
            <a:r>
              <a:rPr lang="en-US" altLang="zh-CN">
                <a:solidFill>
                  <a:srgbClr val="000000"/>
                </a:solidFill>
                <a:latin typeface="Courier New" charset="0"/>
                <a:ea typeface="宋体" charset="-122"/>
              </a:rPr>
              <a:t>	</a:t>
            </a:r>
            <a:r>
              <a:rPr lang="zh-CN" altLang="en-US">
                <a:solidFill>
                  <a:srgbClr val="000000"/>
                </a:solidFill>
                <a:latin typeface="Courier New" charset="0"/>
                <a:ea typeface="宋体" charset="-122"/>
              </a:rPr>
              <a:t>函数体</a:t>
            </a:r>
            <a:br>
              <a:rPr lang="zh-CN" altLang="en-US">
                <a:solidFill>
                  <a:srgbClr val="000000"/>
                </a:solidFill>
                <a:latin typeface="Courier New" charset="0"/>
                <a:ea typeface="宋体" charset="-122"/>
              </a:rPr>
            </a:br>
            <a:r>
              <a:rPr lang="zh-CN" altLang="en-US">
                <a:solidFill>
                  <a:srgbClr val="000000"/>
                </a:solidFill>
                <a:latin typeface="Courier New" charset="0"/>
                <a:ea typeface="宋体" charset="-122"/>
              </a:rPr>
              <a:t>	</a:t>
            </a:r>
            <a:r>
              <a:rPr lang="en-US" altLang="zh-CN">
                <a:solidFill>
                  <a:srgbClr val="0000FF"/>
                </a:solidFill>
                <a:latin typeface="Courier New" charset="0"/>
                <a:ea typeface="宋体" charset="-122"/>
              </a:rPr>
              <a:t>return</a:t>
            </a:r>
            <a:r>
              <a:rPr lang="en-US" altLang="zh-CN">
                <a:solidFill>
                  <a:srgbClr val="000000"/>
                </a:solidFill>
                <a:latin typeface="Courier New" charset="0"/>
                <a:ea typeface="宋体" charset="-122"/>
              </a:rPr>
              <a:t> </a:t>
            </a:r>
            <a:r>
              <a:rPr lang="zh-CN" altLang="en-US">
                <a:solidFill>
                  <a:srgbClr val="000000"/>
                </a:solidFill>
                <a:latin typeface="Courier New" charset="0"/>
                <a:ea typeface="宋体" charset="-122"/>
              </a:rPr>
              <a:t>表达式</a:t>
            </a:r>
            <a:r>
              <a:rPr lang="en-US" altLang="zh-CN">
                <a:solidFill>
                  <a:srgbClr val="000000"/>
                </a:solidFill>
                <a:latin typeface="Courier New" charset="0"/>
                <a:ea typeface="宋体" charset="-122"/>
              </a:rPr>
              <a:t>;</a:t>
            </a:r>
            <a:endParaRPr lang="en-US" altLang="zh-CN">
              <a:solidFill>
                <a:srgbClr val="000000"/>
              </a:solidFill>
              <a:latin typeface="Courier New" charset="0"/>
              <a:ea typeface="宋体" charset="-122"/>
            </a:endParaRPr>
          </a:p>
          <a:p>
            <a:pPr>
              <a:lnSpc>
                <a:spcPct val="85000"/>
              </a:lnSpc>
              <a:buFont typeface="Monotype Sorts" charset="2"/>
              <a:buNone/>
            </a:pPr>
            <a:r>
              <a:rPr lang="en-US" altLang="zh-CN">
                <a:solidFill>
                  <a:srgbClr val="000000"/>
                </a:solidFill>
                <a:latin typeface="Courier New" charset="0"/>
                <a:ea typeface="宋体" charset="-122"/>
              </a:rPr>
              <a:t>}</a:t>
            </a:r>
            <a:endParaRPr lang="en-US" altLang="zh-CN">
              <a:solidFill>
                <a:srgbClr val="000000"/>
              </a:solidFill>
              <a:latin typeface="Courier New" charset="0"/>
              <a:ea typeface="宋体" charset="-122"/>
            </a:endParaRPr>
          </a:p>
        </p:txBody>
      </p:sp>
      <p:pic>
        <p:nvPicPr>
          <p:cNvPr id="4096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48263" y="3140968"/>
            <a:ext cx="3960812" cy="299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p:cNvSpPr/>
          <p:nvPr>
            <p:ph type="dt" sz="half" idx="10"/>
          </p:nvPr>
        </p:nvSpPr>
        <p:spPr/>
        <p:txBody>
          <a:bodyPr/>
          <a:lstStyle/>
          <a:p>
            <a:fld id="{F10F8E7C-D617-EF4D-B1E3-ADACFE612BCA}"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1250" name="Rectangle 2"/>
          <p:cNvSpPr/>
          <p:nvPr>
            <p:ph type="title"/>
          </p:nvPr>
        </p:nvSpPr>
        <p:spPr>
          <a:xfrm>
            <a:off x="685800" y="484632"/>
            <a:ext cx="7772400" cy="784128"/>
          </a:xfrm>
        </p:spPr>
        <p:txBody>
          <a:bodyPr/>
          <a:lstStyle/>
          <a:p>
            <a:r>
              <a:rPr lang="zh-CN" altLang="en-US" dirty="0"/>
              <a:t>例</a:t>
            </a:r>
            <a:r>
              <a:rPr lang="en-US" altLang="zh-CN" dirty="0"/>
              <a:t>5.1a  </a:t>
            </a:r>
            <a:r>
              <a:rPr lang="zh-CN" altLang="en-US" dirty="0"/>
              <a:t>计算两个整数的平均数</a:t>
            </a:r>
            <a:endParaRPr lang="zh-CN" altLang="en-US" dirty="0"/>
          </a:p>
        </p:txBody>
      </p:sp>
      <p:sp>
        <p:nvSpPr>
          <p:cNvPr id="181251" name="Rectangle 3"/>
          <p:cNvSpPr/>
          <p:nvPr>
            <p:ph idx="1"/>
          </p:nvPr>
        </p:nvSpPr>
        <p:spPr>
          <a:xfrm>
            <a:off x="685800" y="1484313"/>
            <a:ext cx="7772400" cy="5040312"/>
          </a:xfrm>
        </p:spPr>
        <p:txBody>
          <a:bodyPr>
            <a:normAutofit fontScale="92500" lnSpcReduction="20000"/>
          </a:bodyPr>
          <a:lstStyle/>
          <a:p>
            <a:pPr>
              <a:lnSpc>
                <a:spcPct val="75000"/>
              </a:lnSpc>
              <a:buFont typeface="Monotype Sorts" charset="2"/>
              <a:buNone/>
            </a:pPr>
            <a:r>
              <a:rPr lang="fr-FR" altLang="zh-CN" sz="2400" dirty="0">
                <a:solidFill>
                  <a:schemeClr val="tx1"/>
                </a:solidFill>
                <a:ea typeface="宋体" charset="-122"/>
              </a:rPr>
              <a:t>/*</a:t>
            </a:r>
            <a:endParaRPr lang="fr-FR" altLang="zh-CN" sz="2400" dirty="0">
              <a:solidFill>
                <a:schemeClr val="tx1"/>
              </a:solidFill>
              <a:ea typeface="宋体" charset="-122"/>
            </a:endParaRPr>
          </a:p>
          <a:p>
            <a:pPr>
              <a:lnSpc>
                <a:spcPct val="75000"/>
              </a:lnSpc>
              <a:buFont typeface="Monotype Sorts" charset="2"/>
              <a:buNone/>
            </a:pPr>
            <a:r>
              <a:rPr lang="fr-FR" altLang="zh-CN" sz="2400" dirty="0">
                <a:solidFill>
                  <a:schemeClr val="tx1"/>
                </a:solidFill>
                <a:ea typeface="宋体" charset="-122"/>
              </a:rPr>
              <a:t>   </a:t>
            </a:r>
            <a:r>
              <a:rPr lang="zh-CN" altLang="fr-FR" sz="2400" dirty="0">
                <a:solidFill>
                  <a:schemeClr val="tx1"/>
                </a:solidFill>
                <a:ea typeface="宋体" charset="-122"/>
              </a:rPr>
              <a:t>函数功能：        计算平均数</a:t>
            </a:r>
            <a:endParaRPr lang="zh-CN" altLang="fr-FR" sz="2400" dirty="0">
              <a:solidFill>
                <a:schemeClr val="tx1"/>
              </a:solidFill>
              <a:ea typeface="宋体" charset="-122"/>
            </a:endParaRPr>
          </a:p>
          <a:p>
            <a:pPr>
              <a:lnSpc>
                <a:spcPct val="75000"/>
              </a:lnSpc>
              <a:buFont typeface="Monotype Sorts" charset="2"/>
              <a:buNone/>
            </a:pPr>
            <a:r>
              <a:rPr lang="zh-CN" altLang="fr-FR" sz="2400" dirty="0">
                <a:solidFill>
                  <a:schemeClr val="tx1"/>
                </a:solidFill>
                <a:ea typeface="宋体" charset="-122"/>
              </a:rPr>
              <a:t>   函数入口参数： 整型</a:t>
            </a:r>
            <a:r>
              <a:rPr lang="fr-FR" altLang="zh-CN" sz="2400" dirty="0">
                <a:solidFill>
                  <a:schemeClr val="tx1"/>
                </a:solidFill>
                <a:ea typeface="宋体" charset="-122"/>
              </a:rPr>
              <a:t>x</a:t>
            </a:r>
            <a:r>
              <a:rPr lang="zh-CN" altLang="fr-FR" sz="2400" dirty="0">
                <a:solidFill>
                  <a:schemeClr val="tx1"/>
                </a:solidFill>
                <a:ea typeface="宋体" charset="-122"/>
              </a:rPr>
              <a:t>，存储第一个运算数</a:t>
            </a:r>
            <a:endParaRPr lang="zh-CN" altLang="fr-FR" sz="2400" dirty="0">
              <a:solidFill>
                <a:schemeClr val="tx1"/>
              </a:solidFill>
              <a:ea typeface="宋体" charset="-122"/>
            </a:endParaRPr>
          </a:p>
          <a:p>
            <a:pPr>
              <a:lnSpc>
                <a:spcPct val="75000"/>
              </a:lnSpc>
              <a:buFont typeface="Monotype Sorts" charset="2"/>
              <a:buNone/>
            </a:pPr>
            <a:r>
              <a:rPr lang="zh-CN" altLang="fr-FR" sz="2400" dirty="0">
                <a:solidFill>
                  <a:schemeClr val="tx1"/>
                </a:solidFill>
                <a:ea typeface="宋体" charset="-122"/>
              </a:rPr>
              <a:t>                                整型</a:t>
            </a:r>
            <a:r>
              <a:rPr lang="fr-FR" altLang="zh-CN" sz="2400" dirty="0">
                <a:solidFill>
                  <a:schemeClr val="tx1"/>
                </a:solidFill>
                <a:ea typeface="宋体" charset="-122"/>
              </a:rPr>
              <a:t>y</a:t>
            </a:r>
            <a:r>
              <a:rPr lang="zh-CN" altLang="fr-FR" sz="2400" dirty="0">
                <a:solidFill>
                  <a:schemeClr val="tx1"/>
                </a:solidFill>
                <a:ea typeface="宋体" charset="-122"/>
              </a:rPr>
              <a:t>，存储第二个运算数</a:t>
            </a:r>
            <a:endParaRPr lang="zh-CN" altLang="fr-FR" sz="2400" dirty="0">
              <a:solidFill>
                <a:schemeClr val="tx1"/>
              </a:solidFill>
              <a:ea typeface="宋体" charset="-122"/>
            </a:endParaRPr>
          </a:p>
          <a:p>
            <a:pPr>
              <a:lnSpc>
                <a:spcPct val="75000"/>
              </a:lnSpc>
              <a:buFont typeface="Monotype Sorts" charset="2"/>
              <a:buNone/>
            </a:pPr>
            <a:r>
              <a:rPr lang="zh-CN" altLang="fr-FR" sz="2400" dirty="0">
                <a:solidFill>
                  <a:schemeClr val="tx1"/>
                </a:solidFill>
                <a:ea typeface="宋体" charset="-122"/>
              </a:rPr>
              <a:t>   函数返回值：    平均数</a:t>
            </a:r>
            <a:r>
              <a:rPr lang="zh-CN" altLang="en-US" sz="2400" dirty="0">
                <a:solidFill>
                  <a:schemeClr val="tx1"/>
                </a:solidFill>
                <a:ea typeface="宋体" charset="-122"/>
              </a:rPr>
              <a:t>（整形）</a:t>
            </a:r>
            <a:endParaRPr lang="zh-CN" altLang="fr-FR" sz="2400" dirty="0">
              <a:solidFill>
                <a:schemeClr val="tx1"/>
              </a:solidFill>
              <a:ea typeface="宋体" charset="-122"/>
            </a:endParaRPr>
          </a:p>
          <a:p>
            <a:pPr>
              <a:lnSpc>
                <a:spcPct val="75000"/>
              </a:lnSpc>
              <a:buFont typeface="Monotype Sorts" charset="2"/>
              <a:buNone/>
            </a:pPr>
            <a:r>
              <a:rPr lang="zh-CN" altLang="fr-FR" sz="2400" dirty="0">
                <a:solidFill>
                  <a:schemeClr val="tx1"/>
                </a:solidFill>
                <a:ea typeface="宋体" charset="-122"/>
              </a:rPr>
              <a:t>*</a:t>
            </a:r>
            <a:r>
              <a:rPr lang="fr-FR" altLang="zh-CN" sz="2400" dirty="0">
                <a:solidFill>
                  <a:schemeClr val="tx1"/>
                </a:solidFill>
                <a:ea typeface="宋体" charset="-122"/>
              </a:rPr>
              <a:t>/</a:t>
            </a:r>
            <a:endParaRPr lang="fr-FR" altLang="zh-CN" sz="2400" dirty="0">
              <a:solidFill>
                <a:schemeClr val="tx1"/>
              </a:solidFill>
              <a:ea typeface="宋体" charset="-122"/>
            </a:endParaRPr>
          </a:p>
          <a:p>
            <a:pPr>
              <a:lnSpc>
                <a:spcPct val="75000"/>
              </a:lnSpc>
              <a:buFont typeface="Monotype Sorts" charset="2"/>
              <a:buNone/>
            </a:pPr>
            <a:r>
              <a:rPr lang="fr-FR" altLang="zh-CN" sz="2400" dirty="0" err="1">
                <a:solidFill>
                  <a:schemeClr val="accent2"/>
                </a:solidFill>
                <a:latin typeface="Courier New" charset="0"/>
                <a:ea typeface="宋体" charset="-122"/>
              </a:rPr>
              <a:t>int</a:t>
            </a:r>
            <a:r>
              <a:rPr lang="fr-FR" altLang="zh-CN" sz="2400" dirty="0">
                <a:solidFill>
                  <a:schemeClr val="tx1"/>
                </a:solidFill>
                <a:latin typeface="Courier New" charset="0"/>
                <a:ea typeface="宋体" charset="-122"/>
              </a:rPr>
              <a:t> </a:t>
            </a:r>
            <a:r>
              <a:rPr lang="fr-FR" altLang="zh-CN" sz="2400" dirty="0" err="1">
                <a:solidFill>
                  <a:schemeClr val="tx1"/>
                </a:solidFill>
                <a:latin typeface="Courier New" charset="0"/>
                <a:ea typeface="宋体" charset="-122"/>
              </a:rPr>
              <a:t>Average</a:t>
            </a:r>
            <a:r>
              <a:rPr lang="fr-FR" altLang="zh-CN" sz="2400" dirty="0">
                <a:solidFill>
                  <a:schemeClr val="tx1"/>
                </a:solidFill>
                <a:latin typeface="Courier New" charset="0"/>
                <a:ea typeface="宋体" charset="-122"/>
              </a:rPr>
              <a:t>(</a:t>
            </a:r>
            <a:r>
              <a:rPr lang="fr-FR" altLang="zh-CN" sz="2400" dirty="0" err="1">
                <a:solidFill>
                  <a:schemeClr val="accent2"/>
                </a:solidFill>
                <a:latin typeface="Courier New" charset="0"/>
                <a:ea typeface="宋体" charset="-122"/>
              </a:rPr>
              <a:t>int</a:t>
            </a:r>
            <a:r>
              <a:rPr lang="fr-FR" altLang="zh-CN" sz="2400" dirty="0">
                <a:solidFill>
                  <a:schemeClr val="tx1"/>
                </a:solidFill>
                <a:latin typeface="Courier New" charset="0"/>
                <a:ea typeface="宋体" charset="-122"/>
              </a:rPr>
              <a:t> x, </a:t>
            </a:r>
            <a:r>
              <a:rPr lang="fr-FR" altLang="zh-CN" sz="2400" dirty="0" err="1">
                <a:solidFill>
                  <a:schemeClr val="accent2"/>
                </a:solidFill>
                <a:latin typeface="Courier New" charset="0"/>
                <a:ea typeface="宋体" charset="-122"/>
              </a:rPr>
              <a:t>int</a:t>
            </a:r>
            <a:r>
              <a:rPr lang="fr-FR" altLang="zh-CN" sz="2400" dirty="0">
                <a:solidFill>
                  <a:schemeClr val="tx1"/>
                </a:solidFill>
                <a:latin typeface="Courier New" charset="0"/>
                <a:ea typeface="宋体" charset="-122"/>
              </a:rPr>
              <a:t> y)</a:t>
            </a:r>
            <a:endParaRPr lang="fr-FR" altLang="zh-CN" sz="2400" dirty="0">
              <a:solidFill>
                <a:schemeClr val="tx1"/>
              </a:solidFill>
              <a:latin typeface="Courier New" charset="0"/>
              <a:ea typeface="宋体" charset="-122"/>
            </a:endParaRPr>
          </a:p>
          <a:p>
            <a:pPr>
              <a:lnSpc>
                <a:spcPct val="75000"/>
              </a:lnSpc>
              <a:buFont typeface="Monotype Sorts" charset="2"/>
              <a:buNone/>
            </a:pPr>
            <a:r>
              <a:rPr lang="fr-FR" altLang="zh-CN" sz="2400" dirty="0">
                <a:solidFill>
                  <a:schemeClr val="tx1"/>
                </a:solidFill>
                <a:latin typeface="Courier New" charset="0"/>
                <a:ea typeface="宋体" charset="-122"/>
              </a:rPr>
              <a:t>{</a:t>
            </a:r>
            <a:endParaRPr lang="fr-FR" altLang="zh-CN" sz="2400" dirty="0">
              <a:solidFill>
                <a:schemeClr val="tx1"/>
              </a:solidFill>
              <a:latin typeface="Courier New" charset="0"/>
              <a:ea typeface="宋体" charset="-122"/>
            </a:endParaRPr>
          </a:p>
          <a:p>
            <a:pPr>
              <a:lnSpc>
                <a:spcPct val="75000"/>
              </a:lnSpc>
              <a:buFont typeface="Monotype Sorts" charset="2"/>
              <a:buNone/>
            </a:pPr>
            <a:r>
              <a:rPr lang="fr-FR" altLang="zh-CN" sz="2400" dirty="0">
                <a:solidFill>
                  <a:schemeClr val="tx1"/>
                </a:solidFill>
                <a:latin typeface="Courier New" charset="0"/>
                <a:ea typeface="宋体" charset="-122"/>
              </a:rPr>
              <a:t>	</a:t>
            </a:r>
            <a:r>
              <a:rPr lang="fr-FR" altLang="zh-CN" sz="2400" dirty="0" err="1">
                <a:solidFill>
                  <a:schemeClr val="accent2"/>
                </a:solidFill>
                <a:latin typeface="Courier New" charset="0"/>
                <a:ea typeface="宋体" charset="-122"/>
              </a:rPr>
              <a:t>int</a:t>
            </a:r>
            <a:r>
              <a:rPr lang="fr-FR" altLang="zh-CN" sz="2400" dirty="0">
                <a:solidFill>
                  <a:schemeClr val="tx1"/>
                </a:solidFill>
                <a:latin typeface="Courier New" charset="0"/>
                <a:ea typeface="宋体" charset="-122"/>
              </a:rPr>
              <a:t> </a:t>
            </a:r>
            <a:r>
              <a:rPr lang="fr-FR" altLang="zh-CN" sz="2400" dirty="0" err="1">
                <a:solidFill>
                  <a:schemeClr val="tx1"/>
                </a:solidFill>
                <a:latin typeface="Courier New" charset="0"/>
                <a:ea typeface="宋体" charset="-122"/>
              </a:rPr>
              <a:t>result</a:t>
            </a:r>
            <a:r>
              <a:rPr lang="fr-FR" altLang="zh-CN" sz="2400" dirty="0">
                <a:solidFill>
                  <a:schemeClr val="tx1"/>
                </a:solidFill>
                <a:latin typeface="Courier New" charset="0"/>
                <a:ea typeface="宋体" charset="-122"/>
              </a:rPr>
              <a:t>;</a:t>
            </a:r>
            <a:endParaRPr lang="fr-FR" altLang="zh-CN" sz="2400" dirty="0">
              <a:solidFill>
                <a:schemeClr val="tx1"/>
              </a:solidFill>
              <a:latin typeface="Courier New" charset="0"/>
              <a:ea typeface="宋体" charset="-122"/>
            </a:endParaRPr>
          </a:p>
          <a:p>
            <a:pPr>
              <a:lnSpc>
                <a:spcPct val="75000"/>
              </a:lnSpc>
              <a:buFont typeface="Monotype Sorts" charset="2"/>
              <a:buNone/>
            </a:pPr>
            <a:endParaRPr lang="fr-FR" altLang="zh-CN" sz="2400" dirty="0">
              <a:solidFill>
                <a:schemeClr val="tx1"/>
              </a:solidFill>
              <a:latin typeface="Courier New" charset="0"/>
              <a:ea typeface="宋体" charset="-122"/>
            </a:endParaRPr>
          </a:p>
          <a:p>
            <a:pPr>
              <a:lnSpc>
                <a:spcPct val="75000"/>
              </a:lnSpc>
              <a:buFont typeface="Monotype Sorts" charset="2"/>
              <a:buNone/>
            </a:pPr>
            <a:r>
              <a:rPr lang="fr-FR" altLang="zh-CN" sz="2400" dirty="0">
                <a:solidFill>
                  <a:schemeClr val="tx1"/>
                </a:solidFill>
                <a:latin typeface="Courier New" charset="0"/>
                <a:ea typeface="宋体" charset="-122"/>
              </a:rPr>
              <a:t>	</a:t>
            </a:r>
            <a:r>
              <a:rPr lang="fr-FR" altLang="zh-CN" sz="2400" dirty="0" err="1">
                <a:solidFill>
                  <a:schemeClr val="tx1"/>
                </a:solidFill>
                <a:latin typeface="Courier New" charset="0"/>
                <a:ea typeface="宋体" charset="-122"/>
              </a:rPr>
              <a:t>result</a:t>
            </a:r>
            <a:r>
              <a:rPr lang="fr-FR" altLang="zh-CN" sz="2400" dirty="0">
                <a:solidFill>
                  <a:schemeClr val="tx1"/>
                </a:solidFill>
                <a:latin typeface="Courier New" charset="0"/>
                <a:ea typeface="宋体" charset="-122"/>
              </a:rPr>
              <a:t> = (x + y) / 2;</a:t>
            </a:r>
            <a:endParaRPr lang="fr-FR" altLang="zh-CN" sz="2400" dirty="0">
              <a:solidFill>
                <a:schemeClr val="tx1"/>
              </a:solidFill>
              <a:latin typeface="Courier New" charset="0"/>
              <a:ea typeface="宋体" charset="-122"/>
            </a:endParaRPr>
          </a:p>
          <a:p>
            <a:pPr>
              <a:lnSpc>
                <a:spcPct val="75000"/>
              </a:lnSpc>
              <a:buFont typeface="Monotype Sorts" charset="2"/>
              <a:buNone/>
            </a:pPr>
            <a:endParaRPr lang="fr-FR" altLang="zh-CN" sz="2400" dirty="0">
              <a:solidFill>
                <a:schemeClr val="tx1"/>
              </a:solidFill>
              <a:latin typeface="Courier New" charset="0"/>
              <a:ea typeface="宋体" charset="-122"/>
            </a:endParaRPr>
          </a:p>
          <a:p>
            <a:pPr>
              <a:lnSpc>
                <a:spcPct val="75000"/>
              </a:lnSpc>
              <a:buFont typeface="Monotype Sorts" charset="2"/>
              <a:buNone/>
            </a:pPr>
            <a:r>
              <a:rPr lang="fr-FR" altLang="zh-CN" sz="2400" dirty="0">
                <a:solidFill>
                  <a:schemeClr val="tx1"/>
                </a:solidFill>
                <a:latin typeface="Courier New" charset="0"/>
                <a:ea typeface="宋体" charset="-122"/>
              </a:rPr>
              <a:t>	</a:t>
            </a:r>
            <a:r>
              <a:rPr lang="fr-FR" altLang="zh-CN" sz="2400" dirty="0">
                <a:solidFill>
                  <a:schemeClr val="accent2"/>
                </a:solidFill>
                <a:latin typeface="Courier New" charset="0"/>
                <a:ea typeface="宋体" charset="-122"/>
              </a:rPr>
              <a:t>return</a:t>
            </a:r>
            <a:r>
              <a:rPr lang="fr-FR" altLang="zh-CN" sz="2400" dirty="0">
                <a:solidFill>
                  <a:schemeClr val="tx1"/>
                </a:solidFill>
                <a:latin typeface="Courier New" charset="0"/>
                <a:ea typeface="宋体" charset="-122"/>
              </a:rPr>
              <a:t> </a:t>
            </a:r>
            <a:r>
              <a:rPr lang="fr-FR" altLang="zh-CN" sz="2400" dirty="0" err="1">
                <a:solidFill>
                  <a:schemeClr val="tx1"/>
                </a:solidFill>
                <a:latin typeface="Courier New" charset="0"/>
                <a:ea typeface="宋体" charset="-122"/>
              </a:rPr>
              <a:t>result</a:t>
            </a:r>
            <a:r>
              <a:rPr lang="fr-FR" altLang="zh-CN" sz="2400" dirty="0">
                <a:solidFill>
                  <a:schemeClr val="tx1"/>
                </a:solidFill>
                <a:latin typeface="Courier New" charset="0"/>
                <a:ea typeface="宋体" charset="-122"/>
              </a:rPr>
              <a:t>;</a:t>
            </a:r>
            <a:endParaRPr lang="fr-FR" altLang="zh-CN" sz="2400" dirty="0">
              <a:solidFill>
                <a:schemeClr val="tx1"/>
              </a:solidFill>
              <a:latin typeface="Courier New" charset="0"/>
              <a:ea typeface="宋体" charset="-122"/>
            </a:endParaRPr>
          </a:p>
          <a:p>
            <a:pPr>
              <a:lnSpc>
                <a:spcPct val="75000"/>
              </a:lnSpc>
              <a:buFont typeface="Monotype Sorts" charset="2"/>
              <a:buNone/>
            </a:pPr>
            <a:r>
              <a:rPr lang="fr-FR" altLang="zh-CN" sz="2400" dirty="0">
                <a:solidFill>
                  <a:schemeClr val="tx1"/>
                </a:solidFill>
                <a:latin typeface="Courier New" charset="0"/>
                <a:ea typeface="宋体" charset="-122"/>
              </a:rPr>
              <a:t>}</a:t>
            </a:r>
            <a:endParaRPr lang="zh-CN" altLang="en-US" sz="2400" dirty="0">
              <a:solidFill>
                <a:schemeClr val="tx1"/>
              </a:solidFill>
              <a:latin typeface="Courier New" charset="0"/>
              <a:ea typeface="宋体" charset="-122"/>
            </a:endParaRPr>
          </a:p>
        </p:txBody>
      </p:sp>
      <p:sp>
        <p:nvSpPr>
          <p:cNvPr id="2" name="日期占位符 1"/>
          <p:cNvSpPr/>
          <p:nvPr>
            <p:ph type="dt" sz="half" idx="10"/>
          </p:nvPr>
        </p:nvSpPr>
        <p:spPr/>
        <p:txBody>
          <a:bodyPr/>
          <a:lstStyle/>
          <a:p>
            <a:fld id="{4D33B3CA-2197-F64D-9B21-E224AEABE482}"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298" name="Rectangle 2"/>
          <p:cNvSpPr/>
          <p:nvPr>
            <p:ph type="title"/>
          </p:nvPr>
        </p:nvSpPr>
        <p:spPr>
          <a:xfrm>
            <a:off x="581025" y="333375"/>
            <a:ext cx="8067675" cy="839788"/>
          </a:xfrm>
        </p:spPr>
        <p:txBody>
          <a:bodyPr/>
          <a:lstStyle/>
          <a:p>
            <a:pPr>
              <a:defRPr/>
            </a:pPr>
            <a:r>
              <a:rPr lang="zh-CN" altLang="en-US" sz="4000"/>
              <a:t>例</a:t>
            </a:r>
            <a:r>
              <a:rPr lang="fr-FR" altLang="zh-CN" sz="4000"/>
              <a:t>5.1b </a:t>
            </a:r>
            <a:r>
              <a:rPr lang="zh-CN" altLang="en-US" sz="4000"/>
              <a:t>使用了</a:t>
            </a:r>
            <a:r>
              <a:rPr lang="fr-FR" altLang="zh-CN" sz="4000"/>
              <a:t>Average</a:t>
            </a:r>
            <a:r>
              <a:rPr lang="zh-CN" altLang="en-US" sz="4000"/>
              <a:t>函数的</a:t>
            </a:r>
            <a:r>
              <a:rPr lang="fr-FR" altLang="zh-CN" sz="4000"/>
              <a:t>main()</a:t>
            </a:r>
            <a:r>
              <a:rPr lang="en-US" altLang="zh-CN" sz="4000"/>
              <a:t> </a:t>
            </a:r>
            <a:endParaRPr lang="zh-CN" altLang="en-US" sz="4000"/>
          </a:p>
        </p:txBody>
      </p:sp>
      <p:sp>
        <p:nvSpPr>
          <p:cNvPr id="183299" name="Rectangle 3"/>
          <p:cNvSpPr/>
          <p:nvPr>
            <p:ph idx="1"/>
          </p:nvPr>
        </p:nvSpPr>
        <p:spPr>
          <a:xfrm>
            <a:off x="71438" y="1844675"/>
            <a:ext cx="8964612" cy="4535488"/>
          </a:xfrm>
        </p:spPr>
        <p:txBody>
          <a:bodyPr>
            <a:normAutofit fontScale="92500" lnSpcReduction="10000"/>
          </a:bodyPr>
          <a:lstStyle/>
          <a:p>
            <a:pPr>
              <a:lnSpc>
                <a:spcPct val="85000"/>
              </a:lnSpc>
              <a:buFont typeface="Monotype Sorts" charset="2"/>
              <a:buNone/>
              <a:defRPr/>
            </a:pPr>
            <a:r>
              <a:rPr lang="fr-FR" altLang="zh-CN" sz="2400">
                <a:solidFill>
                  <a:schemeClr val="accent2"/>
                </a:solidFill>
                <a:latin typeface="Courier New" charset="0"/>
                <a:ea typeface="宋体" charset="-122"/>
              </a:rPr>
              <a:t>main</a:t>
            </a:r>
            <a:r>
              <a:rPr lang="fr-FR" altLang="zh-CN" sz="2400">
                <a:solidFill>
                  <a:schemeClr val="tx1"/>
                </a:solidFill>
                <a:latin typeface="Courier New" charset="0"/>
                <a:ea typeface="宋体" charset="-122"/>
              </a:rPr>
              <a:t>()</a:t>
            </a:r>
            <a:endParaRPr lang="fr-FR" altLang="zh-CN" sz="2400">
              <a:solidFill>
                <a:schemeClr val="tx1"/>
              </a:solidFill>
              <a:latin typeface="Courier New" charset="0"/>
              <a:ea typeface="宋体" charset="-122"/>
            </a:endParaRPr>
          </a:p>
          <a:p>
            <a:pPr>
              <a:lnSpc>
                <a:spcPct val="85000"/>
              </a:lnSpc>
              <a:buFont typeface="Monotype Sorts" charset="2"/>
              <a:buNone/>
              <a:defRPr/>
            </a:pPr>
            <a:r>
              <a:rPr lang="fr-FR" altLang="zh-CN" sz="2400">
                <a:solidFill>
                  <a:schemeClr val="tx1"/>
                </a:solidFill>
                <a:latin typeface="Courier New" charset="0"/>
                <a:ea typeface="宋体" charset="-122"/>
              </a:rPr>
              <a:t>{</a:t>
            </a:r>
            <a:endParaRPr lang="fr-FR" altLang="zh-CN" sz="2400">
              <a:solidFill>
                <a:schemeClr val="tx1"/>
              </a:solidFill>
              <a:latin typeface="Courier New" charset="0"/>
              <a:ea typeface="宋体" charset="-122"/>
            </a:endParaRPr>
          </a:p>
          <a:p>
            <a:pPr>
              <a:lnSpc>
                <a:spcPct val="85000"/>
              </a:lnSpc>
              <a:buFont typeface="Monotype Sorts" charset="2"/>
              <a:buNone/>
              <a:defRPr/>
            </a:pPr>
            <a:r>
              <a:rPr lang="fr-FR" altLang="zh-CN" sz="2400">
                <a:solidFill>
                  <a:schemeClr val="tx1"/>
                </a:solidFill>
                <a:latin typeface="Courier New" charset="0"/>
                <a:ea typeface="宋体" charset="-122"/>
              </a:rPr>
              <a:t>	</a:t>
            </a:r>
            <a:r>
              <a:rPr lang="fr-FR" altLang="zh-CN" sz="2400">
                <a:solidFill>
                  <a:schemeClr val="accent2"/>
                </a:solidFill>
                <a:latin typeface="Courier New" charset="0"/>
                <a:ea typeface="宋体" charset="-122"/>
              </a:rPr>
              <a:t>int</a:t>
            </a:r>
            <a:r>
              <a:rPr lang="fr-FR" altLang="zh-CN" sz="2400">
                <a:solidFill>
                  <a:schemeClr val="tx1"/>
                </a:solidFill>
                <a:latin typeface="Courier New" charset="0"/>
                <a:ea typeface="宋体" charset="-122"/>
              </a:rPr>
              <a:t> a = 12;</a:t>
            </a:r>
            <a:endParaRPr lang="fr-FR" altLang="zh-CN" sz="2400">
              <a:solidFill>
                <a:schemeClr val="tx1"/>
              </a:solidFill>
              <a:latin typeface="Courier New" charset="0"/>
              <a:ea typeface="宋体" charset="-122"/>
            </a:endParaRPr>
          </a:p>
          <a:p>
            <a:pPr>
              <a:lnSpc>
                <a:spcPct val="85000"/>
              </a:lnSpc>
              <a:buFont typeface="Monotype Sorts" charset="2"/>
              <a:buNone/>
              <a:defRPr/>
            </a:pPr>
            <a:r>
              <a:rPr lang="fr-FR" altLang="zh-CN" sz="2400">
                <a:solidFill>
                  <a:schemeClr val="tx1"/>
                </a:solidFill>
                <a:latin typeface="Courier New" charset="0"/>
                <a:ea typeface="宋体" charset="-122"/>
              </a:rPr>
              <a:t>	</a:t>
            </a:r>
            <a:r>
              <a:rPr lang="fr-FR" altLang="zh-CN" sz="2400">
                <a:solidFill>
                  <a:schemeClr val="accent2"/>
                </a:solidFill>
                <a:latin typeface="Courier New" charset="0"/>
                <a:ea typeface="宋体" charset="-122"/>
              </a:rPr>
              <a:t>int</a:t>
            </a:r>
            <a:r>
              <a:rPr lang="fr-FR" altLang="zh-CN" sz="2400">
                <a:solidFill>
                  <a:schemeClr val="tx1"/>
                </a:solidFill>
                <a:latin typeface="Courier New" charset="0"/>
                <a:ea typeface="宋体" charset="-122"/>
              </a:rPr>
              <a:t> b = 24;</a:t>
            </a:r>
            <a:endParaRPr lang="fr-FR" altLang="zh-CN" sz="2400">
              <a:solidFill>
                <a:schemeClr val="tx1"/>
              </a:solidFill>
              <a:latin typeface="Courier New" charset="0"/>
              <a:ea typeface="宋体" charset="-122"/>
            </a:endParaRPr>
          </a:p>
          <a:p>
            <a:pPr>
              <a:lnSpc>
                <a:spcPct val="85000"/>
              </a:lnSpc>
              <a:buFont typeface="Monotype Sorts" charset="2"/>
              <a:buNone/>
              <a:defRPr/>
            </a:pPr>
            <a:r>
              <a:rPr lang="fr-FR" altLang="zh-CN" sz="2400">
                <a:solidFill>
                  <a:schemeClr val="tx1"/>
                </a:solidFill>
                <a:latin typeface="Courier New" charset="0"/>
                <a:ea typeface="宋体" charset="-122"/>
              </a:rPr>
              <a:t>	</a:t>
            </a:r>
            <a:r>
              <a:rPr lang="fr-FR" altLang="zh-CN" sz="2400">
                <a:solidFill>
                  <a:schemeClr val="accent2"/>
                </a:solidFill>
                <a:latin typeface="Courier New" charset="0"/>
                <a:ea typeface="宋体" charset="-122"/>
              </a:rPr>
              <a:t>int</a:t>
            </a:r>
            <a:r>
              <a:rPr lang="fr-FR" altLang="zh-CN" sz="2400">
                <a:solidFill>
                  <a:schemeClr val="tx1"/>
                </a:solidFill>
                <a:latin typeface="Courier New" charset="0"/>
                <a:ea typeface="宋体" charset="-122"/>
              </a:rPr>
              <a:t> ave;</a:t>
            </a:r>
            <a:endParaRPr lang="fr-FR" altLang="zh-CN" sz="2400">
              <a:solidFill>
                <a:schemeClr val="tx1"/>
              </a:solidFill>
              <a:latin typeface="Courier New" charset="0"/>
              <a:ea typeface="宋体" charset="-122"/>
            </a:endParaRPr>
          </a:p>
          <a:p>
            <a:pPr>
              <a:lnSpc>
                <a:spcPct val="85000"/>
              </a:lnSpc>
              <a:buFont typeface="Monotype Sorts" charset="2"/>
              <a:buNone/>
              <a:defRPr/>
            </a:pPr>
            <a:endParaRPr lang="fr-FR" altLang="zh-CN" sz="2400">
              <a:solidFill>
                <a:schemeClr val="tx1"/>
              </a:solidFill>
              <a:latin typeface="Courier New" charset="0"/>
              <a:ea typeface="宋体" charset="-122"/>
            </a:endParaRPr>
          </a:p>
          <a:p>
            <a:pPr>
              <a:lnSpc>
                <a:spcPct val="85000"/>
              </a:lnSpc>
              <a:buFont typeface="Monotype Sorts" charset="2"/>
              <a:buNone/>
              <a:defRPr/>
            </a:pPr>
            <a:r>
              <a:rPr lang="fr-FR" altLang="zh-CN" sz="2400">
                <a:solidFill>
                  <a:schemeClr val="tx1"/>
                </a:solidFill>
                <a:latin typeface="Courier New" charset="0"/>
                <a:ea typeface="宋体" charset="-122"/>
              </a:rPr>
              <a:t>	ave = Average(a, b);</a:t>
            </a:r>
            <a:endParaRPr lang="fr-FR" altLang="zh-CN" sz="2400">
              <a:solidFill>
                <a:schemeClr val="tx1"/>
              </a:solidFill>
              <a:latin typeface="Courier New" charset="0"/>
              <a:ea typeface="宋体" charset="-122"/>
            </a:endParaRPr>
          </a:p>
          <a:p>
            <a:pPr>
              <a:lnSpc>
                <a:spcPct val="85000"/>
              </a:lnSpc>
              <a:buFont typeface="Monotype Sorts" charset="2"/>
              <a:buNone/>
              <a:defRPr/>
            </a:pPr>
            <a:endParaRPr lang="fr-FR" altLang="zh-CN" sz="2400">
              <a:solidFill>
                <a:schemeClr val="tx1"/>
              </a:solidFill>
              <a:latin typeface="Courier New" charset="0"/>
              <a:ea typeface="宋体" charset="-122"/>
            </a:endParaRPr>
          </a:p>
          <a:p>
            <a:pPr>
              <a:lnSpc>
                <a:spcPct val="85000"/>
              </a:lnSpc>
              <a:buFont typeface="Monotype Sorts" charset="2"/>
              <a:buNone/>
              <a:defRPr/>
            </a:pPr>
            <a:r>
              <a:rPr lang="fr-FR" altLang="zh-CN" sz="2400">
                <a:solidFill>
                  <a:schemeClr val="tx1"/>
                </a:solidFill>
                <a:latin typeface="Courier New" charset="0"/>
                <a:ea typeface="宋体" charset="-122"/>
              </a:rPr>
              <a:t>	</a:t>
            </a:r>
            <a:r>
              <a:rPr lang="en-US" altLang="zh-CN" sz="2400">
                <a:solidFill>
                  <a:schemeClr val="accent2"/>
                </a:solidFill>
                <a:latin typeface="Courier New" charset="0"/>
                <a:ea typeface="宋体" charset="-122"/>
              </a:rPr>
              <a:t>printf</a:t>
            </a:r>
            <a:r>
              <a:rPr lang="en-US" altLang="zh-CN" sz="2400">
                <a:solidFill>
                  <a:schemeClr val="tx1"/>
                </a:solidFill>
                <a:latin typeface="Courier New" charset="0"/>
                <a:ea typeface="宋体" charset="-122"/>
              </a:rPr>
              <a:t>("</a:t>
            </a:r>
            <a:r>
              <a:rPr lang="fr-FR" altLang="zh-CN" sz="2400">
                <a:solidFill>
                  <a:schemeClr val="tx1"/>
                </a:solidFill>
                <a:latin typeface="Courier New" charset="0"/>
                <a:ea typeface="宋体" charset="-122"/>
              </a:rPr>
              <a:t>Average of %d and %d is %d.\n</a:t>
            </a:r>
            <a:r>
              <a:rPr lang="en-US" altLang="zh-CN" sz="2400">
                <a:solidFill>
                  <a:schemeClr val="tx1"/>
                </a:solidFill>
                <a:latin typeface="Courier New" charset="0"/>
                <a:ea typeface="宋体" charset="-122"/>
              </a:rPr>
              <a:t>", </a:t>
            </a:r>
            <a:endParaRPr lang="en-US" altLang="zh-CN" sz="2400">
              <a:solidFill>
                <a:schemeClr val="tx1"/>
              </a:solidFill>
              <a:latin typeface="Courier New" charset="0"/>
              <a:ea typeface="宋体" charset="-122"/>
            </a:endParaRPr>
          </a:p>
          <a:p>
            <a:pPr>
              <a:lnSpc>
                <a:spcPct val="85000"/>
              </a:lnSpc>
              <a:buFont typeface="Monotype Sorts" charset="2"/>
              <a:buNone/>
              <a:defRPr/>
            </a:pPr>
            <a:r>
              <a:rPr lang="en-US" altLang="zh-CN" sz="2400">
                <a:solidFill>
                  <a:schemeClr val="tx1"/>
                </a:solidFill>
                <a:latin typeface="Courier New" charset="0"/>
                <a:ea typeface="宋体" charset="-122"/>
              </a:rPr>
              <a:t>          a, b, ave);</a:t>
            </a:r>
            <a:endParaRPr lang="fr-FR" altLang="zh-CN" sz="2400">
              <a:solidFill>
                <a:schemeClr val="tx1"/>
              </a:solidFill>
              <a:latin typeface="Courier New" charset="0"/>
              <a:ea typeface="宋体" charset="-122"/>
            </a:endParaRPr>
          </a:p>
          <a:p>
            <a:pPr>
              <a:lnSpc>
                <a:spcPct val="85000"/>
              </a:lnSpc>
              <a:buFont typeface="Monotype Sorts" charset="2"/>
              <a:buNone/>
              <a:defRPr/>
            </a:pPr>
            <a:r>
              <a:rPr lang="fr-FR" altLang="zh-CN" sz="2400">
                <a:solidFill>
                  <a:schemeClr val="tx1"/>
                </a:solidFill>
                <a:latin typeface="Courier New" charset="0"/>
                <a:ea typeface="宋体" charset="-122"/>
              </a:rPr>
              <a:t>}</a:t>
            </a:r>
            <a:endParaRPr lang="zh-CN" altLang="en-US" sz="2400">
              <a:solidFill>
                <a:schemeClr val="tx1"/>
              </a:solidFill>
              <a:latin typeface="Courier New" charset="0"/>
              <a:ea typeface="宋体" charset="-122"/>
            </a:endParaRPr>
          </a:p>
        </p:txBody>
      </p:sp>
      <p:grpSp>
        <p:nvGrpSpPr>
          <p:cNvPr id="2" name="Group 24"/>
          <p:cNvGrpSpPr/>
          <p:nvPr/>
        </p:nvGrpSpPr>
        <p:grpSpPr bwMode="auto">
          <a:xfrm>
            <a:off x="2592388" y="1190625"/>
            <a:ext cx="6659562" cy="2814638"/>
            <a:chOff x="1543" y="614"/>
            <a:chExt cx="4195" cy="1773"/>
          </a:xfrm>
        </p:grpSpPr>
        <p:sp>
          <p:nvSpPr>
            <p:cNvPr id="183302" name="Text Box 6"/>
            <p:cNvSpPr txBox="1"/>
            <p:nvPr/>
          </p:nvSpPr>
          <p:spPr bwMode="auto">
            <a:xfrm>
              <a:off x="3720" y="886"/>
              <a:ext cx="1905" cy="1138"/>
            </a:xfrm>
            <a:prstGeom prst="rect">
              <a:avLst/>
            </a:prstGeom>
            <a:solidFill>
              <a:srgbClr val="FFFFFF"/>
            </a:solidFill>
            <a:ln w="9525">
              <a:solidFill>
                <a:srgbClr val="000000"/>
              </a:solidFill>
              <a:miter lim="800000"/>
            </a:ln>
          </p:spPr>
          <p:txBody>
            <a:bodyPr/>
            <a:lstStyle/>
            <a:p>
              <a:pPr>
                <a:lnSpc>
                  <a:spcPct val="100000"/>
                </a:lnSpc>
                <a:spcBef>
                  <a:spcPct val="0"/>
                </a:spcBef>
                <a:buClrTx/>
                <a:buSzTx/>
                <a:buFontTx/>
                <a:buNone/>
                <a:defRPr/>
              </a:pPr>
              <a:r>
                <a:rPr lang="fr-FR" altLang="zh-CN" sz="1400" b="0">
                  <a:latin typeface="Courier New" charset="0"/>
                  <a:ea typeface="宋体" charset="-122"/>
                </a:rPr>
                <a:t>int Average(int x, int y)</a:t>
              </a:r>
              <a:endParaRPr lang="fr-FR" altLang="zh-CN" sz="1400" b="0">
                <a:latin typeface="Courier New" charset="0"/>
                <a:ea typeface="宋体" charset="-122"/>
              </a:endParaRPr>
            </a:p>
            <a:p>
              <a:pPr>
                <a:lnSpc>
                  <a:spcPct val="100000"/>
                </a:lnSpc>
                <a:spcBef>
                  <a:spcPct val="0"/>
                </a:spcBef>
                <a:buClrTx/>
                <a:buSzTx/>
                <a:buFontTx/>
                <a:buNone/>
                <a:defRPr/>
              </a:pPr>
              <a:r>
                <a:rPr lang="en-US" altLang="zh-CN" sz="1400" b="0">
                  <a:latin typeface="Courier New" charset="0"/>
                  <a:ea typeface="宋体" charset="-122"/>
                </a:rPr>
                <a:t>{</a:t>
              </a:r>
              <a:endParaRPr lang="en-US" altLang="zh-CN" sz="1400" b="0">
                <a:latin typeface="Courier New" charset="0"/>
                <a:ea typeface="宋体" charset="-122"/>
              </a:endParaRPr>
            </a:p>
            <a:p>
              <a:pPr>
                <a:lnSpc>
                  <a:spcPct val="100000"/>
                </a:lnSpc>
                <a:spcBef>
                  <a:spcPct val="0"/>
                </a:spcBef>
                <a:buClrTx/>
                <a:buSzTx/>
                <a:buFontTx/>
                <a:buNone/>
                <a:defRPr/>
              </a:pPr>
              <a:r>
                <a:rPr lang="en-US" altLang="zh-CN" sz="1400" b="0">
                  <a:latin typeface="Courier New" charset="0"/>
                  <a:ea typeface="宋体" charset="-122"/>
                </a:rPr>
                <a:t>    int result;</a:t>
              </a:r>
              <a:endParaRPr lang="en-US" altLang="zh-CN" sz="1400" b="0">
                <a:latin typeface="Courier New" charset="0"/>
                <a:ea typeface="宋体" charset="-122"/>
              </a:endParaRPr>
            </a:p>
            <a:p>
              <a:pPr>
                <a:lnSpc>
                  <a:spcPct val="100000"/>
                </a:lnSpc>
                <a:spcBef>
                  <a:spcPct val="0"/>
                </a:spcBef>
                <a:buClrTx/>
                <a:buSzTx/>
                <a:buFontTx/>
                <a:buNone/>
                <a:defRPr/>
              </a:pPr>
              <a:endParaRPr lang="en-US" altLang="zh-CN" sz="1400" b="0">
                <a:latin typeface="Courier New" charset="0"/>
                <a:ea typeface="宋体" charset="-122"/>
              </a:endParaRPr>
            </a:p>
            <a:p>
              <a:pPr>
                <a:lnSpc>
                  <a:spcPct val="100000"/>
                </a:lnSpc>
                <a:spcBef>
                  <a:spcPct val="0"/>
                </a:spcBef>
                <a:buClrTx/>
                <a:buSzTx/>
                <a:buFontTx/>
                <a:buNone/>
                <a:defRPr/>
              </a:pPr>
              <a:r>
                <a:rPr lang="en-US" altLang="zh-CN" sz="1400" b="0">
                  <a:latin typeface="Courier New" charset="0"/>
                  <a:ea typeface="宋体" charset="-122"/>
                </a:rPr>
                <a:t>    result = (x + y) / 2;</a:t>
              </a:r>
              <a:endParaRPr lang="en-US" altLang="zh-CN" sz="1400" b="0">
                <a:latin typeface="Courier New" charset="0"/>
                <a:ea typeface="宋体" charset="-122"/>
              </a:endParaRPr>
            </a:p>
            <a:p>
              <a:pPr>
                <a:lnSpc>
                  <a:spcPct val="100000"/>
                </a:lnSpc>
                <a:spcBef>
                  <a:spcPct val="0"/>
                </a:spcBef>
                <a:buClrTx/>
                <a:buSzTx/>
                <a:buFontTx/>
                <a:buNone/>
                <a:defRPr/>
              </a:pPr>
              <a:endParaRPr lang="en-US" altLang="zh-CN" sz="1400" b="0">
                <a:latin typeface="Courier New" charset="0"/>
                <a:ea typeface="宋体" charset="-122"/>
              </a:endParaRPr>
            </a:p>
            <a:p>
              <a:pPr>
                <a:lnSpc>
                  <a:spcPct val="100000"/>
                </a:lnSpc>
                <a:spcBef>
                  <a:spcPct val="0"/>
                </a:spcBef>
                <a:buClrTx/>
                <a:buSzTx/>
                <a:buFontTx/>
                <a:buNone/>
                <a:defRPr/>
              </a:pPr>
              <a:r>
                <a:rPr lang="en-US" altLang="zh-CN" sz="1400" b="0">
                  <a:latin typeface="Courier New" charset="0"/>
                  <a:ea typeface="宋体" charset="-122"/>
                </a:rPr>
                <a:t>    return result;</a:t>
              </a:r>
              <a:endParaRPr lang="en-US" altLang="zh-CN" sz="1400" b="0">
                <a:latin typeface="Courier New" charset="0"/>
                <a:ea typeface="宋体" charset="-122"/>
              </a:endParaRPr>
            </a:p>
            <a:p>
              <a:pPr>
                <a:lnSpc>
                  <a:spcPct val="100000"/>
                </a:lnSpc>
                <a:spcBef>
                  <a:spcPct val="0"/>
                </a:spcBef>
                <a:buClrTx/>
                <a:buSzTx/>
                <a:buFontTx/>
                <a:buNone/>
                <a:defRPr/>
              </a:pPr>
              <a:r>
                <a:rPr lang="en-US" altLang="zh-CN" sz="1400" b="0">
                  <a:latin typeface="Courier New" charset="0"/>
                  <a:ea typeface="宋体" charset="-122"/>
                </a:rPr>
                <a:t>}</a:t>
              </a:r>
              <a:endParaRPr lang="en-US" altLang="zh-CN" sz="1400" b="0">
                <a:effectLst>
                  <a:outerShdw blurRad="38100" dist="38100" dir="2700000" algn="tl">
                    <a:srgbClr val="C0C0C0"/>
                  </a:outerShdw>
                </a:effectLst>
                <a:latin typeface="Times New Roman" pitchFamily="18" charset="0"/>
                <a:ea typeface="宋体" charset="-122"/>
              </a:endParaRPr>
            </a:p>
          </p:txBody>
        </p:sp>
        <p:sp>
          <p:nvSpPr>
            <p:cNvPr id="183303" name="Text Box 7"/>
            <p:cNvSpPr txBox="1"/>
            <p:nvPr/>
          </p:nvSpPr>
          <p:spPr bwMode="auto">
            <a:xfrm>
              <a:off x="1548" y="886"/>
              <a:ext cx="1926" cy="1497"/>
            </a:xfrm>
            <a:prstGeom prst="rect">
              <a:avLst/>
            </a:prstGeom>
            <a:solidFill>
              <a:srgbClr val="FFFFFF"/>
            </a:solidFill>
            <a:ln w="9525">
              <a:solidFill>
                <a:srgbClr val="000000"/>
              </a:solidFill>
              <a:miter lim="800000"/>
            </a:ln>
          </p:spPr>
          <p:txBody>
            <a:bodyPr/>
            <a:lstStyle/>
            <a:p>
              <a:pPr>
                <a:lnSpc>
                  <a:spcPct val="100000"/>
                </a:lnSpc>
                <a:spcBef>
                  <a:spcPct val="0"/>
                </a:spcBef>
                <a:buClrTx/>
                <a:buSzTx/>
                <a:buFontTx/>
                <a:buNone/>
                <a:defRPr/>
              </a:pPr>
              <a:r>
                <a:rPr lang="fr-FR" altLang="zh-CN" sz="1400" b="0">
                  <a:latin typeface="Courier New" charset="0"/>
                  <a:ea typeface="宋体" charset="-122"/>
                </a:rPr>
                <a:t>main()</a:t>
              </a:r>
              <a:endParaRPr lang="fr-FR" altLang="zh-CN" sz="1400" b="0">
                <a:latin typeface="Courier New" charset="0"/>
                <a:ea typeface="宋体" charset="-122"/>
              </a:endParaRPr>
            </a:p>
            <a:p>
              <a:pPr>
                <a:lnSpc>
                  <a:spcPct val="100000"/>
                </a:lnSpc>
                <a:spcBef>
                  <a:spcPct val="0"/>
                </a:spcBef>
                <a:buClrTx/>
                <a:buSzTx/>
                <a:buFontTx/>
                <a:buNone/>
                <a:defRPr/>
              </a:pPr>
              <a:r>
                <a:rPr lang="fr-FR" altLang="zh-CN" sz="1400" b="0">
                  <a:latin typeface="Courier New" charset="0"/>
                  <a:ea typeface="宋体" charset="-122"/>
                </a:rPr>
                <a:t>{</a:t>
              </a:r>
              <a:endParaRPr lang="fr-FR" altLang="zh-CN" sz="1400" b="0">
                <a:latin typeface="Courier New" charset="0"/>
                <a:ea typeface="宋体" charset="-122"/>
              </a:endParaRPr>
            </a:p>
            <a:p>
              <a:pPr>
                <a:lnSpc>
                  <a:spcPct val="100000"/>
                </a:lnSpc>
                <a:spcBef>
                  <a:spcPct val="0"/>
                </a:spcBef>
                <a:buClrTx/>
                <a:buSzTx/>
                <a:buFontTx/>
                <a:buNone/>
                <a:defRPr/>
              </a:pPr>
              <a:r>
                <a:rPr lang="fr-FR" altLang="zh-CN" sz="1400" b="0">
                  <a:latin typeface="Courier New" charset="0"/>
                  <a:ea typeface="宋体" charset="-122"/>
                </a:rPr>
                <a:t>    int a = 12;</a:t>
              </a:r>
              <a:endParaRPr lang="fr-FR" altLang="zh-CN" sz="1400" b="0">
                <a:latin typeface="Courier New" charset="0"/>
                <a:ea typeface="宋体" charset="-122"/>
              </a:endParaRPr>
            </a:p>
            <a:p>
              <a:pPr>
                <a:lnSpc>
                  <a:spcPct val="100000"/>
                </a:lnSpc>
                <a:spcBef>
                  <a:spcPct val="0"/>
                </a:spcBef>
                <a:buClrTx/>
                <a:buSzTx/>
                <a:buFontTx/>
                <a:buNone/>
                <a:defRPr/>
              </a:pPr>
              <a:r>
                <a:rPr lang="fr-FR" altLang="zh-CN" sz="1400" b="0">
                  <a:latin typeface="Courier New" charset="0"/>
                  <a:ea typeface="宋体" charset="-122"/>
                </a:rPr>
                <a:t>    int b = 24;</a:t>
              </a:r>
              <a:endParaRPr lang="fr-FR" altLang="zh-CN" sz="1400" b="0">
                <a:latin typeface="Courier New" charset="0"/>
                <a:ea typeface="宋体" charset="-122"/>
              </a:endParaRPr>
            </a:p>
            <a:p>
              <a:pPr>
                <a:lnSpc>
                  <a:spcPct val="100000"/>
                </a:lnSpc>
                <a:spcBef>
                  <a:spcPct val="0"/>
                </a:spcBef>
                <a:buClrTx/>
                <a:buSzTx/>
                <a:buFontTx/>
                <a:buNone/>
                <a:defRPr/>
              </a:pPr>
              <a:r>
                <a:rPr lang="fr-FR" altLang="zh-CN" sz="1400" b="0">
                  <a:latin typeface="Courier New" charset="0"/>
                  <a:ea typeface="宋体" charset="-122"/>
                </a:rPr>
                <a:t>    int ave;</a:t>
              </a:r>
              <a:endParaRPr lang="fr-FR" altLang="zh-CN" sz="1400" b="0">
                <a:latin typeface="Courier New" charset="0"/>
                <a:ea typeface="宋体" charset="-122"/>
              </a:endParaRPr>
            </a:p>
            <a:p>
              <a:pPr>
                <a:lnSpc>
                  <a:spcPct val="100000"/>
                </a:lnSpc>
                <a:spcBef>
                  <a:spcPct val="0"/>
                </a:spcBef>
                <a:buClrTx/>
                <a:buSzTx/>
                <a:buFontTx/>
                <a:buNone/>
                <a:defRPr/>
              </a:pPr>
              <a:endParaRPr lang="fr-FR" altLang="zh-CN" sz="1400" b="0">
                <a:latin typeface="Courier New" charset="0"/>
                <a:ea typeface="宋体" charset="-122"/>
              </a:endParaRPr>
            </a:p>
            <a:p>
              <a:pPr>
                <a:lnSpc>
                  <a:spcPct val="100000"/>
                </a:lnSpc>
                <a:spcBef>
                  <a:spcPct val="0"/>
                </a:spcBef>
                <a:buClrTx/>
                <a:buSzTx/>
                <a:buFontTx/>
                <a:buNone/>
                <a:defRPr/>
              </a:pPr>
              <a:r>
                <a:rPr lang="fr-FR" altLang="zh-CN" sz="1400" b="0">
                  <a:latin typeface="Courier New" charset="0"/>
                  <a:ea typeface="宋体" charset="-122"/>
                </a:rPr>
                <a:t>    ave = Average(a, b);  </a:t>
              </a:r>
              <a:endParaRPr lang="fr-FR" altLang="zh-CN" sz="1400" b="0">
                <a:latin typeface="Courier New" charset="0"/>
                <a:ea typeface="宋体" charset="-122"/>
              </a:endParaRPr>
            </a:p>
            <a:p>
              <a:pPr>
                <a:lnSpc>
                  <a:spcPct val="100000"/>
                </a:lnSpc>
                <a:spcBef>
                  <a:spcPct val="0"/>
                </a:spcBef>
                <a:buClrTx/>
                <a:buSzTx/>
                <a:buFontTx/>
                <a:buNone/>
                <a:defRPr/>
              </a:pPr>
              <a:r>
                <a:rPr lang="fr-FR" altLang="zh-CN" sz="1400" b="0">
                  <a:latin typeface="Courier New" charset="0"/>
                  <a:ea typeface="宋体" charset="-122"/>
                </a:rPr>
                <a:t>    </a:t>
              </a:r>
              <a:endParaRPr lang="fr-FR" altLang="zh-CN" sz="1400" b="0">
                <a:latin typeface="Courier New" charset="0"/>
                <a:ea typeface="宋体" charset="-122"/>
              </a:endParaRPr>
            </a:p>
            <a:p>
              <a:pPr>
                <a:lnSpc>
                  <a:spcPct val="100000"/>
                </a:lnSpc>
                <a:spcBef>
                  <a:spcPct val="0"/>
                </a:spcBef>
                <a:buClrTx/>
                <a:buSzTx/>
                <a:buFontTx/>
                <a:buNone/>
                <a:defRPr/>
              </a:pPr>
              <a:r>
                <a:rPr lang="fr-FR" altLang="zh-CN" sz="1400" b="0">
                  <a:latin typeface="Courier New" charset="0"/>
                  <a:ea typeface="宋体" charset="-122"/>
                </a:rPr>
                <a:t>    printf(……);</a:t>
              </a:r>
              <a:endParaRPr lang="fr-FR" altLang="zh-CN" sz="1400" b="0">
                <a:latin typeface="Courier New" charset="0"/>
                <a:ea typeface="宋体" charset="-122"/>
              </a:endParaRPr>
            </a:p>
            <a:p>
              <a:pPr>
                <a:lnSpc>
                  <a:spcPct val="100000"/>
                </a:lnSpc>
                <a:spcBef>
                  <a:spcPct val="0"/>
                </a:spcBef>
                <a:buClrTx/>
                <a:buSzTx/>
                <a:buFontTx/>
                <a:buNone/>
                <a:defRPr/>
              </a:pPr>
              <a:r>
                <a:rPr lang="fr-FR" altLang="zh-CN" sz="1400" b="0">
                  <a:latin typeface="Courier New" charset="0"/>
                  <a:ea typeface="宋体" charset="-122"/>
                </a:rPr>
                <a:t>}</a:t>
              </a:r>
              <a:endParaRPr lang="en-US" altLang="zh-CN" sz="1400" b="0">
                <a:effectLst>
                  <a:outerShdw blurRad="38100" dist="38100" dir="2700000" algn="tl">
                    <a:srgbClr val="C0C0C0"/>
                  </a:outerShdw>
                </a:effectLst>
                <a:latin typeface="Times New Roman" pitchFamily="18" charset="0"/>
                <a:ea typeface="宋体" charset="-122"/>
              </a:endParaRPr>
            </a:p>
          </p:txBody>
        </p:sp>
        <p:sp>
          <p:nvSpPr>
            <p:cNvPr id="183305" name="Freeform 9"/>
            <p:cNvSpPr/>
            <p:nvPr/>
          </p:nvSpPr>
          <p:spPr bwMode="auto">
            <a:xfrm rot="372314">
              <a:off x="2223" y="1751"/>
              <a:ext cx="2389" cy="499"/>
            </a:xfrm>
            <a:custGeom>
              <a:avLst/>
              <a:gdLst/>
              <a:ahLst/>
              <a:cxnLst>
                <a:cxn ang="0">
                  <a:pos x="3760" y="0"/>
                </a:cxn>
                <a:cxn ang="0">
                  <a:pos x="2430" y="665"/>
                </a:cxn>
                <a:cxn ang="0">
                  <a:pos x="675" y="665"/>
                </a:cxn>
                <a:cxn ang="0">
                  <a:pos x="0" y="320"/>
                </a:cxn>
              </a:cxnLst>
              <a:rect l="0" t="0" r="r" b="b"/>
              <a:pathLst>
                <a:path w="3760" h="776">
                  <a:moveTo>
                    <a:pt x="3760" y="0"/>
                  </a:moveTo>
                  <a:cubicBezTo>
                    <a:pt x="3538" y="111"/>
                    <a:pt x="2944" y="554"/>
                    <a:pt x="2430" y="665"/>
                  </a:cubicBezTo>
                  <a:cubicBezTo>
                    <a:pt x="1916" y="776"/>
                    <a:pt x="1080" y="723"/>
                    <a:pt x="675" y="665"/>
                  </a:cubicBezTo>
                  <a:cubicBezTo>
                    <a:pt x="270" y="607"/>
                    <a:pt x="141" y="392"/>
                    <a:pt x="0" y="320"/>
                  </a:cubicBezTo>
                </a:path>
              </a:pathLst>
            </a:custGeom>
            <a:noFill/>
            <a:ln w="9525">
              <a:solidFill>
                <a:srgbClr val="000000"/>
              </a:solidFill>
              <a:round/>
              <a:headEnd type="oval" w="med" len="med"/>
              <a:tailEnd type="triangle" w="med" len="med"/>
            </a:ln>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83307" name="Text Box 11"/>
            <p:cNvSpPr txBox="1"/>
            <p:nvPr/>
          </p:nvSpPr>
          <p:spPr bwMode="auto">
            <a:xfrm>
              <a:off x="2409" y="1709"/>
              <a:ext cx="133" cy="174"/>
            </a:xfrm>
            <a:prstGeom prst="rect">
              <a:avLst/>
            </a:prstGeom>
            <a:noFill/>
            <a:ln w="9525">
              <a:noFill/>
              <a:miter lim="800000"/>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charset="-122"/>
              </a:endParaRPr>
            </a:p>
          </p:txBody>
        </p:sp>
        <p:sp>
          <p:nvSpPr>
            <p:cNvPr id="183308" name="Text Box 12"/>
            <p:cNvSpPr txBox="1"/>
            <p:nvPr/>
          </p:nvSpPr>
          <p:spPr bwMode="auto">
            <a:xfrm>
              <a:off x="4273" y="1410"/>
              <a:ext cx="133" cy="174"/>
            </a:xfrm>
            <a:prstGeom prst="rect">
              <a:avLst/>
            </a:prstGeom>
            <a:noFill/>
            <a:ln w="9525">
              <a:noFill/>
              <a:miter lim="800000"/>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charset="-122"/>
              </a:endParaRPr>
            </a:p>
          </p:txBody>
        </p:sp>
        <p:sp>
          <p:nvSpPr>
            <p:cNvPr id="183309" name="Text Box 13"/>
            <p:cNvSpPr txBox="1"/>
            <p:nvPr/>
          </p:nvSpPr>
          <p:spPr bwMode="auto">
            <a:xfrm>
              <a:off x="4273" y="1585"/>
              <a:ext cx="133" cy="174"/>
            </a:xfrm>
            <a:prstGeom prst="rect">
              <a:avLst/>
            </a:prstGeom>
            <a:noFill/>
            <a:ln w="9525">
              <a:noFill/>
              <a:miter lim="800000"/>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charset="-122"/>
              </a:endParaRPr>
            </a:p>
          </p:txBody>
        </p:sp>
        <p:sp>
          <p:nvSpPr>
            <p:cNvPr id="183310" name="Text Box 14"/>
            <p:cNvSpPr txBox="1"/>
            <p:nvPr/>
          </p:nvSpPr>
          <p:spPr bwMode="auto">
            <a:xfrm>
              <a:off x="1809" y="1525"/>
              <a:ext cx="369" cy="454"/>
            </a:xfrm>
            <a:prstGeom prst="rect">
              <a:avLst/>
            </a:prstGeom>
            <a:noFill/>
            <a:ln w="9525">
              <a:noFill/>
              <a:miter lim="800000"/>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charset="-122"/>
              </a:endParaRPr>
            </a:p>
          </p:txBody>
        </p:sp>
        <p:sp>
          <p:nvSpPr>
            <p:cNvPr id="183311" name="Text Box 15"/>
            <p:cNvSpPr txBox="1"/>
            <p:nvPr/>
          </p:nvSpPr>
          <p:spPr bwMode="auto">
            <a:xfrm>
              <a:off x="1809" y="1934"/>
              <a:ext cx="134" cy="174"/>
            </a:xfrm>
            <a:prstGeom prst="rect">
              <a:avLst/>
            </a:prstGeom>
            <a:noFill/>
            <a:ln w="9525">
              <a:noFill/>
              <a:miter lim="800000"/>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charset="-122"/>
              </a:endParaRPr>
            </a:p>
          </p:txBody>
        </p:sp>
        <p:sp>
          <p:nvSpPr>
            <p:cNvPr id="183313" name="Text Box 17"/>
            <p:cNvSpPr txBox="1"/>
            <p:nvPr/>
          </p:nvSpPr>
          <p:spPr bwMode="auto">
            <a:xfrm>
              <a:off x="1809" y="1410"/>
              <a:ext cx="134" cy="174"/>
            </a:xfrm>
            <a:prstGeom prst="rect">
              <a:avLst/>
            </a:prstGeom>
            <a:noFill/>
            <a:ln w="9525">
              <a:noFill/>
              <a:miter lim="800000"/>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charset="-122"/>
              </a:endParaRPr>
            </a:p>
          </p:txBody>
        </p:sp>
        <p:sp>
          <p:nvSpPr>
            <p:cNvPr id="183315" name="Line 19"/>
            <p:cNvSpPr/>
            <p:nvPr/>
          </p:nvSpPr>
          <p:spPr bwMode="auto">
            <a:xfrm>
              <a:off x="4854" y="2108"/>
              <a:ext cx="266" cy="0"/>
            </a:xfrm>
            <a:prstGeom prst="line">
              <a:avLst/>
            </a:prstGeom>
            <a:noFill/>
            <a:ln w="9525">
              <a:solidFill>
                <a:srgbClr val="000000"/>
              </a:solidFill>
              <a:round/>
              <a:headEnd type="oval" w="med" len="med"/>
              <a:tailEnd type="triangle" w="med" len="med"/>
            </a:ln>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83316" name="Text Box 20"/>
            <p:cNvSpPr txBox="1"/>
            <p:nvPr/>
          </p:nvSpPr>
          <p:spPr bwMode="auto">
            <a:xfrm>
              <a:off x="5205" y="2023"/>
              <a:ext cx="533" cy="134"/>
            </a:xfrm>
            <a:prstGeom prst="rect">
              <a:avLst/>
            </a:prstGeom>
            <a:noFill/>
            <a:ln w="9525">
              <a:noFill/>
              <a:miter lim="800000"/>
            </a:ln>
          </p:spPr>
          <p:txBody>
            <a:bodyPr lIns="0" tIns="0" rIns="0" bIns="0">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just">
                <a:lnSpc>
                  <a:spcPct val="100000"/>
                </a:lnSpc>
                <a:spcBef>
                  <a:spcPct val="0"/>
                </a:spcBef>
                <a:buClrTx/>
                <a:buSzTx/>
                <a:buFontTx/>
                <a:buNone/>
              </a:pPr>
              <a:r>
                <a:rPr lang="zh-CN" altLang="en-US" sz="1400" b="0">
                  <a:latin typeface="Times New Roman" pitchFamily="18" charset="0"/>
                </a:rPr>
                <a:t>数据传递</a:t>
              </a:r>
              <a:endParaRPr lang="zh-CN" altLang="en-US" sz="1400" b="0">
                <a:effectLst>
                  <a:outerShdw blurRad="38100" dist="38100" dir="2700000" algn="tl">
                    <a:srgbClr val="C0C0C0"/>
                  </a:outerShdw>
                </a:effectLst>
                <a:latin typeface="Times New Roman" pitchFamily="18" charset="0"/>
              </a:endParaRPr>
            </a:p>
          </p:txBody>
        </p:sp>
        <p:sp>
          <p:nvSpPr>
            <p:cNvPr id="183317" name="Text Box 21"/>
            <p:cNvSpPr txBox="1"/>
            <p:nvPr/>
          </p:nvSpPr>
          <p:spPr bwMode="auto">
            <a:xfrm>
              <a:off x="4920" y="2197"/>
              <a:ext cx="133" cy="174"/>
            </a:xfrm>
            <a:prstGeom prst="rect">
              <a:avLst/>
            </a:prstGeom>
            <a:noFill/>
            <a:ln w="9525">
              <a:noFill/>
              <a:miter lim="800000"/>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charset="-122"/>
              </a:endParaRPr>
            </a:p>
          </p:txBody>
        </p:sp>
        <p:sp>
          <p:nvSpPr>
            <p:cNvPr id="183318" name="Text Box 22"/>
            <p:cNvSpPr txBox="1"/>
            <p:nvPr/>
          </p:nvSpPr>
          <p:spPr bwMode="auto">
            <a:xfrm>
              <a:off x="5205" y="2198"/>
              <a:ext cx="533" cy="134"/>
            </a:xfrm>
            <a:prstGeom prst="rect">
              <a:avLst/>
            </a:prstGeom>
            <a:noFill/>
            <a:ln w="9525">
              <a:noFill/>
              <a:miter lim="800000"/>
            </a:ln>
          </p:spPr>
          <p:txBody>
            <a:bodyPr lIns="0" tIns="0" rIns="0" bIns="0">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just">
                <a:lnSpc>
                  <a:spcPct val="100000"/>
                </a:lnSpc>
                <a:spcBef>
                  <a:spcPct val="0"/>
                </a:spcBef>
                <a:buClrTx/>
                <a:buSzTx/>
                <a:buFontTx/>
                <a:buNone/>
              </a:pPr>
              <a:r>
                <a:rPr lang="zh-CN" altLang="en-US" sz="1400" b="0">
                  <a:latin typeface="Times New Roman" pitchFamily="18" charset="0"/>
                </a:rPr>
                <a:t>执行顺序</a:t>
              </a:r>
              <a:endParaRPr lang="zh-CN" altLang="en-US" sz="1400" b="0">
                <a:effectLst>
                  <a:outerShdw blurRad="38100" dist="38100" dir="2700000" algn="tl">
                    <a:srgbClr val="C0C0C0"/>
                  </a:outerShdw>
                </a:effectLst>
                <a:latin typeface="Times New Roman" pitchFamily="18" charset="0"/>
              </a:endParaRPr>
            </a:p>
          </p:txBody>
        </p:sp>
        <p:sp>
          <p:nvSpPr>
            <p:cNvPr id="183306" name="Freeform 10"/>
            <p:cNvSpPr/>
            <p:nvPr/>
          </p:nvSpPr>
          <p:spPr bwMode="auto">
            <a:xfrm>
              <a:off x="2789" y="618"/>
              <a:ext cx="2055" cy="1072"/>
            </a:xfrm>
            <a:custGeom>
              <a:avLst/>
              <a:gdLst/>
              <a:ahLst/>
              <a:cxnLst>
                <a:cxn ang="0">
                  <a:pos x="0" y="2255"/>
                </a:cxn>
                <a:cxn ang="0">
                  <a:pos x="1305" y="350"/>
                </a:cxn>
                <a:cxn ang="0">
                  <a:pos x="2610" y="155"/>
                </a:cxn>
                <a:cxn ang="0">
                  <a:pos x="3210" y="470"/>
                </a:cxn>
              </a:cxnLst>
              <a:rect l="0" t="0" r="r" b="b"/>
              <a:pathLst>
                <a:path w="3210" h="2255">
                  <a:moveTo>
                    <a:pt x="0" y="2255"/>
                  </a:moveTo>
                  <a:cubicBezTo>
                    <a:pt x="217" y="1938"/>
                    <a:pt x="870" y="700"/>
                    <a:pt x="1305" y="350"/>
                  </a:cubicBezTo>
                  <a:cubicBezTo>
                    <a:pt x="1740" y="0"/>
                    <a:pt x="2293" y="135"/>
                    <a:pt x="2610" y="155"/>
                  </a:cubicBezTo>
                  <a:cubicBezTo>
                    <a:pt x="2927" y="175"/>
                    <a:pt x="3085" y="405"/>
                    <a:pt x="3210" y="470"/>
                  </a:cubicBezTo>
                </a:path>
              </a:pathLst>
            </a:custGeom>
            <a:noFill/>
            <a:ln w="9525">
              <a:solidFill>
                <a:srgbClr val="000000"/>
              </a:solidFill>
              <a:round/>
              <a:headEnd type="oval" w="med" len="med"/>
              <a:tailEnd type="triangle" w="med" len="med"/>
            </a:ln>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83301" name="AutoShape 5"/>
            <p:cNvSpPr/>
            <p:nvPr/>
          </p:nvSpPr>
          <p:spPr bwMode="auto">
            <a:xfrm>
              <a:off x="1543" y="746"/>
              <a:ext cx="4195" cy="1641"/>
            </a:xfrm>
            <a:prstGeom prst="rect">
              <a:avLst/>
            </a:prstGeom>
            <a:noFill/>
            <a:ln w="9525">
              <a:noFill/>
              <a:miter lim="800000"/>
            </a:ln>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83304" name="Freeform 8"/>
            <p:cNvSpPr/>
            <p:nvPr/>
          </p:nvSpPr>
          <p:spPr bwMode="auto">
            <a:xfrm>
              <a:off x="2971" y="614"/>
              <a:ext cx="2295" cy="1083"/>
            </a:xfrm>
            <a:custGeom>
              <a:avLst/>
              <a:gdLst/>
              <a:ahLst/>
              <a:cxnLst>
                <a:cxn ang="0">
                  <a:pos x="0" y="2278"/>
                </a:cxn>
                <a:cxn ang="0">
                  <a:pos x="1395" y="358"/>
                </a:cxn>
                <a:cxn ang="0">
                  <a:pos x="2910" y="133"/>
                </a:cxn>
                <a:cxn ang="0">
                  <a:pos x="3585" y="508"/>
                </a:cxn>
              </a:cxnLst>
              <a:rect l="0" t="0" r="r" b="b"/>
              <a:pathLst>
                <a:path w="3585" h="2278">
                  <a:moveTo>
                    <a:pt x="0" y="2278"/>
                  </a:moveTo>
                  <a:cubicBezTo>
                    <a:pt x="232" y="1958"/>
                    <a:pt x="910" y="716"/>
                    <a:pt x="1395" y="358"/>
                  </a:cubicBezTo>
                  <a:cubicBezTo>
                    <a:pt x="1880" y="0"/>
                    <a:pt x="2545" y="108"/>
                    <a:pt x="2910" y="133"/>
                  </a:cubicBezTo>
                  <a:cubicBezTo>
                    <a:pt x="3275" y="158"/>
                    <a:pt x="3445" y="430"/>
                    <a:pt x="3585" y="508"/>
                  </a:cubicBezTo>
                </a:path>
              </a:pathLst>
            </a:custGeom>
            <a:noFill/>
            <a:ln w="9525">
              <a:solidFill>
                <a:srgbClr val="000000"/>
              </a:solidFill>
              <a:round/>
              <a:headEnd type="oval" w="med" len="med"/>
              <a:tailEnd type="triangle" w="med" len="med"/>
            </a:ln>
          </p:spPr>
          <p:txBody>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grpSp>
      <p:sp>
        <p:nvSpPr>
          <p:cNvPr id="3" name="日期占位符 2"/>
          <p:cNvSpPr/>
          <p:nvPr>
            <p:ph type="dt" sz="half" idx="10"/>
          </p:nvPr>
        </p:nvSpPr>
        <p:spPr/>
        <p:txBody>
          <a:bodyPr/>
          <a:lstStyle/>
          <a:p>
            <a:fld id="{08DC63D7-03FE-6B4F-88BF-947DFB3AC3FC}" type="datetime1">
              <a:rPr lang="zh-CN" altLang="en-US" smtClean="0"/>
            </a:fld>
            <a:endParaRPr lang="en-US" dirty="0"/>
          </a:p>
        </p:txBody>
      </p:sp>
      <p:sp>
        <p:nvSpPr>
          <p:cNvPr id="4" name="幻灯片编号占位符 3"/>
          <p:cNvSpPr/>
          <p:nvPr>
            <p:ph type="sldNum" sz="quarter" idx="12"/>
          </p:nvPr>
        </p:nvSpPr>
        <p:spPr/>
        <p:txBody>
          <a:bodyPr/>
          <a:lstStyle/>
          <a:p>
            <a:fld id="{4FAB73BC-B049-4115-A692-8D63A059BFB8}" type="slidenum">
              <a:rPr lang="en-US" smtClean="0"/>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02" name="Rectangle 2"/>
          <p:cNvSpPr/>
          <p:nvPr>
            <p:ph type="title"/>
          </p:nvPr>
        </p:nvSpPr>
        <p:spPr>
          <a:xfrm>
            <a:off x="1166813" y="333375"/>
            <a:ext cx="6789737" cy="839788"/>
          </a:xfrm>
        </p:spPr>
        <p:txBody>
          <a:bodyPr/>
          <a:lstStyle/>
          <a:p>
            <a:r>
              <a:rPr lang="zh-CN" altLang="en-US"/>
              <a:t>函数调用（</a:t>
            </a:r>
            <a:r>
              <a:rPr lang="en-US" altLang="zh-CN"/>
              <a:t>call</a:t>
            </a:r>
            <a:r>
              <a:rPr lang="zh-CN" altLang="en-US"/>
              <a:t>）</a:t>
            </a:r>
            <a:endParaRPr lang="zh-CN" altLang="en-US"/>
          </a:p>
        </p:txBody>
      </p:sp>
      <p:sp>
        <p:nvSpPr>
          <p:cNvPr id="204803" name="Rectangle 3"/>
          <p:cNvSpPr/>
          <p:nvPr>
            <p:ph idx="1"/>
          </p:nvPr>
        </p:nvSpPr>
        <p:spPr>
          <a:xfrm>
            <a:off x="395288" y="1052513"/>
            <a:ext cx="8351837" cy="5472112"/>
          </a:xfrm>
        </p:spPr>
        <p:txBody>
          <a:bodyPr/>
          <a:lstStyle/>
          <a:p>
            <a:pPr>
              <a:lnSpc>
                <a:spcPct val="90000"/>
              </a:lnSpc>
            </a:pPr>
            <a:r>
              <a:rPr lang="zh-CN" altLang="en-US">
                <a:ea typeface="宋体" charset="-122"/>
              </a:rPr>
              <a:t>有返回值时</a:t>
            </a:r>
            <a:endParaRPr lang="zh-CN" altLang="en-US">
              <a:ea typeface="宋体" charset="-122"/>
            </a:endParaRPr>
          </a:p>
          <a:p>
            <a:pPr lvl="1">
              <a:lnSpc>
                <a:spcPct val="90000"/>
              </a:lnSpc>
            </a:pPr>
            <a:r>
              <a:rPr lang="zh-CN" altLang="en-US">
                <a:ea typeface="宋体" charset="-122"/>
              </a:rPr>
              <a:t>函数调用可以放到一个数值表达式中</a:t>
            </a:r>
            <a:endParaRPr lang="zh-CN" altLang="en-US">
              <a:ea typeface="宋体" charset="-122"/>
            </a:endParaRPr>
          </a:p>
          <a:p>
            <a:pPr lvl="2">
              <a:lnSpc>
                <a:spcPct val="90000"/>
              </a:lnSpc>
            </a:pPr>
            <a:r>
              <a:rPr lang="zh-CN" altLang="en-US">
                <a:ea typeface="宋体" charset="-122"/>
              </a:rPr>
              <a:t>如</a:t>
            </a:r>
            <a:endParaRPr lang="zh-CN" altLang="en-US">
              <a:ea typeface="宋体" charset="-122"/>
            </a:endParaRPr>
          </a:p>
          <a:p>
            <a:pPr lvl="2">
              <a:lnSpc>
                <a:spcPct val="90000"/>
              </a:lnSpc>
              <a:buFont typeface="Monotype Sorts" charset="2"/>
              <a:buNone/>
            </a:pPr>
            <a:r>
              <a:rPr lang="en-US" altLang="zh-CN">
                <a:latin typeface="Courier New" charset="0"/>
                <a:ea typeface="宋体" charset="-122"/>
              </a:rPr>
              <a:t>  </a:t>
            </a:r>
            <a:r>
              <a:rPr lang="en-US" altLang="zh-CN" sz="2400">
                <a:latin typeface="Courier New" charset="0"/>
                <a:ea typeface="宋体" charset="-122"/>
              </a:rPr>
              <a:t>c = max(a,b);</a:t>
            </a:r>
            <a:endParaRPr lang="en-US" altLang="zh-CN" sz="2400">
              <a:latin typeface="Courier New" charset="0"/>
              <a:ea typeface="宋体" charset="-122"/>
            </a:endParaRPr>
          </a:p>
          <a:p>
            <a:pPr lvl="1">
              <a:lnSpc>
                <a:spcPct val="90000"/>
              </a:lnSpc>
            </a:pPr>
            <a:r>
              <a:rPr lang="zh-CN" altLang="en-US">
                <a:ea typeface="宋体" charset="-122"/>
              </a:rPr>
              <a:t>也可作为另一个函数调用的参数</a:t>
            </a:r>
            <a:endParaRPr lang="zh-CN" altLang="en-US">
              <a:ea typeface="宋体" charset="-122"/>
            </a:endParaRPr>
          </a:p>
          <a:p>
            <a:pPr lvl="2">
              <a:lnSpc>
                <a:spcPct val="90000"/>
              </a:lnSpc>
            </a:pPr>
            <a:r>
              <a:rPr lang="zh-CN" altLang="en-US">
                <a:ea typeface="宋体" charset="-122"/>
              </a:rPr>
              <a:t>如</a:t>
            </a:r>
            <a:endParaRPr lang="zh-CN" altLang="en-US">
              <a:ea typeface="宋体" charset="-122"/>
            </a:endParaRPr>
          </a:p>
          <a:p>
            <a:pPr lvl="1">
              <a:lnSpc>
                <a:spcPct val="90000"/>
              </a:lnSpc>
              <a:buFontTx/>
              <a:buNone/>
            </a:pPr>
            <a:r>
              <a:rPr lang="en-US" altLang="zh-CN">
                <a:solidFill>
                  <a:srgbClr val="0033CC"/>
                </a:solidFill>
                <a:latin typeface="Courier New" charset="0"/>
                <a:ea typeface="宋体" charset="-122"/>
              </a:rPr>
              <a:t>    </a:t>
            </a:r>
            <a:r>
              <a:rPr lang="en-US" altLang="zh-CN">
                <a:solidFill>
                  <a:schemeClr val="tx1"/>
                </a:solidFill>
                <a:latin typeface="Courier New" charset="0"/>
                <a:ea typeface="宋体" charset="-122"/>
              </a:rPr>
              <a:t>c = max(max(a,b),c);</a:t>
            </a:r>
            <a:endParaRPr lang="en-US" altLang="zh-CN">
              <a:solidFill>
                <a:schemeClr val="tx1"/>
              </a:solidFill>
              <a:latin typeface="Courier New" charset="0"/>
              <a:ea typeface="宋体" charset="-122"/>
            </a:endParaRPr>
          </a:p>
          <a:p>
            <a:pPr lvl="1">
              <a:lnSpc>
                <a:spcPct val="90000"/>
              </a:lnSpc>
              <a:buFontTx/>
              <a:buNone/>
            </a:pPr>
            <a:r>
              <a:rPr lang="en-US" altLang="zh-CN">
                <a:solidFill>
                  <a:schemeClr val="tx1"/>
                </a:solidFill>
                <a:latin typeface="Courier New" charset="0"/>
                <a:ea typeface="宋体" charset="-122"/>
              </a:rPr>
              <a:t>    printf(</a:t>
            </a:r>
            <a:r>
              <a:rPr lang="en-US" altLang="zh-CN">
                <a:solidFill>
                  <a:schemeClr val="tx1"/>
                </a:solidFill>
                <a:ea typeface="宋体" charset="-122"/>
              </a:rPr>
              <a:t>"</a:t>
            </a:r>
            <a:r>
              <a:rPr lang="en-US" altLang="zh-CN">
                <a:solidFill>
                  <a:schemeClr val="tx1"/>
                </a:solidFill>
                <a:latin typeface="Courier New" charset="0"/>
                <a:ea typeface="宋体" charset="-122"/>
              </a:rPr>
              <a:t>%d\n</a:t>
            </a:r>
            <a:r>
              <a:rPr lang="en-US" altLang="zh-CN">
                <a:solidFill>
                  <a:schemeClr val="tx1"/>
                </a:solidFill>
                <a:ea typeface="宋体" charset="-122"/>
              </a:rPr>
              <a:t>"</a:t>
            </a:r>
            <a:r>
              <a:rPr lang="en-US" altLang="zh-CN">
                <a:solidFill>
                  <a:schemeClr val="tx1"/>
                </a:solidFill>
                <a:latin typeface="Courier New" charset="0"/>
                <a:ea typeface="宋体" charset="-122"/>
              </a:rPr>
              <a:t>, max(a,b));</a:t>
            </a:r>
            <a:endParaRPr lang="en-US" altLang="zh-CN">
              <a:solidFill>
                <a:schemeClr val="tx1"/>
              </a:solidFill>
              <a:latin typeface="Courier New" charset="0"/>
              <a:ea typeface="宋体" charset="-122"/>
            </a:endParaRPr>
          </a:p>
          <a:p>
            <a:pPr>
              <a:lnSpc>
                <a:spcPct val="90000"/>
              </a:lnSpc>
            </a:pPr>
            <a:r>
              <a:rPr lang="zh-CN" altLang="en-US">
                <a:ea typeface="宋体" charset="-122"/>
              </a:rPr>
              <a:t>无返回值时</a:t>
            </a:r>
            <a:endParaRPr lang="zh-CN" altLang="en-US">
              <a:ea typeface="宋体" charset="-122"/>
            </a:endParaRPr>
          </a:p>
          <a:p>
            <a:pPr lvl="1">
              <a:lnSpc>
                <a:spcPct val="90000"/>
              </a:lnSpc>
            </a:pPr>
            <a:r>
              <a:rPr lang="zh-CN" altLang="en-US">
                <a:ea typeface="宋体" charset="-122"/>
              </a:rPr>
              <a:t>函数调用可直接作为表达式</a:t>
            </a:r>
            <a:endParaRPr lang="zh-CN" altLang="en-US">
              <a:ea typeface="宋体" charset="-122"/>
            </a:endParaRPr>
          </a:p>
          <a:p>
            <a:pPr lvl="2">
              <a:lnSpc>
                <a:spcPct val="90000"/>
              </a:lnSpc>
            </a:pPr>
            <a:r>
              <a:rPr lang="zh-CN" altLang="en-US">
                <a:ea typeface="宋体" charset="-122"/>
              </a:rPr>
              <a:t>如</a:t>
            </a:r>
            <a:endParaRPr lang="zh-CN" altLang="en-US">
              <a:ea typeface="宋体" charset="-122"/>
            </a:endParaRPr>
          </a:p>
          <a:p>
            <a:pPr lvl="2">
              <a:lnSpc>
                <a:spcPct val="90000"/>
              </a:lnSpc>
              <a:buFont typeface="Monotype Sorts" charset="2"/>
              <a:buNone/>
            </a:pPr>
            <a:r>
              <a:rPr lang="en-US" altLang="zh-CN">
                <a:latin typeface="Courier New" charset="0"/>
                <a:ea typeface="宋体" charset="-122"/>
              </a:rPr>
              <a:t>  display(a,b);</a:t>
            </a:r>
            <a:endParaRPr lang="en-US" altLang="zh-CN">
              <a:latin typeface="Courier New" charset="0"/>
              <a:ea typeface="宋体" charset="-122"/>
            </a:endParaRPr>
          </a:p>
        </p:txBody>
      </p:sp>
      <p:grpSp>
        <p:nvGrpSpPr>
          <p:cNvPr id="2" name="Group 48"/>
          <p:cNvGrpSpPr/>
          <p:nvPr/>
        </p:nvGrpSpPr>
        <p:grpSpPr bwMode="auto">
          <a:xfrm>
            <a:off x="4824413" y="1916113"/>
            <a:ext cx="4319587" cy="719137"/>
            <a:chOff x="2064" y="1434"/>
            <a:chExt cx="3129" cy="545"/>
          </a:xfrm>
        </p:grpSpPr>
        <p:sp>
          <p:nvSpPr>
            <p:cNvPr id="204849" name="AutoShape 49"/>
            <p:cNvSpPr/>
            <p:nvPr/>
          </p:nvSpPr>
          <p:spPr bwMode="auto">
            <a:xfrm>
              <a:off x="2064" y="1434"/>
              <a:ext cx="3129" cy="545"/>
            </a:xfrm>
            <a:prstGeom prst="foldedCorner">
              <a:avLst>
                <a:gd name="adj" fmla="val 12500"/>
              </a:avLst>
            </a:prstGeom>
            <a:solidFill>
              <a:srgbClr val="FFCC99"/>
            </a:solidFill>
            <a:ln w="19050">
              <a:solidFill>
                <a:srgbClr val="FFFF99"/>
              </a:solidFill>
              <a:round/>
            </a:ln>
            <a:effectLst>
              <a:outerShdw dist="35921" dir="2700000" algn="ctr" rotWithShape="0">
                <a:srgbClr val="990000"/>
              </a:outerShdw>
            </a:effectLst>
          </p:spPr>
          <p:txBody>
            <a:bodyPr lIns="0" tIns="0" rIns="0" bIns="0" anchor="ctr">
              <a:spAutoFit/>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204850" name="Text Box 50"/>
            <p:cNvSpPr txBox="1"/>
            <p:nvPr/>
          </p:nvSpPr>
          <p:spPr bwMode="auto">
            <a:xfrm>
              <a:off x="2064" y="1525"/>
              <a:ext cx="3129" cy="277"/>
            </a:xfrm>
            <a:prstGeom prst="rect">
              <a:avLst/>
            </a:prstGeom>
            <a:noFill/>
            <a:ln w="19050" algn="ctr">
              <a:noFill/>
              <a:miter lim="800000"/>
            </a:ln>
            <a:effectLst/>
          </p:spPr>
          <p:txBody>
            <a:bodyPr lIns="0" tIns="0" rIns="0" bIns="0">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50000"/>
                </a:spcBef>
                <a:buClrTx/>
                <a:buSzTx/>
                <a:buFontTx/>
                <a:buNone/>
              </a:pPr>
              <a:r>
                <a:rPr lang="zh-CN" altLang="en-US" sz="2400">
                  <a:solidFill>
                    <a:srgbClr val="000000"/>
                  </a:solidFill>
                  <a:effectLst>
                    <a:outerShdw blurRad="38100" dist="38100" dir="2700000" algn="tl">
                      <a:srgbClr val="C0C0C0"/>
                    </a:outerShdw>
                  </a:effectLst>
                </a:rPr>
                <a:t> 返回值 </a:t>
              </a:r>
              <a:r>
                <a:rPr lang="en-US" altLang="zh-CN" sz="2400">
                  <a:solidFill>
                    <a:srgbClr val="000000"/>
                  </a:solidFill>
                  <a:effectLst>
                    <a:outerShdw blurRad="38100" dist="38100" dir="2700000" algn="tl">
                      <a:srgbClr val="C0C0C0"/>
                    </a:outerShdw>
                  </a:effectLst>
                </a:rPr>
                <a:t>= </a:t>
              </a:r>
              <a:r>
                <a:rPr lang="zh-CN" altLang="en-US" sz="2400">
                  <a:solidFill>
                    <a:srgbClr val="000000"/>
                  </a:solidFill>
                  <a:effectLst>
                    <a:outerShdw blurRad="38100" dist="38100" dir="2700000" algn="tl">
                      <a:srgbClr val="C0C0C0"/>
                    </a:outerShdw>
                  </a:effectLst>
                </a:rPr>
                <a:t>函数名</a:t>
              </a:r>
              <a:r>
                <a:rPr lang="en-US" altLang="zh-CN" sz="2400">
                  <a:solidFill>
                    <a:srgbClr val="000000"/>
                  </a:solidFill>
                  <a:effectLst>
                    <a:outerShdw blurRad="38100" dist="38100" dir="2700000" algn="tl">
                      <a:srgbClr val="C0C0C0"/>
                    </a:outerShdw>
                  </a:effectLst>
                </a:rPr>
                <a:t>(</a:t>
              </a:r>
              <a:r>
                <a:rPr lang="zh-CN" altLang="en-US" sz="2400">
                  <a:solidFill>
                    <a:srgbClr val="000000"/>
                  </a:solidFill>
                  <a:effectLst>
                    <a:outerShdw blurRad="38100" dist="38100" dir="2700000" algn="tl">
                      <a:srgbClr val="C0C0C0"/>
                    </a:outerShdw>
                  </a:effectLst>
                </a:rPr>
                <a:t>实参表列</a:t>
              </a:r>
              <a:r>
                <a:rPr lang="en-US" altLang="zh-CN" sz="2400">
                  <a:solidFill>
                    <a:srgbClr val="000000"/>
                  </a:solidFill>
                  <a:effectLst>
                    <a:outerShdw blurRad="38100" dist="38100" dir="2700000" algn="tl">
                      <a:srgbClr val="C0C0C0"/>
                    </a:outerShdw>
                  </a:effectLst>
                </a:rPr>
                <a:t>);</a:t>
              </a:r>
              <a:endParaRPr lang="en-US" altLang="zh-CN" sz="2400">
                <a:solidFill>
                  <a:srgbClr val="000000"/>
                </a:solidFill>
                <a:effectLst>
                  <a:outerShdw blurRad="38100" dist="38100" dir="2700000" algn="tl">
                    <a:srgbClr val="C0C0C0"/>
                  </a:outerShdw>
                </a:effectLst>
              </a:endParaRPr>
            </a:p>
          </p:txBody>
        </p:sp>
      </p:grpSp>
      <p:grpSp>
        <p:nvGrpSpPr>
          <p:cNvPr id="3" name="Group 51"/>
          <p:cNvGrpSpPr/>
          <p:nvPr/>
        </p:nvGrpSpPr>
        <p:grpSpPr bwMode="auto">
          <a:xfrm>
            <a:off x="4643438" y="5084763"/>
            <a:ext cx="4270375" cy="649287"/>
            <a:chOff x="2064" y="1434"/>
            <a:chExt cx="3129" cy="545"/>
          </a:xfrm>
        </p:grpSpPr>
        <p:sp>
          <p:nvSpPr>
            <p:cNvPr id="204852" name="AutoShape 52"/>
            <p:cNvSpPr/>
            <p:nvPr/>
          </p:nvSpPr>
          <p:spPr bwMode="auto">
            <a:xfrm>
              <a:off x="2064" y="1434"/>
              <a:ext cx="3129" cy="545"/>
            </a:xfrm>
            <a:prstGeom prst="foldedCorner">
              <a:avLst>
                <a:gd name="adj" fmla="val 12500"/>
              </a:avLst>
            </a:prstGeom>
            <a:solidFill>
              <a:srgbClr val="FFCC99"/>
            </a:solidFill>
            <a:ln w="19050">
              <a:solidFill>
                <a:srgbClr val="FFFF99"/>
              </a:solidFill>
              <a:round/>
            </a:ln>
            <a:effectLst>
              <a:outerShdw dist="35921" dir="2700000" algn="ctr" rotWithShape="0">
                <a:srgbClr val="990000"/>
              </a:outerShdw>
            </a:effectLst>
          </p:spPr>
          <p:txBody>
            <a:bodyPr lIns="0" tIns="0" rIns="0" bIns="0" anchor="ctr">
              <a:spAutoFit/>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204853" name="Text Box 53"/>
            <p:cNvSpPr txBox="1"/>
            <p:nvPr/>
          </p:nvSpPr>
          <p:spPr bwMode="auto">
            <a:xfrm>
              <a:off x="2064" y="1526"/>
              <a:ext cx="3129" cy="306"/>
            </a:xfrm>
            <a:prstGeom prst="rect">
              <a:avLst/>
            </a:prstGeom>
            <a:noFill/>
            <a:ln w="19050" algn="ctr">
              <a:noFill/>
              <a:miter lim="800000"/>
            </a:ln>
            <a:effectLst/>
          </p:spPr>
          <p:txBody>
            <a:bodyPr lIns="0" tIns="0" rIns="0" bIns="0">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50000"/>
                </a:spcBef>
                <a:buClrTx/>
                <a:buSzTx/>
                <a:buFontTx/>
                <a:buNone/>
              </a:pPr>
              <a:r>
                <a:rPr lang="zh-CN" altLang="en-US" sz="2400">
                  <a:solidFill>
                    <a:srgbClr val="000000"/>
                  </a:solidFill>
                  <a:effectLst>
                    <a:outerShdw blurRad="38100" dist="38100" dir="2700000" algn="tl">
                      <a:srgbClr val="C0C0C0"/>
                    </a:outerShdw>
                  </a:effectLst>
                </a:rPr>
                <a:t> 函数名</a:t>
              </a:r>
              <a:r>
                <a:rPr lang="en-US" altLang="zh-CN" sz="2400">
                  <a:solidFill>
                    <a:srgbClr val="000000"/>
                  </a:solidFill>
                  <a:effectLst>
                    <a:outerShdw blurRad="38100" dist="38100" dir="2700000" algn="tl">
                      <a:srgbClr val="C0C0C0"/>
                    </a:outerShdw>
                  </a:effectLst>
                </a:rPr>
                <a:t>(</a:t>
              </a:r>
              <a:r>
                <a:rPr lang="zh-CN" altLang="en-US" sz="2400">
                  <a:solidFill>
                    <a:srgbClr val="000000"/>
                  </a:solidFill>
                  <a:effectLst>
                    <a:outerShdw blurRad="38100" dist="38100" dir="2700000" algn="tl">
                      <a:srgbClr val="C0C0C0"/>
                    </a:outerShdw>
                  </a:effectLst>
                </a:rPr>
                <a:t>实参表列</a:t>
              </a:r>
              <a:r>
                <a:rPr lang="en-US" altLang="zh-CN" sz="2400">
                  <a:solidFill>
                    <a:srgbClr val="000000"/>
                  </a:solidFill>
                  <a:effectLst>
                    <a:outerShdw blurRad="38100" dist="38100" dir="2700000" algn="tl">
                      <a:srgbClr val="C0C0C0"/>
                    </a:outerShdw>
                  </a:effectLst>
                </a:rPr>
                <a:t>);</a:t>
              </a:r>
              <a:endParaRPr lang="en-US" altLang="zh-CN" sz="2400">
                <a:solidFill>
                  <a:srgbClr val="000000"/>
                </a:solidFill>
                <a:effectLst>
                  <a:outerShdw blurRad="38100" dist="38100" dir="2700000" algn="tl">
                    <a:srgbClr val="C0C0C0"/>
                  </a:outerShdw>
                </a:effectLst>
              </a:endParaRPr>
            </a:p>
          </p:txBody>
        </p:sp>
      </p:grpSp>
      <p:sp>
        <p:nvSpPr>
          <p:cNvPr id="4" name="日期占位符 3"/>
          <p:cNvSpPr/>
          <p:nvPr>
            <p:ph type="dt" sz="half" idx="10"/>
          </p:nvPr>
        </p:nvSpPr>
        <p:spPr/>
        <p:txBody>
          <a:bodyPr/>
          <a:lstStyle/>
          <a:p>
            <a:fld id="{79EEEA7F-FB03-2949-B536-768F969E957E}" type="datetime1">
              <a:rPr lang="zh-CN" altLang="en-US" smtClean="0"/>
            </a:fld>
            <a:endParaRPr lang="en-US" dirty="0"/>
          </a:p>
        </p:txBody>
      </p:sp>
      <p:sp>
        <p:nvSpPr>
          <p:cNvPr id="5" name="幻灯片编号占位符 4"/>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22" name="Rectangle 2"/>
          <p:cNvSpPr/>
          <p:nvPr>
            <p:ph type="title"/>
          </p:nvPr>
        </p:nvSpPr>
        <p:spPr/>
        <p:txBody>
          <a:bodyPr/>
          <a:lstStyle/>
          <a:p>
            <a:pPr>
              <a:defRPr/>
            </a:pPr>
            <a:r>
              <a:rPr lang="zh-CN" altLang="en-US"/>
              <a:t>函数原型（</a:t>
            </a:r>
            <a:r>
              <a:rPr lang="en-US" altLang="zh-CN"/>
              <a:t>prototype</a:t>
            </a:r>
            <a:r>
              <a:rPr lang="zh-CN" altLang="en-US"/>
              <a:t>）</a:t>
            </a:r>
            <a:endParaRPr lang="zh-CN" altLang="en-US"/>
          </a:p>
        </p:txBody>
      </p:sp>
      <p:sp>
        <p:nvSpPr>
          <p:cNvPr id="184323" name="Rectangle 3"/>
          <p:cNvSpPr/>
          <p:nvPr>
            <p:ph idx="1"/>
          </p:nvPr>
        </p:nvSpPr>
        <p:spPr>
          <a:xfrm>
            <a:off x="827088" y="2276872"/>
            <a:ext cx="7416800" cy="4247753"/>
          </a:xfrm>
        </p:spPr>
        <p:txBody>
          <a:bodyPr/>
          <a:lstStyle/>
          <a:p>
            <a:pPr>
              <a:lnSpc>
                <a:spcPct val="135000"/>
              </a:lnSpc>
            </a:pPr>
            <a:r>
              <a:rPr lang="zh-CN" altLang="en-US" dirty="0">
                <a:ea typeface="宋体" charset="-122"/>
              </a:rPr>
              <a:t>调用一个函数之前，先要对其</a:t>
            </a:r>
            <a:r>
              <a:rPr lang="zh-CN" altLang="en-US" u="sng" dirty="0">
                <a:solidFill>
                  <a:srgbClr val="880000"/>
                </a:solidFill>
                <a:ea typeface="宋体" charset="-122"/>
              </a:rPr>
              <a:t>返回值类型</a:t>
            </a:r>
            <a:r>
              <a:rPr lang="zh-CN" altLang="en-US" dirty="0">
                <a:ea typeface="宋体" charset="-122"/>
              </a:rPr>
              <a:t>、</a:t>
            </a:r>
            <a:r>
              <a:rPr lang="zh-CN" altLang="en-US" u="sng" dirty="0">
                <a:solidFill>
                  <a:srgbClr val="880000"/>
                </a:solidFill>
                <a:ea typeface="宋体" charset="-122"/>
              </a:rPr>
              <a:t>函数名</a:t>
            </a:r>
            <a:r>
              <a:rPr lang="zh-CN" altLang="en-US" dirty="0">
                <a:ea typeface="宋体" charset="-122"/>
              </a:rPr>
              <a:t>和</a:t>
            </a:r>
            <a:r>
              <a:rPr lang="zh-CN" altLang="en-US" u="sng" dirty="0">
                <a:solidFill>
                  <a:srgbClr val="880000"/>
                </a:solidFill>
                <a:ea typeface="宋体" charset="-122"/>
              </a:rPr>
              <a:t>参数</a:t>
            </a:r>
            <a:r>
              <a:rPr lang="zh-CN" altLang="en-US" dirty="0">
                <a:ea typeface="宋体" charset="-122"/>
              </a:rPr>
              <a:t>进行声明（</a:t>
            </a:r>
            <a:r>
              <a:rPr lang="en-US" altLang="zh-CN" dirty="0">
                <a:ea typeface="宋体" charset="-122"/>
              </a:rPr>
              <a:t>declare</a:t>
            </a:r>
            <a:r>
              <a:rPr lang="zh-CN" altLang="en-US" dirty="0">
                <a:ea typeface="宋体" charset="-122"/>
              </a:rPr>
              <a:t>）</a:t>
            </a:r>
            <a:endParaRPr lang="zh-CN" altLang="en-US" dirty="0">
              <a:ea typeface="宋体" charset="-122"/>
            </a:endParaRPr>
          </a:p>
          <a:p>
            <a:pPr lvl="1">
              <a:lnSpc>
                <a:spcPct val="135000"/>
              </a:lnSpc>
            </a:pPr>
            <a:r>
              <a:rPr lang="zh-CN" altLang="en-US" dirty="0">
                <a:ea typeface="宋体" charset="-122"/>
              </a:rPr>
              <a:t>有助于编译器进行类型检查</a:t>
            </a:r>
            <a:endParaRPr lang="en-US" altLang="zh-CN" dirty="0">
              <a:ea typeface="宋体" charset="-122"/>
            </a:endParaRPr>
          </a:p>
          <a:p>
            <a:pPr>
              <a:lnSpc>
                <a:spcPct val="135000"/>
              </a:lnSpc>
            </a:pPr>
            <a:r>
              <a:rPr lang="zh-CN" altLang="en-US" dirty="0">
                <a:ea typeface="宋体" charset="-122"/>
              </a:rPr>
              <a:t>声明时不要省略参数以及返回值的类型</a:t>
            </a:r>
            <a:endParaRPr lang="zh-CN" altLang="en-US" dirty="0">
              <a:ea typeface="宋体" charset="-122"/>
            </a:endParaRPr>
          </a:p>
        </p:txBody>
      </p:sp>
      <p:sp>
        <p:nvSpPr>
          <p:cNvPr id="2" name="日期占位符 1"/>
          <p:cNvSpPr/>
          <p:nvPr>
            <p:ph type="dt" sz="half" idx="10"/>
          </p:nvPr>
        </p:nvSpPr>
        <p:spPr/>
        <p:txBody>
          <a:bodyPr/>
          <a:lstStyle/>
          <a:p>
            <a:fld id="{9F8E08DE-1814-514B-9574-586451F9D741}"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6370" name="Rectangle 2"/>
          <p:cNvSpPr/>
          <p:nvPr>
            <p:ph type="title"/>
          </p:nvPr>
        </p:nvSpPr>
        <p:spPr>
          <a:xfrm>
            <a:off x="7578725" y="260350"/>
            <a:ext cx="1385888" cy="839788"/>
          </a:xfrm>
        </p:spPr>
        <p:txBody>
          <a:bodyPr/>
          <a:lstStyle/>
          <a:p>
            <a:pPr>
              <a:defRPr/>
            </a:pPr>
            <a:r>
              <a:rPr lang="zh-CN" altLang="en-US" sz="4000"/>
              <a:t>例</a:t>
            </a:r>
            <a:r>
              <a:rPr lang="en-US" altLang="zh-CN" sz="4000"/>
              <a:t>5.1 </a:t>
            </a:r>
            <a:endParaRPr lang="zh-CN" altLang="en-US" sz="4000"/>
          </a:p>
        </p:txBody>
      </p:sp>
      <p:sp>
        <p:nvSpPr>
          <p:cNvPr id="186371" name="Rectangle 3"/>
          <p:cNvSpPr/>
          <p:nvPr>
            <p:ph idx="1"/>
          </p:nvPr>
        </p:nvSpPr>
        <p:spPr>
          <a:xfrm>
            <a:off x="323850" y="188913"/>
            <a:ext cx="8458200" cy="6191250"/>
          </a:xfrm>
        </p:spPr>
        <p:txBody>
          <a:bodyPr>
            <a:normAutofit fontScale="70000" lnSpcReduction="20000"/>
          </a:bodyPr>
          <a:lstStyle/>
          <a:p>
            <a:pPr>
              <a:lnSpc>
                <a:spcPct val="75000"/>
              </a:lnSpc>
              <a:buFont typeface="Monotype Sorts" charset="2"/>
              <a:buNone/>
            </a:pPr>
            <a:r>
              <a:rPr lang="en-US" altLang="zh-CN" sz="2000" dirty="0">
                <a:solidFill>
                  <a:schemeClr val="tx1"/>
                </a:solidFill>
                <a:latin typeface="Courier New" charset="0"/>
                <a:ea typeface="宋体" charset="-122"/>
              </a:rPr>
              <a:t>#</a:t>
            </a:r>
            <a:r>
              <a:rPr lang="en-US" altLang="zh-CN" sz="2000" dirty="0">
                <a:solidFill>
                  <a:srgbClr val="0033CC"/>
                </a:solidFill>
                <a:latin typeface="Courier New" charset="0"/>
                <a:ea typeface="宋体" charset="-122"/>
              </a:rPr>
              <a:t>include</a:t>
            </a:r>
            <a:r>
              <a:rPr lang="en-US" altLang="zh-CN" sz="2000" dirty="0">
                <a:solidFill>
                  <a:schemeClr val="tx1"/>
                </a:solidFill>
                <a:latin typeface="Courier New" charset="0"/>
                <a:ea typeface="宋体" charset="-122"/>
              </a:rPr>
              <a:t> &lt;</a:t>
            </a:r>
            <a:r>
              <a:rPr lang="en-US" altLang="zh-CN" sz="2000" dirty="0" err="1">
                <a:solidFill>
                  <a:schemeClr val="tx1"/>
                </a:solidFill>
                <a:latin typeface="Courier New" charset="0"/>
                <a:ea typeface="宋体" charset="-122"/>
              </a:rPr>
              <a:t>stdio.h</a:t>
            </a:r>
            <a:r>
              <a:rPr lang="en-US" altLang="zh-CN" sz="2000" dirty="0">
                <a:solidFill>
                  <a:schemeClr val="tx1"/>
                </a:solidFill>
                <a:latin typeface="Courier New" charset="0"/>
                <a:ea typeface="宋体" charset="-122"/>
              </a:rPr>
              <a:t>&gt;</a:t>
            </a:r>
            <a:endParaRPr lang="fr-FR" altLang="zh-CN" sz="2000" dirty="0">
              <a:solidFill>
                <a:schemeClr val="tx1"/>
              </a:solidFill>
              <a:latin typeface="Courier New" charset="0"/>
              <a:ea typeface="宋体" charset="-122"/>
            </a:endParaRPr>
          </a:p>
          <a:p>
            <a:pPr>
              <a:lnSpc>
                <a:spcPct val="75000"/>
              </a:lnSpc>
              <a:buFont typeface="Monotype Sorts" charset="2"/>
              <a:buNone/>
            </a:pPr>
            <a:r>
              <a:rPr lang="en-US" altLang="zh-CN" sz="2000" dirty="0">
                <a:solidFill>
                  <a:schemeClr val="hlink"/>
                </a:solidFill>
                <a:latin typeface="Courier New" charset="0"/>
                <a:ea typeface="宋体" charset="-122"/>
              </a:rPr>
              <a:t>                           /</a:t>
            </a:r>
            <a:r>
              <a:rPr lang="zh-CN" altLang="en-US" sz="2000" dirty="0">
                <a:solidFill>
                  <a:schemeClr val="hlink"/>
                </a:solidFill>
                <a:latin typeface="Courier New" charset="0"/>
                <a:ea typeface="宋体" charset="-122"/>
              </a:rPr>
              <a:t>          </a:t>
            </a:r>
            <a:r>
              <a:rPr lang="en-US" altLang="zh-CN" sz="2000" dirty="0">
                <a:solidFill>
                  <a:schemeClr val="hlink"/>
                </a:solidFill>
                <a:latin typeface="Courier New" charset="0"/>
                <a:ea typeface="宋体" charset="-122"/>
              </a:rPr>
              <a:t>/*</a:t>
            </a:r>
            <a:r>
              <a:rPr lang="zh-CN" altLang="en-US" sz="2000" dirty="0">
                <a:solidFill>
                  <a:schemeClr val="hlink"/>
                </a:solidFill>
                <a:latin typeface="Courier New" charset="0"/>
                <a:ea typeface="宋体" charset="-122"/>
              </a:rPr>
              <a:t>声明</a:t>
            </a:r>
            <a:r>
              <a:rPr lang="en-US" altLang="zh-CN" sz="2000" dirty="0">
                <a:solidFill>
                  <a:schemeClr val="hlink"/>
                </a:solidFill>
                <a:latin typeface="Courier New" charset="0"/>
                <a:ea typeface="宋体" charset="-122"/>
              </a:rPr>
              <a:t>Average()</a:t>
            </a:r>
            <a:r>
              <a:rPr lang="zh-CN" altLang="en-US" sz="2000" dirty="0">
                <a:solidFill>
                  <a:schemeClr val="hlink"/>
                </a:solidFill>
                <a:latin typeface="Courier New" charset="0"/>
                <a:ea typeface="宋体" charset="-122"/>
              </a:rPr>
              <a:t>函数*</a:t>
            </a:r>
            <a:r>
              <a:rPr lang="en-US" altLang="zh-CN" sz="2000" dirty="0">
                <a:solidFill>
                  <a:schemeClr val="hlink"/>
                </a:solidFill>
                <a:latin typeface="Courier New" charset="0"/>
                <a:ea typeface="宋体" charset="-122"/>
              </a:rPr>
              <a:t>/</a:t>
            </a:r>
            <a:r>
              <a:rPr lang="en-US" altLang="zh-CN" sz="2000" dirty="0">
                <a:solidFill>
                  <a:schemeClr val="tx1"/>
                </a:solidFill>
                <a:latin typeface="Courier New" charset="0"/>
                <a:ea typeface="宋体" charset="-122"/>
              </a:rPr>
              <a:t> </a:t>
            </a:r>
            <a:endParaRPr lang="en-US" altLang="zh-CN" sz="2000" dirty="0">
              <a:solidFill>
                <a:schemeClr val="tx1"/>
              </a:solidFill>
              <a:latin typeface="Courier New" charset="0"/>
              <a:ea typeface="宋体" charset="-122"/>
            </a:endParaRPr>
          </a:p>
          <a:p>
            <a:pPr>
              <a:lnSpc>
                <a:spcPct val="75000"/>
              </a:lnSpc>
              <a:buFont typeface="Monotype Sorts" charset="2"/>
              <a:buNone/>
            </a:pPr>
            <a:endParaRPr lang="fr-FR" altLang="zh-CN" sz="2000" dirty="0">
              <a:solidFill>
                <a:srgbClr val="0033CC"/>
              </a:solidFill>
              <a:latin typeface="Courier New" charset="0"/>
              <a:ea typeface="宋体" charset="-122"/>
            </a:endParaRPr>
          </a:p>
          <a:p>
            <a:pPr>
              <a:lnSpc>
                <a:spcPct val="75000"/>
              </a:lnSpc>
              <a:buFont typeface="Monotype Sorts" charset="2"/>
              <a:buNone/>
            </a:pPr>
            <a:r>
              <a:rPr lang="fr-FR" altLang="zh-CN" sz="2000" dirty="0">
                <a:solidFill>
                  <a:srgbClr val="0033CC"/>
                </a:solidFill>
                <a:latin typeface="Courier New" charset="0"/>
                <a:ea typeface="宋体" charset="-122"/>
              </a:rPr>
              <a:t>main</a:t>
            </a:r>
            <a:r>
              <a:rPr lang="fr-FR" altLang="zh-CN" sz="2000" dirty="0">
                <a:solidFill>
                  <a:schemeClr val="tx1"/>
                </a:solidFill>
                <a:latin typeface="Courier New" charset="0"/>
                <a:ea typeface="宋体" charset="-122"/>
              </a:rPr>
              <a:t>()</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	</a:t>
            </a:r>
            <a:r>
              <a:rPr lang="fr-FR" altLang="zh-CN" sz="2000" dirty="0" err="1">
                <a:solidFill>
                  <a:srgbClr val="0033CC"/>
                </a:solidFill>
                <a:latin typeface="Courier New" charset="0"/>
                <a:ea typeface="宋体" charset="-122"/>
              </a:rPr>
              <a:t>int</a:t>
            </a:r>
            <a:r>
              <a:rPr lang="fr-FR" altLang="zh-CN" sz="2000" dirty="0">
                <a:solidFill>
                  <a:schemeClr val="tx1"/>
                </a:solidFill>
                <a:latin typeface="Courier New" charset="0"/>
                <a:ea typeface="宋体" charset="-122"/>
              </a:rPr>
              <a:t> a = 12;</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	</a:t>
            </a:r>
            <a:r>
              <a:rPr lang="fr-FR" altLang="zh-CN" sz="2000" dirty="0" err="1">
                <a:solidFill>
                  <a:srgbClr val="0033CC"/>
                </a:solidFill>
                <a:latin typeface="Courier New" charset="0"/>
                <a:ea typeface="宋体" charset="-122"/>
              </a:rPr>
              <a:t>int</a:t>
            </a:r>
            <a:r>
              <a:rPr lang="fr-FR" altLang="zh-CN" sz="2000" dirty="0">
                <a:solidFill>
                  <a:schemeClr val="tx1"/>
                </a:solidFill>
                <a:latin typeface="Courier New" charset="0"/>
                <a:ea typeface="宋体" charset="-122"/>
              </a:rPr>
              <a:t> b = 24;</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	</a:t>
            </a:r>
            <a:r>
              <a:rPr lang="fr-FR" altLang="zh-CN" sz="2000" dirty="0" err="1">
                <a:solidFill>
                  <a:srgbClr val="0033CC"/>
                </a:solidFill>
                <a:latin typeface="Courier New" charset="0"/>
                <a:ea typeface="宋体" charset="-122"/>
              </a:rPr>
              <a:t>int</a:t>
            </a:r>
            <a:r>
              <a:rPr lang="fr-FR" altLang="zh-CN" sz="2000" dirty="0">
                <a:solidFill>
                  <a:schemeClr val="tx1"/>
                </a:solidFill>
                <a:latin typeface="Courier New" charset="0"/>
                <a:ea typeface="宋体" charset="-122"/>
              </a:rPr>
              <a:t> ave = </a:t>
            </a:r>
            <a:r>
              <a:rPr lang="fr-FR" altLang="zh-CN" sz="2000" dirty="0" err="1">
                <a:solidFill>
                  <a:schemeClr val="tx1"/>
                </a:solidFill>
                <a:latin typeface="Courier New" charset="0"/>
                <a:ea typeface="宋体" charset="-122"/>
              </a:rPr>
              <a:t>Average</a:t>
            </a:r>
            <a:r>
              <a:rPr lang="fr-FR" altLang="zh-CN" sz="2000" dirty="0">
                <a:solidFill>
                  <a:schemeClr val="tx1"/>
                </a:solidFill>
                <a:latin typeface="Courier New" charset="0"/>
                <a:ea typeface="宋体" charset="-122"/>
              </a:rPr>
              <a:t>(a, b);	</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	</a:t>
            </a:r>
            <a:r>
              <a:rPr lang="fr-FR" altLang="zh-CN" sz="2000" dirty="0" err="1">
                <a:solidFill>
                  <a:srgbClr val="0033CC"/>
                </a:solidFill>
                <a:latin typeface="Courier New" charset="0"/>
                <a:ea typeface="宋体" charset="-122"/>
              </a:rPr>
              <a:t>printf</a:t>
            </a:r>
            <a:r>
              <a:rPr lang="fr-FR" altLang="zh-CN" sz="2000" dirty="0">
                <a:solidFill>
                  <a:schemeClr val="tx1"/>
                </a:solidFill>
                <a:latin typeface="Courier New" charset="0"/>
                <a:ea typeface="宋体" charset="-122"/>
              </a:rPr>
              <a:t>("</a:t>
            </a:r>
            <a:r>
              <a:rPr lang="fr-FR" altLang="zh-CN" sz="2000" dirty="0" err="1">
                <a:solidFill>
                  <a:schemeClr val="tx1"/>
                </a:solidFill>
                <a:latin typeface="Courier New" charset="0"/>
                <a:ea typeface="宋体" charset="-122"/>
              </a:rPr>
              <a:t>Average</a:t>
            </a:r>
            <a:r>
              <a:rPr lang="fr-FR" altLang="zh-CN" sz="2000" dirty="0">
                <a:solidFill>
                  <a:schemeClr val="tx1"/>
                </a:solidFill>
                <a:latin typeface="Courier New" charset="0"/>
                <a:ea typeface="宋体" charset="-122"/>
              </a:rPr>
              <a:t> of %d and %d </a:t>
            </a:r>
            <a:r>
              <a:rPr lang="fr-FR" altLang="zh-CN" sz="2000" dirty="0" err="1">
                <a:solidFill>
                  <a:schemeClr val="tx1"/>
                </a:solidFill>
                <a:latin typeface="Courier New" charset="0"/>
                <a:ea typeface="宋体" charset="-122"/>
              </a:rPr>
              <a:t>is</a:t>
            </a:r>
            <a:r>
              <a:rPr lang="fr-FR" altLang="zh-CN" sz="2000" dirty="0">
                <a:solidFill>
                  <a:schemeClr val="tx1"/>
                </a:solidFill>
                <a:latin typeface="Courier New" charset="0"/>
                <a:ea typeface="宋体" charset="-122"/>
              </a:rPr>
              <a:t> %d.\n", a, b, ave);</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a:t>
            </a:r>
            <a:endParaRPr lang="fr-FR" altLang="zh-CN" sz="2000" dirty="0">
              <a:solidFill>
                <a:schemeClr val="tx1"/>
              </a:solidFill>
              <a:latin typeface="Courier New" charset="0"/>
              <a:ea typeface="宋体" charset="-122"/>
            </a:endParaRPr>
          </a:p>
          <a:p>
            <a:pPr>
              <a:lnSpc>
                <a:spcPct val="75000"/>
              </a:lnSpc>
              <a:buFont typeface="Monotype Sorts" charset="2"/>
              <a:buNone/>
            </a:pPr>
            <a:endParaRPr lang="zh-CN" altLang="en-US"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   </a:t>
            </a:r>
            <a:r>
              <a:rPr lang="zh-CN" altLang="fr-FR" sz="2000" dirty="0">
                <a:solidFill>
                  <a:schemeClr val="tx1"/>
                </a:solidFill>
                <a:latin typeface="Courier New" charset="0"/>
                <a:ea typeface="宋体" charset="-122"/>
              </a:rPr>
              <a:t>函数功能：    计算平均数</a:t>
            </a:r>
            <a:endParaRPr lang="zh-CN" altLang="fr-FR" sz="2000" dirty="0">
              <a:solidFill>
                <a:schemeClr val="tx1"/>
              </a:solidFill>
              <a:latin typeface="Courier New" charset="0"/>
              <a:ea typeface="宋体" charset="-122"/>
            </a:endParaRPr>
          </a:p>
          <a:p>
            <a:pPr>
              <a:lnSpc>
                <a:spcPct val="75000"/>
              </a:lnSpc>
              <a:buFont typeface="Monotype Sorts" charset="2"/>
              <a:buNone/>
            </a:pPr>
            <a:r>
              <a:rPr lang="zh-CN" altLang="fr-FR" sz="2000" dirty="0">
                <a:solidFill>
                  <a:schemeClr val="tx1"/>
                </a:solidFill>
                <a:latin typeface="Courier New" charset="0"/>
                <a:ea typeface="宋体" charset="-122"/>
              </a:rPr>
              <a:t>   函数入口参数： 整型</a:t>
            </a:r>
            <a:r>
              <a:rPr lang="fr-FR" altLang="zh-CN" sz="2000" dirty="0">
                <a:solidFill>
                  <a:schemeClr val="tx1"/>
                </a:solidFill>
                <a:latin typeface="Courier New" charset="0"/>
                <a:ea typeface="宋体" charset="-122"/>
              </a:rPr>
              <a:t>x</a:t>
            </a:r>
            <a:r>
              <a:rPr lang="zh-CN" altLang="fr-FR" sz="2000" dirty="0">
                <a:solidFill>
                  <a:schemeClr val="tx1"/>
                </a:solidFill>
                <a:latin typeface="Courier New" charset="0"/>
                <a:ea typeface="宋体" charset="-122"/>
              </a:rPr>
              <a:t>，存储第一个运算数</a:t>
            </a:r>
            <a:endParaRPr lang="zh-CN" altLang="fr-FR" sz="2000" dirty="0">
              <a:solidFill>
                <a:schemeClr val="tx1"/>
              </a:solidFill>
              <a:latin typeface="Courier New" charset="0"/>
              <a:ea typeface="宋体" charset="-122"/>
            </a:endParaRPr>
          </a:p>
          <a:p>
            <a:pPr>
              <a:lnSpc>
                <a:spcPct val="75000"/>
              </a:lnSpc>
              <a:buFont typeface="Monotype Sorts" charset="2"/>
              <a:buNone/>
            </a:pPr>
            <a:r>
              <a:rPr lang="zh-CN" altLang="fr-FR" sz="2000" dirty="0">
                <a:solidFill>
                  <a:schemeClr val="tx1"/>
                </a:solidFill>
                <a:latin typeface="Courier New" charset="0"/>
                <a:ea typeface="宋体" charset="-122"/>
              </a:rPr>
              <a:t>                整型</a:t>
            </a:r>
            <a:r>
              <a:rPr lang="fr-FR" altLang="zh-CN" sz="2000" dirty="0">
                <a:solidFill>
                  <a:schemeClr val="tx1"/>
                </a:solidFill>
                <a:latin typeface="Courier New" charset="0"/>
                <a:ea typeface="宋体" charset="-122"/>
              </a:rPr>
              <a:t>y</a:t>
            </a:r>
            <a:r>
              <a:rPr lang="zh-CN" altLang="fr-FR" sz="2000" dirty="0">
                <a:solidFill>
                  <a:schemeClr val="tx1"/>
                </a:solidFill>
                <a:latin typeface="Courier New" charset="0"/>
                <a:ea typeface="宋体" charset="-122"/>
              </a:rPr>
              <a:t>，存储第二个运算数</a:t>
            </a:r>
            <a:endParaRPr lang="zh-CN" altLang="fr-FR" sz="2000" dirty="0">
              <a:solidFill>
                <a:schemeClr val="tx1"/>
              </a:solidFill>
              <a:latin typeface="Courier New" charset="0"/>
              <a:ea typeface="宋体" charset="-122"/>
            </a:endParaRPr>
          </a:p>
          <a:p>
            <a:pPr>
              <a:lnSpc>
                <a:spcPct val="75000"/>
              </a:lnSpc>
              <a:buFont typeface="Monotype Sorts" charset="2"/>
              <a:buNone/>
            </a:pPr>
            <a:r>
              <a:rPr lang="zh-CN" altLang="fr-FR" sz="2000" dirty="0">
                <a:solidFill>
                  <a:schemeClr val="tx1"/>
                </a:solidFill>
                <a:latin typeface="Courier New" charset="0"/>
                <a:ea typeface="宋体" charset="-122"/>
              </a:rPr>
              <a:t>   函数返回值：   平均数</a:t>
            </a:r>
            <a:endParaRPr lang="zh-CN" altLang="fr-FR" sz="2000" dirty="0">
              <a:solidFill>
                <a:schemeClr val="tx1"/>
              </a:solidFill>
              <a:latin typeface="Courier New" charset="0"/>
              <a:ea typeface="宋体" charset="-122"/>
            </a:endParaRPr>
          </a:p>
          <a:p>
            <a:pPr>
              <a:lnSpc>
                <a:spcPct val="75000"/>
              </a:lnSpc>
              <a:buFont typeface="Monotype Sorts" charset="2"/>
              <a:buNone/>
            </a:pPr>
            <a:r>
              <a:rPr lang="zh-CN" altLang="fr-FR" sz="2000" dirty="0">
                <a:solidFill>
                  <a:schemeClr val="tx1"/>
                </a:solidFill>
                <a:latin typeface="Courier New" charset="0"/>
                <a:ea typeface="宋体" charset="-122"/>
              </a:rPr>
              <a:t>*</a:t>
            </a:r>
            <a:r>
              <a:rPr lang="fr-FR" altLang="zh-CN" sz="2000" dirty="0">
                <a:solidFill>
                  <a:schemeClr val="tx1"/>
                </a:solidFill>
                <a:latin typeface="Courier New" charset="0"/>
                <a:ea typeface="宋体" charset="-122"/>
              </a:rPr>
              <a:t>/</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err="1">
                <a:solidFill>
                  <a:srgbClr val="0033CC"/>
                </a:solidFill>
                <a:latin typeface="Courier New" charset="0"/>
                <a:ea typeface="宋体" charset="-122"/>
              </a:rPr>
              <a:t>int</a:t>
            </a:r>
            <a:r>
              <a:rPr lang="fr-FR" altLang="zh-CN" sz="2000" dirty="0">
                <a:solidFill>
                  <a:schemeClr val="tx1"/>
                </a:solidFill>
                <a:latin typeface="Courier New" charset="0"/>
                <a:ea typeface="宋体" charset="-122"/>
              </a:rPr>
              <a:t> </a:t>
            </a:r>
            <a:r>
              <a:rPr lang="fr-FR" altLang="zh-CN" sz="2000" dirty="0" err="1">
                <a:solidFill>
                  <a:schemeClr val="tx1"/>
                </a:solidFill>
                <a:latin typeface="Courier New" charset="0"/>
                <a:ea typeface="宋体" charset="-122"/>
              </a:rPr>
              <a:t>Average</a:t>
            </a:r>
            <a:r>
              <a:rPr lang="fr-FR" altLang="zh-CN" sz="2000" dirty="0">
                <a:solidFill>
                  <a:schemeClr val="tx1"/>
                </a:solidFill>
                <a:latin typeface="Courier New" charset="0"/>
                <a:ea typeface="宋体" charset="-122"/>
              </a:rPr>
              <a:t>(</a:t>
            </a:r>
            <a:r>
              <a:rPr lang="fr-FR" altLang="zh-CN" sz="2000" dirty="0" err="1">
                <a:solidFill>
                  <a:srgbClr val="0033CC"/>
                </a:solidFill>
                <a:latin typeface="Courier New" charset="0"/>
                <a:ea typeface="宋体" charset="-122"/>
              </a:rPr>
              <a:t>int</a:t>
            </a:r>
            <a:r>
              <a:rPr lang="fr-FR" altLang="zh-CN" sz="2000" dirty="0">
                <a:solidFill>
                  <a:schemeClr val="tx1"/>
                </a:solidFill>
                <a:latin typeface="Courier New" charset="0"/>
                <a:ea typeface="宋体" charset="-122"/>
              </a:rPr>
              <a:t> x, </a:t>
            </a:r>
            <a:r>
              <a:rPr lang="fr-FR" altLang="zh-CN" sz="2000" dirty="0" err="1">
                <a:solidFill>
                  <a:srgbClr val="0033CC"/>
                </a:solidFill>
                <a:latin typeface="Courier New" charset="0"/>
                <a:ea typeface="宋体" charset="-122"/>
              </a:rPr>
              <a:t>int</a:t>
            </a:r>
            <a:r>
              <a:rPr lang="fr-FR" altLang="zh-CN" sz="2000" dirty="0">
                <a:solidFill>
                  <a:schemeClr val="tx1"/>
                </a:solidFill>
                <a:latin typeface="Courier New" charset="0"/>
                <a:ea typeface="宋体" charset="-122"/>
              </a:rPr>
              <a:t> y)</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	</a:t>
            </a:r>
            <a:r>
              <a:rPr lang="fr-FR" altLang="zh-CN" sz="2000" dirty="0" err="1">
                <a:solidFill>
                  <a:srgbClr val="0033CC"/>
                </a:solidFill>
                <a:latin typeface="Courier New" charset="0"/>
                <a:ea typeface="宋体" charset="-122"/>
              </a:rPr>
              <a:t>int</a:t>
            </a:r>
            <a:r>
              <a:rPr lang="fr-FR" altLang="zh-CN" sz="2000" dirty="0">
                <a:solidFill>
                  <a:schemeClr val="tx1"/>
                </a:solidFill>
                <a:latin typeface="Courier New" charset="0"/>
                <a:ea typeface="宋体" charset="-122"/>
              </a:rPr>
              <a:t> </a:t>
            </a:r>
            <a:r>
              <a:rPr lang="fr-FR" altLang="zh-CN" sz="2000" dirty="0" err="1">
                <a:solidFill>
                  <a:schemeClr val="tx1"/>
                </a:solidFill>
                <a:latin typeface="Courier New" charset="0"/>
                <a:ea typeface="宋体" charset="-122"/>
              </a:rPr>
              <a:t>result</a:t>
            </a:r>
            <a:r>
              <a:rPr lang="fr-FR" altLang="zh-CN" sz="2000" dirty="0">
                <a:solidFill>
                  <a:schemeClr val="tx1"/>
                </a:solidFill>
                <a:latin typeface="Courier New" charset="0"/>
                <a:ea typeface="宋体" charset="-122"/>
              </a:rPr>
              <a:t>;</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	</a:t>
            </a:r>
            <a:r>
              <a:rPr lang="fr-FR" altLang="zh-CN" sz="2000" dirty="0" err="1">
                <a:solidFill>
                  <a:schemeClr val="tx1"/>
                </a:solidFill>
                <a:latin typeface="Courier New" charset="0"/>
                <a:ea typeface="宋体" charset="-122"/>
              </a:rPr>
              <a:t>result</a:t>
            </a:r>
            <a:r>
              <a:rPr lang="fr-FR" altLang="zh-CN" sz="2000" dirty="0">
                <a:solidFill>
                  <a:schemeClr val="tx1"/>
                </a:solidFill>
                <a:latin typeface="Courier New" charset="0"/>
                <a:ea typeface="宋体" charset="-122"/>
              </a:rPr>
              <a:t> = (x + y) / 2;</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	</a:t>
            </a:r>
            <a:r>
              <a:rPr lang="fr-FR" altLang="zh-CN" sz="2000" dirty="0">
                <a:solidFill>
                  <a:srgbClr val="0033CC"/>
                </a:solidFill>
                <a:latin typeface="Courier New" charset="0"/>
                <a:ea typeface="宋体" charset="-122"/>
              </a:rPr>
              <a:t>return</a:t>
            </a:r>
            <a:r>
              <a:rPr lang="fr-FR" altLang="zh-CN" sz="2000" dirty="0">
                <a:solidFill>
                  <a:schemeClr val="tx1"/>
                </a:solidFill>
                <a:latin typeface="Courier New" charset="0"/>
                <a:ea typeface="宋体" charset="-122"/>
              </a:rPr>
              <a:t> </a:t>
            </a:r>
            <a:r>
              <a:rPr lang="fr-FR" altLang="zh-CN" sz="2000" dirty="0" err="1">
                <a:solidFill>
                  <a:schemeClr val="tx1"/>
                </a:solidFill>
                <a:latin typeface="Courier New" charset="0"/>
                <a:ea typeface="宋体" charset="-122"/>
              </a:rPr>
              <a:t>result</a:t>
            </a:r>
            <a:r>
              <a:rPr lang="fr-FR" altLang="zh-CN" sz="2000" dirty="0">
                <a:solidFill>
                  <a:schemeClr val="tx1"/>
                </a:solidFill>
                <a:latin typeface="Courier New" charset="0"/>
                <a:ea typeface="宋体" charset="-122"/>
              </a:rPr>
              <a:t>;</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a:t>
            </a:r>
            <a:endParaRPr lang="fr-FR" altLang="zh-CN" sz="2000" dirty="0">
              <a:solidFill>
                <a:schemeClr val="tx1"/>
              </a:solidFill>
              <a:latin typeface="Courier New" charset="0"/>
              <a:ea typeface="宋体" charset="-122"/>
            </a:endParaRPr>
          </a:p>
        </p:txBody>
      </p:sp>
      <p:sp>
        <p:nvSpPr>
          <p:cNvPr id="186372" name="Rectangle 4"/>
          <p:cNvSpPr/>
          <p:nvPr/>
        </p:nvSpPr>
        <p:spPr bwMode="auto">
          <a:xfrm>
            <a:off x="395288" y="476250"/>
            <a:ext cx="4032250" cy="43180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7" rIns="92075" bIns="46037" anchor="ctr"/>
          <a:lstStyle>
            <a:lvl1pPr marL="374650" indent="-374650">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r>
              <a:rPr lang="en-US" altLang="zh-CN">
                <a:solidFill>
                  <a:srgbClr val="0033CC"/>
                </a:solidFill>
              </a:rPr>
              <a:t>int</a:t>
            </a:r>
            <a:r>
              <a:rPr lang="en-US" altLang="zh-CN"/>
              <a:t> </a:t>
            </a:r>
            <a:r>
              <a:rPr lang="en-US" altLang="zh-CN">
                <a:solidFill>
                  <a:srgbClr val="0033CC"/>
                </a:solidFill>
              </a:rPr>
              <a:t>Average</a:t>
            </a:r>
            <a:r>
              <a:rPr lang="en-US" altLang="zh-CN"/>
              <a:t>(</a:t>
            </a:r>
            <a:r>
              <a:rPr lang="en-US" altLang="zh-CN">
                <a:solidFill>
                  <a:srgbClr val="0033CC"/>
                </a:solidFill>
              </a:rPr>
              <a:t>int</a:t>
            </a:r>
            <a:r>
              <a:rPr lang="en-US" altLang="zh-CN"/>
              <a:t> x, </a:t>
            </a:r>
            <a:r>
              <a:rPr lang="en-US" altLang="zh-CN">
                <a:solidFill>
                  <a:srgbClr val="0033CC"/>
                </a:solidFill>
              </a:rPr>
              <a:t>int</a:t>
            </a:r>
            <a:r>
              <a:rPr lang="en-US" altLang="zh-CN"/>
              <a:t> y);</a:t>
            </a:r>
            <a:endParaRPr lang="zh-CN" altLang="en-US"/>
          </a:p>
        </p:txBody>
      </p:sp>
      <p:sp>
        <p:nvSpPr>
          <p:cNvPr id="186374" name="Rectangle 6"/>
          <p:cNvSpPr/>
          <p:nvPr/>
        </p:nvSpPr>
        <p:spPr bwMode="auto">
          <a:xfrm>
            <a:off x="323850" y="5013325"/>
            <a:ext cx="4392613" cy="1844675"/>
          </a:xfrm>
          <a:prstGeom prst="rect">
            <a:avLst/>
          </a:prstGeom>
          <a:solidFill>
            <a:srgbClr val="FFCC99">
              <a:alpha val="28999"/>
            </a:srgbClr>
          </a:solidFill>
          <a:ln w="9525" algn="ctr">
            <a:noFill/>
            <a:miter lim="800000"/>
          </a:ln>
          <a:effectLst/>
        </p:spPr>
        <p:txBody>
          <a:bodyPr wrap="none" lIns="92075" tIns="46037" rIns="92075" bIns="46037" anchor="ct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2" name="日期占位符 1"/>
          <p:cNvSpPr/>
          <p:nvPr>
            <p:ph type="dt" sz="half" idx="10"/>
          </p:nvPr>
        </p:nvSpPr>
        <p:spPr/>
        <p:txBody>
          <a:bodyPr/>
          <a:lstStyle/>
          <a:p>
            <a:fld id="{F68CC6FB-CB61-D946-8830-74014CCF6C91}"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186372"/>
                                        </p:tgtEl>
                                        <p:attrNameLst>
                                          <p:attrName>ppt_x</p:attrName>
                                          <p:attrName>ppt_y</p:attrName>
                                        </p:attrNameLst>
                                      </p:cBhvr>
                                    </p:animMotion>
                                    <p:animRot by="1500000">
                                      <p:cBhvr>
                                        <p:cTn id="7" dur="125" fill="hold">
                                          <p:stCondLst>
                                            <p:cond delay="0"/>
                                          </p:stCondLst>
                                        </p:cTn>
                                        <p:tgtEl>
                                          <p:spTgt spid="186372"/>
                                        </p:tgtEl>
                                        <p:attrNameLst>
                                          <p:attrName>r</p:attrName>
                                        </p:attrNameLst>
                                      </p:cBhvr>
                                    </p:animRot>
                                    <p:animRot by="-1500000">
                                      <p:cBhvr>
                                        <p:cTn id="8" dur="125" fill="hold">
                                          <p:stCondLst>
                                            <p:cond delay="125"/>
                                          </p:stCondLst>
                                        </p:cTn>
                                        <p:tgtEl>
                                          <p:spTgt spid="186372"/>
                                        </p:tgtEl>
                                        <p:attrNameLst>
                                          <p:attrName>r</p:attrName>
                                        </p:attrNameLst>
                                      </p:cBhvr>
                                    </p:animRot>
                                    <p:animRot by="-1500000">
                                      <p:cBhvr>
                                        <p:cTn id="9" dur="125" fill="hold">
                                          <p:stCondLst>
                                            <p:cond delay="250"/>
                                          </p:stCondLst>
                                        </p:cTn>
                                        <p:tgtEl>
                                          <p:spTgt spid="186372"/>
                                        </p:tgtEl>
                                        <p:attrNameLst>
                                          <p:attrName>r</p:attrName>
                                        </p:attrNameLst>
                                      </p:cBhvr>
                                    </p:animRot>
                                    <p:animRot by="1500000">
                                      <p:cBhvr>
                                        <p:cTn id="10" dur="125" fill="hold">
                                          <p:stCondLst>
                                            <p:cond delay="375"/>
                                          </p:stCondLst>
                                        </p:cTn>
                                        <p:tgtEl>
                                          <p:spTgt spid="186372"/>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186374"/>
                                        </p:tgtEl>
                                        <p:attrNameLst>
                                          <p:attrName>style.visibility</p:attrName>
                                        </p:attrNameLst>
                                      </p:cBhvr>
                                      <p:to>
                                        <p:strVal val="visible"/>
                                      </p:to>
                                    </p:set>
                                    <p:animEffect transition="in" filter="box(in)">
                                      <p:cBhvr>
                                        <p:cTn id="15" dur="500"/>
                                        <p:tgtEl>
                                          <p:spTgt spid="186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2" grpId="0" animBg="1"/>
      <p:bldP spid="186374"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5346" name="Rectangle 2"/>
          <p:cNvSpPr/>
          <p:nvPr>
            <p:ph type="title"/>
          </p:nvPr>
        </p:nvSpPr>
        <p:spPr>
          <a:xfrm>
            <a:off x="7578725" y="260350"/>
            <a:ext cx="1385888" cy="839788"/>
          </a:xfrm>
        </p:spPr>
        <p:txBody>
          <a:bodyPr/>
          <a:lstStyle/>
          <a:p>
            <a:pPr>
              <a:defRPr/>
            </a:pPr>
            <a:r>
              <a:rPr lang="zh-CN" altLang="en-US" sz="4000"/>
              <a:t>例</a:t>
            </a:r>
            <a:r>
              <a:rPr lang="en-US" altLang="zh-CN" sz="4000"/>
              <a:t>5.1 </a:t>
            </a:r>
            <a:endParaRPr lang="zh-CN" altLang="en-US" sz="4000"/>
          </a:p>
        </p:txBody>
      </p:sp>
      <p:sp>
        <p:nvSpPr>
          <p:cNvPr id="185347" name="Rectangle 3"/>
          <p:cNvSpPr/>
          <p:nvPr>
            <p:ph idx="1"/>
          </p:nvPr>
        </p:nvSpPr>
        <p:spPr>
          <a:xfrm>
            <a:off x="323850" y="188913"/>
            <a:ext cx="8458200" cy="6191250"/>
          </a:xfrm>
        </p:spPr>
        <p:txBody>
          <a:bodyPr>
            <a:normAutofit fontScale="70000" lnSpcReduction="20000"/>
          </a:bodyPr>
          <a:lstStyle/>
          <a:p>
            <a:pPr>
              <a:lnSpc>
                <a:spcPct val="75000"/>
              </a:lnSpc>
              <a:buFont typeface="Monotype Sorts" charset="2"/>
              <a:buNone/>
            </a:pPr>
            <a:r>
              <a:rPr lang="en-US" altLang="zh-CN" sz="2000" dirty="0">
                <a:solidFill>
                  <a:schemeClr val="tx1"/>
                </a:solidFill>
                <a:latin typeface="Courier New" charset="0"/>
                <a:ea typeface="宋体" charset="-122"/>
              </a:rPr>
              <a:t>#</a:t>
            </a:r>
            <a:r>
              <a:rPr lang="en-US" altLang="zh-CN" sz="2000" dirty="0">
                <a:solidFill>
                  <a:srgbClr val="0033CC"/>
                </a:solidFill>
                <a:latin typeface="Courier New" charset="0"/>
                <a:ea typeface="宋体" charset="-122"/>
              </a:rPr>
              <a:t>include</a:t>
            </a:r>
            <a:r>
              <a:rPr lang="en-US" altLang="zh-CN" sz="2000" dirty="0">
                <a:solidFill>
                  <a:schemeClr val="tx1"/>
                </a:solidFill>
                <a:latin typeface="Courier New" charset="0"/>
                <a:ea typeface="宋体" charset="-122"/>
              </a:rPr>
              <a:t> &lt;</a:t>
            </a:r>
            <a:r>
              <a:rPr lang="en-US" altLang="zh-CN" sz="2000" dirty="0" err="1">
                <a:solidFill>
                  <a:schemeClr val="tx1"/>
                </a:solidFill>
                <a:latin typeface="Courier New" charset="0"/>
                <a:ea typeface="宋体" charset="-122"/>
              </a:rPr>
              <a:t>stdio.h</a:t>
            </a:r>
            <a:r>
              <a:rPr lang="en-US" altLang="zh-CN" sz="2000" dirty="0">
                <a:solidFill>
                  <a:schemeClr val="tx1"/>
                </a:solidFill>
                <a:latin typeface="Courier New" charset="0"/>
                <a:ea typeface="宋体" charset="-122"/>
              </a:rPr>
              <a:t>&gt;</a:t>
            </a:r>
            <a:endParaRPr lang="en-US" altLang="zh-CN" sz="2000" dirty="0">
              <a:solidFill>
                <a:schemeClr val="tx1"/>
              </a:solidFill>
              <a:latin typeface="Courier New" charset="0"/>
              <a:ea typeface="宋体" charset="-122"/>
            </a:endParaRPr>
          </a:p>
          <a:p>
            <a:pPr>
              <a:lnSpc>
                <a:spcPct val="75000"/>
              </a:lnSpc>
              <a:buFont typeface="Monotype Sorts" charset="2"/>
              <a:buNone/>
            </a:pP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   </a:t>
            </a:r>
            <a:r>
              <a:rPr lang="zh-CN" altLang="fr-FR" sz="2000" dirty="0">
                <a:solidFill>
                  <a:schemeClr val="tx1"/>
                </a:solidFill>
                <a:latin typeface="Courier New" charset="0"/>
                <a:ea typeface="宋体" charset="-122"/>
              </a:rPr>
              <a:t>函数功能：    计算平均数</a:t>
            </a:r>
            <a:endParaRPr lang="zh-CN" altLang="fr-FR" sz="2000" dirty="0">
              <a:solidFill>
                <a:schemeClr val="tx1"/>
              </a:solidFill>
              <a:latin typeface="Courier New" charset="0"/>
              <a:ea typeface="宋体" charset="-122"/>
            </a:endParaRPr>
          </a:p>
          <a:p>
            <a:pPr>
              <a:lnSpc>
                <a:spcPct val="75000"/>
              </a:lnSpc>
              <a:buFont typeface="Monotype Sorts" charset="2"/>
              <a:buNone/>
            </a:pPr>
            <a:r>
              <a:rPr lang="zh-CN" altLang="fr-FR" sz="2000" dirty="0">
                <a:solidFill>
                  <a:schemeClr val="tx1"/>
                </a:solidFill>
                <a:latin typeface="Courier New" charset="0"/>
                <a:ea typeface="宋体" charset="-122"/>
              </a:rPr>
              <a:t>   函数入口参数： 整型</a:t>
            </a:r>
            <a:r>
              <a:rPr lang="fr-FR" altLang="zh-CN" sz="2000" dirty="0">
                <a:solidFill>
                  <a:schemeClr val="tx1"/>
                </a:solidFill>
                <a:latin typeface="Courier New" charset="0"/>
                <a:ea typeface="宋体" charset="-122"/>
              </a:rPr>
              <a:t>x</a:t>
            </a:r>
            <a:r>
              <a:rPr lang="zh-CN" altLang="fr-FR" sz="2000" dirty="0">
                <a:solidFill>
                  <a:schemeClr val="tx1"/>
                </a:solidFill>
                <a:latin typeface="Courier New" charset="0"/>
                <a:ea typeface="宋体" charset="-122"/>
              </a:rPr>
              <a:t>，存储第一个运算数</a:t>
            </a:r>
            <a:endParaRPr lang="zh-CN" altLang="fr-FR" sz="2000" dirty="0">
              <a:solidFill>
                <a:schemeClr val="tx1"/>
              </a:solidFill>
              <a:latin typeface="Courier New" charset="0"/>
              <a:ea typeface="宋体" charset="-122"/>
            </a:endParaRPr>
          </a:p>
          <a:p>
            <a:pPr>
              <a:lnSpc>
                <a:spcPct val="75000"/>
              </a:lnSpc>
              <a:buFont typeface="Monotype Sorts" charset="2"/>
              <a:buNone/>
            </a:pPr>
            <a:r>
              <a:rPr lang="zh-CN" altLang="fr-FR" sz="2000" dirty="0">
                <a:solidFill>
                  <a:schemeClr val="tx1"/>
                </a:solidFill>
                <a:latin typeface="Courier New" charset="0"/>
                <a:ea typeface="宋体" charset="-122"/>
              </a:rPr>
              <a:t>                整型</a:t>
            </a:r>
            <a:r>
              <a:rPr lang="fr-FR" altLang="zh-CN" sz="2000" dirty="0">
                <a:solidFill>
                  <a:schemeClr val="tx1"/>
                </a:solidFill>
                <a:latin typeface="Courier New" charset="0"/>
                <a:ea typeface="宋体" charset="-122"/>
              </a:rPr>
              <a:t>y</a:t>
            </a:r>
            <a:r>
              <a:rPr lang="zh-CN" altLang="fr-FR" sz="2000" dirty="0">
                <a:solidFill>
                  <a:schemeClr val="tx1"/>
                </a:solidFill>
                <a:latin typeface="Courier New" charset="0"/>
                <a:ea typeface="宋体" charset="-122"/>
              </a:rPr>
              <a:t>，存储第二个运算数</a:t>
            </a:r>
            <a:endParaRPr lang="zh-CN" altLang="fr-FR" sz="2000" dirty="0">
              <a:solidFill>
                <a:schemeClr val="tx1"/>
              </a:solidFill>
              <a:latin typeface="Courier New" charset="0"/>
              <a:ea typeface="宋体" charset="-122"/>
            </a:endParaRPr>
          </a:p>
          <a:p>
            <a:pPr>
              <a:lnSpc>
                <a:spcPct val="75000"/>
              </a:lnSpc>
              <a:buFont typeface="Monotype Sorts" charset="2"/>
              <a:buNone/>
            </a:pPr>
            <a:r>
              <a:rPr lang="zh-CN" altLang="fr-FR" sz="2000" dirty="0">
                <a:solidFill>
                  <a:schemeClr val="tx1"/>
                </a:solidFill>
                <a:latin typeface="Courier New" charset="0"/>
                <a:ea typeface="宋体" charset="-122"/>
              </a:rPr>
              <a:t>   函数返回值：   平均数</a:t>
            </a:r>
            <a:endParaRPr lang="zh-CN" altLang="fr-FR" sz="2000" dirty="0">
              <a:solidFill>
                <a:schemeClr val="tx1"/>
              </a:solidFill>
              <a:latin typeface="Courier New" charset="0"/>
              <a:ea typeface="宋体" charset="-122"/>
            </a:endParaRPr>
          </a:p>
          <a:p>
            <a:pPr>
              <a:lnSpc>
                <a:spcPct val="75000"/>
              </a:lnSpc>
              <a:buFont typeface="Monotype Sorts" charset="2"/>
              <a:buNone/>
            </a:pPr>
            <a:r>
              <a:rPr lang="zh-CN" altLang="fr-FR" sz="2000" dirty="0">
                <a:solidFill>
                  <a:schemeClr val="tx1"/>
                </a:solidFill>
                <a:latin typeface="Courier New" charset="0"/>
                <a:ea typeface="宋体" charset="-122"/>
              </a:rPr>
              <a:t>*</a:t>
            </a:r>
            <a:r>
              <a:rPr lang="fr-FR" altLang="zh-CN" sz="2000" dirty="0">
                <a:solidFill>
                  <a:schemeClr val="tx1"/>
                </a:solidFill>
                <a:latin typeface="Courier New" charset="0"/>
                <a:ea typeface="宋体" charset="-122"/>
              </a:rPr>
              <a:t>/</a:t>
            </a:r>
            <a:endParaRPr lang="fr-FR" altLang="zh-CN" sz="2000" dirty="0">
              <a:solidFill>
                <a:schemeClr val="tx1"/>
              </a:solidFill>
              <a:latin typeface="Courier New" charset="0"/>
              <a:ea typeface="宋体" charset="-122"/>
            </a:endParaRPr>
          </a:p>
          <a:p>
            <a:pPr>
              <a:lnSpc>
                <a:spcPct val="75000"/>
              </a:lnSpc>
              <a:buFont typeface="Monotype Sorts" charset="2"/>
              <a:buNone/>
            </a:pPr>
            <a:endParaRPr lang="fr-FR" altLang="zh-CN" sz="2000" dirty="0">
              <a:solidFill>
                <a:schemeClr val="tx1"/>
              </a:solidFill>
              <a:latin typeface="Courier New" charset="0"/>
              <a:ea typeface="宋体" charset="-122"/>
            </a:endParaRPr>
          </a:p>
          <a:p>
            <a:pPr>
              <a:lnSpc>
                <a:spcPct val="75000"/>
              </a:lnSpc>
              <a:buFont typeface="Monotype Sorts" charset="2"/>
              <a:buNone/>
            </a:pPr>
            <a:endParaRPr lang="fr-FR" altLang="zh-CN" sz="2000" dirty="0">
              <a:solidFill>
                <a:schemeClr val="tx1"/>
              </a:solidFill>
              <a:latin typeface="Courier New" charset="0"/>
              <a:ea typeface="宋体" charset="-122"/>
            </a:endParaRPr>
          </a:p>
          <a:p>
            <a:pPr>
              <a:lnSpc>
                <a:spcPct val="75000"/>
              </a:lnSpc>
              <a:buFont typeface="Monotype Sorts" charset="2"/>
              <a:buNone/>
            </a:pPr>
            <a:endParaRPr lang="fr-FR" altLang="zh-CN" sz="2000" dirty="0">
              <a:solidFill>
                <a:schemeClr val="tx1"/>
              </a:solidFill>
              <a:latin typeface="Courier New" charset="0"/>
              <a:ea typeface="宋体" charset="-122"/>
            </a:endParaRPr>
          </a:p>
          <a:p>
            <a:pPr>
              <a:lnSpc>
                <a:spcPct val="75000"/>
              </a:lnSpc>
              <a:buFont typeface="Monotype Sorts" charset="2"/>
              <a:buNone/>
            </a:pPr>
            <a:endParaRPr lang="fr-FR" altLang="zh-CN" sz="2000" dirty="0">
              <a:solidFill>
                <a:schemeClr val="tx1"/>
              </a:solidFill>
              <a:latin typeface="Courier New" charset="0"/>
              <a:ea typeface="宋体" charset="-122"/>
            </a:endParaRPr>
          </a:p>
          <a:p>
            <a:pPr>
              <a:lnSpc>
                <a:spcPct val="75000"/>
              </a:lnSpc>
              <a:buFont typeface="Monotype Sorts" charset="2"/>
              <a:buNone/>
            </a:pPr>
            <a:endParaRPr lang="fr-FR" altLang="zh-CN" sz="2000" dirty="0">
              <a:solidFill>
                <a:schemeClr val="tx1"/>
              </a:solidFill>
              <a:latin typeface="Courier New" charset="0"/>
              <a:ea typeface="宋体" charset="-122"/>
            </a:endParaRPr>
          </a:p>
          <a:p>
            <a:pPr>
              <a:lnSpc>
                <a:spcPct val="75000"/>
              </a:lnSpc>
              <a:buFont typeface="Monotype Sorts" charset="2"/>
              <a:buNone/>
            </a:pPr>
            <a:endParaRPr lang="fr-FR" altLang="zh-CN" sz="2000" dirty="0">
              <a:solidFill>
                <a:schemeClr val="tx1"/>
              </a:solidFill>
              <a:latin typeface="Courier New" charset="0"/>
              <a:ea typeface="宋体" charset="-122"/>
            </a:endParaRPr>
          </a:p>
          <a:p>
            <a:pPr>
              <a:lnSpc>
                <a:spcPct val="75000"/>
              </a:lnSpc>
              <a:buFont typeface="Monotype Sorts" charset="2"/>
              <a:buNone/>
            </a:pP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rgbClr val="0033CC"/>
                </a:solidFill>
                <a:latin typeface="Courier New" charset="0"/>
                <a:ea typeface="宋体" charset="-122"/>
              </a:rPr>
              <a:t>main</a:t>
            </a:r>
            <a:r>
              <a:rPr lang="fr-FR" altLang="zh-CN" sz="2000" dirty="0">
                <a:solidFill>
                  <a:schemeClr val="tx1"/>
                </a:solidFill>
                <a:latin typeface="Courier New" charset="0"/>
                <a:ea typeface="宋体" charset="-122"/>
              </a:rPr>
              <a:t>()</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	</a:t>
            </a:r>
            <a:r>
              <a:rPr lang="fr-FR" altLang="zh-CN" sz="2000" dirty="0" err="1">
                <a:solidFill>
                  <a:srgbClr val="0033CC"/>
                </a:solidFill>
                <a:latin typeface="Courier New" charset="0"/>
                <a:ea typeface="宋体" charset="-122"/>
              </a:rPr>
              <a:t>int</a:t>
            </a:r>
            <a:r>
              <a:rPr lang="fr-FR" altLang="zh-CN" sz="2000" dirty="0">
                <a:solidFill>
                  <a:schemeClr val="tx1"/>
                </a:solidFill>
                <a:latin typeface="Courier New" charset="0"/>
                <a:ea typeface="宋体" charset="-122"/>
              </a:rPr>
              <a:t> a = 12;</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	</a:t>
            </a:r>
            <a:r>
              <a:rPr lang="fr-FR" altLang="zh-CN" sz="2000" dirty="0" err="1">
                <a:solidFill>
                  <a:srgbClr val="0033CC"/>
                </a:solidFill>
                <a:latin typeface="Courier New" charset="0"/>
                <a:ea typeface="宋体" charset="-122"/>
              </a:rPr>
              <a:t>int</a:t>
            </a:r>
            <a:r>
              <a:rPr lang="fr-FR" altLang="zh-CN" sz="2000" dirty="0">
                <a:solidFill>
                  <a:schemeClr val="tx1"/>
                </a:solidFill>
                <a:latin typeface="Courier New" charset="0"/>
                <a:ea typeface="宋体" charset="-122"/>
              </a:rPr>
              <a:t> b = 24;</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	</a:t>
            </a:r>
            <a:r>
              <a:rPr lang="fr-FR" altLang="zh-CN" sz="2000" dirty="0" err="1">
                <a:solidFill>
                  <a:srgbClr val="0033CC"/>
                </a:solidFill>
                <a:latin typeface="Courier New" charset="0"/>
                <a:ea typeface="宋体" charset="-122"/>
              </a:rPr>
              <a:t>int</a:t>
            </a:r>
            <a:r>
              <a:rPr lang="fr-FR" altLang="zh-CN" sz="2000" dirty="0">
                <a:solidFill>
                  <a:schemeClr val="tx1"/>
                </a:solidFill>
                <a:latin typeface="Courier New" charset="0"/>
                <a:ea typeface="宋体" charset="-122"/>
              </a:rPr>
              <a:t> ave = </a:t>
            </a:r>
            <a:r>
              <a:rPr lang="fr-FR" altLang="zh-CN" sz="2000" dirty="0" err="1">
                <a:solidFill>
                  <a:srgbClr val="9900CC"/>
                </a:solidFill>
                <a:latin typeface="Courier New" charset="0"/>
                <a:ea typeface="宋体" charset="-122"/>
              </a:rPr>
              <a:t>Average</a:t>
            </a:r>
            <a:r>
              <a:rPr lang="fr-FR" altLang="zh-CN" sz="2000" dirty="0">
                <a:solidFill>
                  <a:srgbClr val="9900CC"/>
                </a:solidFill>
                <a:latin typeface="Courier New" charset="0"/>
                <a:ea typeface="宋体" charset="-122"/>
              </a:rPr>
              <a:t>(a, b)</a:t>
            </a: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	</a:t>
            </a:r>
            <a:r>
              <a:rPr lang="fr-FR" altLang="zh-CN" sz="2000" dirty="0" err="1">
                <a:solidFill>
                  <a:srgbClr val="0033CC"/>
                </a:solidFill>
                <a:latin typeface="Courier New" charset="0"/>
                <a:ea typeface="宋体" charset="-122"/>
              </a:rPr>
              <a:t>printf</a:t>
            </a:r>
            <a:r>
              <a:rPr lang="fr-FR" altLang="zh-CN" sz="2000" dirty="0">
                <a:solidFill>
                  <a:schemeClr val="tx1"/>
                </a:solidFill>
                <a:latin typeface="Courier New" charset="0"/>
                <a:ea typeface="宋体" charset="-122"/>
              </a:rPr>
              <a:t>("</a:t>
            </a:r>
            <a:r>
              <a:rPr lang="fr-FR" altLang="zh-CN" sz="2000" dirty="0" err="1">
                <a:solidFill>
                  <a:schemeClr val="tx1"/>
                </a:solidFill>
                <a:latin typeface="Courier New" charset="0"/>
                <a:ea typeface="宋体" charset="-122"/>
              </a:rPr>
              <a:t>Average</a:t>
            </a:r>
            <a:r>
              <a:rPr lang="fr-FR" altLang="zh-CN" sz="2000" dirty="0">
                <a:solidFill>
                  <a:schemeClr val="tx1"/>
                </a:solidFill>
                <a:latin typeface="Courier New" charset="0"/>
                <a:ea typeface="宋体" charset="-122"/>
              </a:rPr>
              <a:t> of %d and %d </a:t>
            </a:r>
            <a:r>
              <a:rPr lang="fr-FR" altLang="zh-CN" sz="2000" dirty="0" err="1">
                <a:solidFill>
                  <a:schemeClr val="tx1"/>
                </a:solidFill>
                <a:latin typeface="Courier New" charset="0"/>
                <a:ea typeface="宋体" charset="-122"/>
              </a:rPr>
              <a:t>is</a:t>
            </a:r>
            <a:r>
              <a:rPr lang="fr-FR" altLang="zh-CN" sz="2000" dirty="0">
                <a:solidFill>
                  <a:schemeClr val="tx1"/>
                </a:solidFill>
                <a:latin typeface="Courier New" charset="0"/>
                <a:ea typeface="宋体" charset="-122"/>
              </a:rPr>
              <a:t> %d.\n", a, b, ave);</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a:t>
            </a:r>
            <a:endParaRPr lang="zh-CN" altLang="en-US" sz="2000" dirty="0">
              <a:solidFill>
                <a:schemeClr val="tx1"/>
              </a:solidFill>
              <a:latin typeface="Courier New" charset="0"/>
              <a:ea typeface="宋体" charset="-122"/>
            </a:endParaRPr>
          </a:p>
        </p:txBody>
      </p:sp>
      <p:sp>
        <p:nvSpPr>
          <p:cNvPr id="26628" name="AutoShape 4"/>
          <p:cNvSpPr/>
          <p:nvPr/>
        </p:nvSpPr>
        <p:spPr bwMode="auto">
          <a:xfrm>
            <a:off x="4859338" y="3530600"/>
            <a:ext cx="4105275" cy="835025"/>
          </a:xfrm>
          <a:prstGeom prst="borderCallout3">
            <a:avLst>
              <a:gd name="adj1" fmla="val 13690"/>
              <a:gd name="adj2" fmla="val 101856"/>
              <a:gd name="adj3" fmla="val 13690"/>
              <a:gd name="adj4" fmla="val 102361"/>
              <a:gd name="adj5" fmla="val -63880"/>
              <a:gd name="adj6" fmla="val 102361"/>
              <a:gd name="adj7" fmla="val -141444"/>
              <a:gd name="adj8" fmla="val 26333"/>
            </a:avLst>
          </a:prstGeom>
          <a:solidFill>
            <a:schemeClr val="accent1"/>
          </a:solidFill>
          <a:ln w="12700">
            <a:solidFill>
              <a:schemeClr val="tx1"/>
            </a:solidFill>
            <a:miter lim="800000"/>
            <a:headEnd type="none" w="sm" len="sm"/>
            <a:tailEnd type="none" w="sm" len="sm"/>
          </a:ln>
        </p:spPr>
        <p:txBody>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zh-CN" altLang="en-US">
                <a:latin typeface="Times New Roman" pitchFamily="18" charset="0"/>
              </a:rPr>
              <a:t>当函数定义在函数调用前面时，可以省略原型</a:t>
            </a:r>
            <a:endParaRPr lang="en-US" altLang="zh-CN">
              <a:latin typeface="Times New Roman" pitchFamily="18" charset="0"/>
            </a:endParaRPr>
          </a:p>
        </p:txBody>
      </p:sp>
      <p:sp>
        <p:nvSpPr>
          <p:cNvPr id="185349" name="Rectangle 5"/>
          <p:cNvSpPr/>
          <p:nvPr/>
        </p:nvSpPr>
        <p:spPr bwMode="auto">
          <a:xfrm>
            <a:off x="395288" y="2492375"/>
            <a:ext cx="4248150" cy="1800225"/>
          </a:xfrm>
          <a:prstGeom prst="rect">
            <a:avLst/>
          </a:prstGeom>
          <a:noFill/>
          <a:ln w="9525" algn="ctr">
            <a:noFill/>
            <a:miter lim="800000"/>
          </a:ln>
          <a:effectLst/>
        </p:spPr>
        <p:txBody>
          <a:bodyPr wrap="none" lIns="92075" tIns="46037" rIns="92075" bIns="46037" anchor="ct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85350" name="Rectangle 6"/>
          <p:cNvSpPr/>
          <p:nvPr/>
        </p:nvSpPr>
        <p:spPr bwMode="auto">
          <a:xfrm>
            <a:off x="468313" y="2276872"/>
            <a:ext cx="4032250" cy="1871663"/>
          </a:xfrm>
          <a:prstGeom prst="rect">
            <a:avLst/>
          </a:prstGeom>
          <a:solidFill>
            <a:srgbClr val="FFCC99"/>
          </a:solidFill>
          <a:ln w="9525" algn="ctr">
            <a:noFill/>
            <a:miter lim="800000"/>
          </a:ln>
          <a:effectLst/>
        </p:spPr>
        <p:txBody>
          <a:bodyPr wrap="none" lIns="92075" tIns="46037" rIns="92075" bIns="46037" anchor="ctr"/>
          <a:lstStyle/>
          <a:p>
            <a:pPr marL="374650" indent="-374650">
              <a:defRPr/>
            </a:pPr>
            <a:r>
              <a:rPr lang="fr-FR" altLang="zh-CN" dirty="0" err="1">
                <a:solidFill>
                  <a:srgbClr val="0033CC"/>
                </a:solidFill>
                <a:effectLst>
                  <a:outerShdw blurRad="38100" dist="38100" dir="2700000" algn="tl">
                    <a:srgbClr val="000000"/>
                  </a:outerShdw>
                </a:effectLst>
                <a:latin typeface="Courier New" charset="0"/>
                <a:ea typeface="宋体" charset="-122"/>
              </a:rPr>
              <a:t>int</a:t>
            </a:r>
            <a:r>
              <a:rPr lang="fr-FR" altLang="zh-CN" dirty="0">
                <a:effectLst>
                  <a:outerShdw blurRad="38100" dist="38100" dir="2700000" algn="tl">
                    <a:srgbClr val="FFFFFF"/>
                  </a:outerShdw>
                </a:effectLst>
                <a:latin typeface="Courier New" charset="0"/>
                <a:ea typeface="宋体" charset="-122"/>
              </a:rPr>
              <a:t> </a:t>
            </a:r>
            <a:r>
              <a:rPr lang="fr-FR" altLang="zh-CN" dirty="0" err="1">
                <a:effectLst>
                  <a:outerShdw blurRad="38100" dist="38100" dir="2700000" algn="tl">
                    <a:srgbClr val="FFFFFF"/>
                  </a:outerShdw>
                </a:effectLst>
                <a:latin typeface="Courier New" charset="0"/>
                <a:ea typeface="宋体" charset="-122"/>
              </a:rPr>
              <a:t>Average</a:t>
            </a:r>
            <a:r>
              <a:rPr lang="fr-FR" altLang="zh-CN" dirty="0">
                <a:effectLst>
                  <a:outerShdw blurRad="38100" dist="38100" dir="2700000" algn="tl">
                    <a:srgbClr val="FFFFFF"/>
                  </a:outerShdw>
                </a:effectLst>
                <a:latin typeface="Courier New" charset="0"/>
                <a:ea typeface="宋体" charset="-122"/>
              </a:rPr>
              <a:t>(</a:t>
            </a:r>
            <a:r>
              <a:rPr lang="fr-FR" altLang="zh-CN" dirty="0" err="1">
                <a:solidFill>
                  <a:srgbClr val="0033CC"/>
                </a:solidFill>
                <a:effectLst>
                  <a:outerShdw blurRad="38100" dist="38100" dir="2700000" algn="tl">
                    <a:srgbClr val="000000"/>
                  </a:outerShdw>
                </a:effectLst>
                <a:latin typeface="Courier New" charset="0"/>
                <a:ea typeface="宋体" charset="-122"/>
              </a:rPr>
              <a:t>int</a:t>
            </a:r>
            <a:r>
              <a:rPr lang="fr-FR" altLang="zh-CN" dirty="0">
                <a:effectLst>
                  <a:outerShdw blurRad="38100" dist="38100" dir="2700000" algn="tl">
                    <a:srgbClr val="FFFFFF"/>
                  </a:outerShdw>
                </a:effectLst>
                <a:latin typeface="Courier New" charset="0"/>
                <a:ea typeface="宋体" charset="-122"/>
              </a:rPr>
              <a:t> x, </a:t>
            </a:r>
            <a:r>
              <a:rPr lang="fr-FR" altLang="zh-CN" dirty="0" err="1">
                <a:solidFill>
                  <a:srgbClr val="0033CC"/>
                </a:solidFill>
                <a:effectLst>
                  <a:outerShdw blurRad="38100" dist="38100" dir="2700000" algn="tl">
                    <a:srgbClr val="000000"/>
                  </a:outerShdw>
                </a:effectLst>
                <a:latin typeface="Courier New" charset="0"/>
                <a:ea typeface="宋体" charset="-122"/>
              </a:rPr>
              <a:t>int</a:t>
            </a:r>
            <a:r>
              <a:rPr lang="fr-FR" altLang="zh-CN" dirty="0">
                <a:effectLst>
                  <a:outerShdw blurRad="38100" dist="38100" dir="2700000" algn="tl">
                    <a:srgbClr val="FFFFFF"/>
                  </a:outerShdw>
                </a:effectLst>
                <a:latin typeface="Courier New" charset="0"/>
                <a:ea typeface="宋体" charset="-122"/>
              </a:rPr>
              <a:t> y)</a:t>
            </a:r>
            <a:endParaRPr lang="fr-FR" altLang="zh-CN" dirty="0">
              <a:effectLst>
                <a:outerShdw blurRad="38100" dist="38100" dir="2700000" algn="tl">
                  <a:srgbClr val="FFFFFF"/>
                </a:outerShdw>
              </a:effectLst>
              <a:latin typeface="Courier New" charset="0"/>
              <a:ea typeface="宋体" charset="-122"/>
            </a:endParaRPr>
          </a:p>
          <a:p>
            <a:pPr marL="374650" indent="-374650">
              <a:defRPr/>
            </a:pPr>
            <a:r>
              <a:rPr lang="fr-FR" altLang="zh-CN" dirty="0">
                <a:effectLst>
                  <a:outerShdw blurRad="38100" dist="38100" dir="2700000" algn="tl">
                    <a:srgbClr val="FFFFFF"/>
                  </a:outerShdw>
                </a:effectLst>
                <a:latin typeface="Courier New" charset="0"/>
                <a:ea typeface="宋体" charset="-122"/>
              </a:rPr>
              <a:t>{</a:t>
            </a:r>
            <a:endParaRPr lang="fr-FR" altLang="zh-CN" dirty="0">
              <a:effectLst>
                <a:outerShdw blurRad="38100" dist="38100" dir="2700000" algn="tl">
                  <a:srgbClr val="FFFFFF"/>
                </a:outerShdw>
              </a:effectLst>
              <a:latin typeface="Courier New" charset="0"/>
              <a:ea typeface="宋体" charset="-122"/>
            </a:endParaRPr>
          </a:p>
          <a:p>
            <a:pPr marL="374650" indent="-374650">
              <a:defRPr/>
            </a:pPr>
            <a:r>
              <a:rPr lang="fr-FR" altLang="zh-CN" dirty="0">
                <a:effectLst>
                  <a:outerShdw blurRad="38100" dist="38100" dir="2700000" algn="tl">
                    <a:srgbClr val="FFFFFF"/>
                  </a:outerShdw>
                </a:effectLst>
                <a:latin typeface="Courier New" charset="0"/>
                <a:ea typeface="宋体" charset="-122"/>
              </a:rPr>
              <a:t>	</a:t>
            </a:r>
            <a:r>
              <a:rPr lang="fr-FR" altLang="zh-CN" dirty="0" err="1">
                <a:solidFill>
                  <a:srgbClr val="0033CC"/>
                </a:solidFill>
                <a:effectLst>
                  <a:outerShdw blurRad="38100" dist="38100" dir="2700000" algn="tl">
                    <a:srgbClr val="000000"/>
                  </a:outerShdw>
                </a:effectLst>
                <a:latin typeface="Courier New" charset="0"/>
                <a:ea typeface="宋体" charset="-122"/>
              </a:rPr>
              <a:t>int</a:t>
            </a:r>
            <a:r>
              <a:rPr lang="fr-FR" altLang="zh-CN" dirty="0">
                <a:effectLst>
                  <a:outerShdw blurRad="38100" dist="38100" dir="2700000" algn="tl">
                    <a:srgbClr val="FFFFFF"/>
                  </a:outerShdw>
                </a:effectLst>
                <a:latin typeface="Courier New" charset="0"/>
                <a:ea typeface="宋体" charset="-122"/>
              </a:rPr>
              <a:t> </a:t>
            </a:r>
            <a:r>
              <a:rPr lang="fr-FR" altLang="zh-CN" dirty="0" err="1">
                <a:effectLst>
                  <a:outerShdw blurRad="38100" dist="38100" dir="2700000" algn="tl">
                    <a:srgbClr val="FFFFFF"/>
                  </a:outerShdw>
                </a:effectLst>
                <a:latin typeface="Courier New" charset="0"/>
                <a:ea typeface="宋体" charset="-122"/>
              </a:rPr>
              <a:t>result</a:t>
            </a:r>
            <a:r>
              <a:rPr lang="fr-FR" altLang="zh-CN" dirty="0">
                <a:effectLst>
                  <a:outerShdw blurRad="38100" dist="38100" dir="2700000" algn="tl">
                    <a:srgbClr val="FFFFFF"/>
                  </a:outerShdw>
                </a:effectLst>
                <a:latin typeface="Courier New" charset="0"/>
                <a:ea typeface="宋体" charset="-122"/>
              </a:rPr>
              <a:t>;</a:t>
            </a:r>
            <a:endParaRPr lang="fr-FR" altLang="zh-CN" dirty="0">
              <a:effectLst>
                <a:outerShdw blurRad="38100" dist="38100" dir="2700000" algn="tl">
                  <a:srgbClr val="FFFFFF"/>
                </a:outerShdw>
              </a:effectLst>
              <a:latin typeface="Courier New" charset="0"/>
              <a:ea typeface="宋体" charset="-122"/>
            </a:endParaRPr>
          </a:p>
          <a:p>
            <a:pPr marL="374650" indent="-374650">
              <a:defRPr/>
            </a:pPr>
            <a:r>
              <a:rPr lang="fr-FR" altLang="zh-CN" dirty="0">
                <a:effectLst>
                  <a:outerShdw blurRad="38100" dist="38100" dir="2700000" algn="tl">
                    <a:srgbClr val="FFFFFF"/>
                  </a:outerShdw>
                </a:effectLst>
                <a:latin typeface="Courier New" charset="0"/>
                <a:ea typeface="宋体" charset="-122"/>
              </a:rPr>
              <a:t>	</a:t>
            </a:r>
            <a:r>
              <a:rPr lang="fr-FR" altLang="zh-CN" dirty="0" err="1">
                <a:effectLst>
                  <a:outerShdw blurRad="38100" dist="38100" dir="2700000" algn="tl">
                    <a:srgbClr val="FFFFFF"/>
                  </a:outerShdw>
                </a:effectLst>
                <a:latin typeface="Courier New" charset="0"/>
                <a:ea typeface="宋体" charset="-122"/>
              </a:rPr>
              <a:t>result</a:t>
            </a:r>
            <a:r>
              <a:rPr lang="fr-FR" altLang="zh-CN" dirty="0">
                <a:effectLst>
                  <a:outerShdw blurRad="38100" dist="38100" dir="2700000" algn="tl">
                    <a:srgbClr val="FFFFFF"/>
                  </a:outerShdw>
                </a:effectLst>
                <a:latin typeface="Courier New" charset="0"/>
                <a:ea typeface="宋体" charset="-122"/>
              </a:rPr>
              <a:t> = (x + y) / 2;</a:t>
            </a:r>
            <a:endParaRPr lang="fr-FR" altLang="zh-CN" dirty="0">
              <a:effectLst>
                <a:outerShdw blurRad="38100" dist="38100" dir="2700000" algn="tl">
                  <a:srgbClr val="FFFFFF"/>
                </a:outerShdw>
              </a:effectLst>
              <a:latin typeface="Courier New" charset="0"/>
              <a:ea typeface="宋体" charset="-122"/>
            </a:endParaRPr>
          </a:p>
          <a:p>
            <a:pPr marL="374650" indent="-374650">
              <a:defRPr/>
            </a:pPr>
            <a:r>
              <a:rPr lang="fr-FR" altLang="zh-CN" dirty="0">
                <a:effectLst>
                  <a:outerShdw blurRad="38100" dist="38100" dir="2700000" algn="tl">
                    <a:srgbClr val="FFFFFF"/>
                  </a:outerShdw>
                </a:effectLst>
                <a:latin typeface="Courier New" charset="0"/>
                <a:ea typeface="宋体" charset="-122"/>
              </a:rPr>
              <a:t>	</a:t>
            </a:r>
            <a:r>
              <a:rPr lang="fr-FR" altLang="zh-CN" dirty="0">
                <a:solidFill>
                  <a:srgbClr val="0033CC"/>
                </a:solidFill>
                <a:effectLst>
                  <a:outerShdw blurRad="38100" dist="38100" dir="2700000" algn="tl">
                    <a:srgbClr val="000000"/>
                  </a:outerShdw>
                </a:effectLst>
                <a:latin typeface="Courier New" charset="0"/>
                <a:ea typeface="宋体" charset="-122"/>
              </a:rPr>
              <a:t>return</a:t>
            </a:r>
            <a:r>
              <a:rPr lang="fr-FR" altLang="zh-CN" dirty="0">
                <a:effectLst>
                  <a:outerShdw blurRad="38100" dist="38100" dir="2700000" algn="tl">
                    <a:srgbClr val="FFFFFF"/>
                  </a:outerShdw>
                </a:effectLst>
                <a:latin typeface="Courier New" charset="0"/>
                <a:ea typeface="宋体" charset="-122"/>
              </a:rPr>
              <a:t> </a:t>
            </a:r>
            <a:r>
              <a:rPr lang="fr-FR" altLang="zh-CN" dirty="0" err="1">
                <a:effectLst>
                  <a:outerShdw blurRad="38100" dist="38100" dir="2700000" algn="tl">
                    <a:srgbClr val="FFFFFF"/>
                  </a:outerShdw>
                </a:effectLst>
                <a:latin typeface="Courier New" charset="0"/>
                <a:ea typeface="宋体" charset="-122"/>
              </a:rPr>
              <a:t>result</a:t>
            </a:r>
            <a:r>
              <a:rPr lang="fr-FR" altLang="zh-CN" dirty="0">
                <a:effectLst>
                  <a:outerShdw blurRad="38100" dist="38100" dir="2700000" algn="tl">
                    <a:srgbClr val="FFFFFF"/>
                  </a:outerShdw>
                </a:effectLst>
                <a:latin typeface="Courier New" charset="0"/>
                <a:ea typeface="宋体" charset="-122"/>
              </a:rPr>
              <a:t>;</a:t>
            </a:r>
            <a:endParaRPr lang="fr-FR" altLang="zh-CN" dirty="0">
              <a:effectLst>
                <a:outerShdw blurRad="38100" dist="38100" dir="2700000" algn="tl">
                  <a:srgbClr val="FFFFFF"/>
                </a:outerShdw>
              </a:effectLst>
              <a:latin typeface="Courier New" charset="0"/>
              <a:ea typeface="宋体" charset="-122"/>
            </a:endParaRPr>
          </a:p>
          <a:p>
            <a:pPr marL="374650" indent="-374650">
              <a:defRPr/>
            </a:pPr>
            <a:r>
              <a:rPr lang="fr-FR" altLang="zh-CN" dirty="0">
                <a:effectLst>
                  <a:outerShdw blurRad="38100" dist="38100" dir="2700000" algn="tl">
                    <a:srgbClr val="FFFFFF"/>
                  </a:outerShdw>
                </a:effectLst>
                <a:latin typeface="Courier New" charset="0"/>
                <a:ea typeface="宋体" charset="-122"/>
              </a:rPr>
              <a:t>}</a:t>
            </a:r>
            <a:endParaRPr lang="zh-CN" altLang="en-US" dirty="0">
              <a:effectLst>
                <a:outerShdw blurRad="38100" dist="38100" dir="2700000" algn="tl">
                  <a:srgbClr val="FFFFFF"/>
                </a:outerShdw>
              </a:effectLst>
              <a:latin typeface="Courier New" charset="0"/>
              <a:ea typeface="宋体" charset="-122"/>
            </a:endParaRPr>
          </a:p>
        </p:txBody>
      </p:sp>
      <p:sp>
        <p:nvSpPr>
          <p:cNvPr id="2" name="日期占位符 1"/>
          <p:cNvSpPr/>
          <p:nvPr>
            <p:ph type="dt" sz="half" idx="10"/>
          </p:nvPr>
        </p:nvSpPr>
        <p:spPr/>
        <p:txBody>
          <a:bodyPr/>
          <a:lstStyle/>
          <a:p>
            <a:fld id="{46F2C153-83B2-684F-904B-9D1D1AADFC27}"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p:cNvSpPr/>
          <p:nvPr>
            <p:ph type="title"/>
          </p:nvPr>
        </p:nvSpPr>
        <p:spPr>
          <a:xfrm>
            <a:off x="684213" y="188913"/>
            <a:ext cx="7797800" cy="839787"/>
          </a:xfrm>
        </p:spPr>
        <p:txBody>
          <a:bodyPr/>
          <a:lstStyle/>
          <a:p>
            <a:r>
              <a:rPr lang="zh-CN" altLang="en-US"/>
              <a:t>函数与类型</a:t>
            </a:r>
            <a:endParaRPr lang="zh-CN" altLang="en-US"/>
          </a:p>
        </p:txBody>
      </p:sp>
      <p:sp>
        <p:nvSpPr>
          <p:cNvPr id="372739" name="Rectangle 3"/>
          <p:cNvSpPr/>
          <p:nvPr>
            <p:ph idx="1"/>
          </p:nvPr>
        </p:nvSpPr>
        <p:spPr>
          <a:xfrm>
            <a:off x="468313" y="981075"/>
            <a:ext cx="8351837" cy="5040313"/>
          </a:xfrm>
        </p:spPr>
        <p:txBody>
          <a:bodyPr/>
          <a:lstStyle/>
          <a:p>
            <a:pPr>
              <a:buFont typeface="Monotype Sorts" charset="2"/>
              <a:buNone/>
            </a:pPr>
            <a:r>
              <a:rPr lang="en-US" altLang="zh-CN" dirty="0">
                <a:ea typeface="宋体" charset="-122"/>
              </a:rPr>
              <a:t>C</a:t>
            </a:r>
            <a:r>
              <a:rPr lang="zh-CN" altLang="en-US" dirty="0">
                <a:ea typeface="宋体" charset="-122"/>
              </a:rPr>
              <a:t>语言规定：</a:t>
            </a:r>
            <a:endParaRPr lang="zh-CN" altLang="en-US" dirty="0">
              <a:ea typeface="宋体" charset="-122"/>
            </a:endParaRPr>
          </a:p>
          <a:p>
            <a:pPr>
              <a:buFont typeface="Monotype Sorts" charset="2"/>
              <a:buNone/>
            </a:pPr>
            <a:r>
              <a:rPr lang="zh-CN" altLang="en-US" sz="2400" dirty="0">
                <a:solidFill>
                  <a:schemeClr val="hlink"/>
                </a:solidFill>
                <a:ea typeface="宋体" charset="-122"/>
              </a:rPr>
              <a:t>              返回表达式的类型必须能转换到函数定义头部的返回值类型。执行返回语句时，表达式求出的值先转换到函数头部要求的类型，以转换的结果作为实际返回值。举例来说，在下面的函数定义里，</a:t>
            </a:r>
            <a:r>
              <a:rPr lang="en-US" altLang="zh-CN" sz="2400" dirty="0">
                <a:solidFill>
                  <a:schemeClr val="hlink"/>
                </a:solidFill>
                <a:ea typeface="宋体" charset="-122"/>
              </a:rPr>
              <a:t>return</a:t>
            </a:r>
            <a:r>
              <a:rPr lang="zh-CN" altLang="en-US" sz="2400" dirty="0">
                <a:solidFill>
                  <a:schemeClr val="hlink"/>
                </a:solidFill>
                <a:ea typeface="宋体" charset="-122"/>
              </a:rPr>
              <a:t>语句求出表达式的值之后就需要做类型转换：</a:t>
            </a:r>
            <a:endParaRPr lang="zh-CN" altLang="en-US" sz="2400" dirty="0">
              <a:solidFill>
                <a:schemeClr val="hlink"/>
              </a:solidFill>
              <a:ea typeface="宋体" charset="-122"/>
            </a:endParaRPr>
          </a:p>
          <a:p>
            <a:pPr>
              <a:buFont typeface="Monotype Sorts" charset="2"/>
              <a:buNone/>
            </a:pPr>
            <a:r>
              <a:rPr lang="en-US" altLang="zh-CN" dirty="0" err="1">
                <a:ea typeface="宋体" charset="-122"/>
              </a:rPr>
              <a:t>int</a:t>
            </a:r>
            <a:r>
              <a:rPr lang="en-US" altLang="zh-CN" dirty="0">
                <a:ea typeface="宋体" charset="-122"/>
              </a:rPr>
              <a:t>  fun(</a:t>
            </a:r>
            <a:r>
              <a:rPr lang="en-US" altLang="zh-CN" dirty="0" err="1">
                <a:ea typeface="宋体" charset="-122"/>
              </a:rPr>
              <a:t>int</a:t>
            </a:r>
            <a:r>
              <a:rPr lang="en-US" altLang="zh-CN" dirty="0">
                <a:ea typeface="宋体" charset="-122"/>
              </a:rPr>
              <a:t>  m)</a:t>
            </a:r>
            <a:endParaRPr lang="en-US" altLang="zh-CN" dirty="0">
              <a:ea typeface="宋体" charset="-122"/>
            </a:endParaRPr>
          </a:p>
          <a:p>
            <a:pPr>
              <a:buFont typeface="Monotype Sorts" charset="2"/>
              <a:buNone/>
            </a:pPr>
            <a:r>
              <a:rPr lang="en-US" altLang="zh-CN" dirty="0">
                <a:ea typeface="宋体" charset="-122"/>
              </a:rPr>
              <a:t>{</a:t>
            </a:r>
            <a:endParaRPr lang="en-US" altLang="zh-CN" dirty="0">
              <a:ea typeface="宋体" charset="-122"/>
            </a:endParaRPr>
          </a:p>
          <a:p>
            <a:pPr>
              <a:buFont typeface="Monotype Sorts" charset="2"/>
              <a:buNone/>
            </a:pPr>
            <a:r>
              <a:rPr lang="en-US" altLang="zh-CN" dirty="0">
                <a:ea typeface="宋体" charset="-122"/>
              </a:rPr>
              <a:t>    return   3.14159*m;</a:t>
            </a:r>
            <a:endParaRPr lang="en-US" altLang="zh-CN" dirty="0">
              <a:ea typeface="宋体" charset="-122"/>
            </a:endParaRPr>
          </a:p>
          <a:p>
            <a:pPr>
              <a:buFont typeface="Monotype Sorts" charset="2"/>
              <a:buNone/>
            </a:pPr>
            <a:r>
              <a:rPr lang="en-US" altLang="zh-CN" dirty="0">
                <a:ea typeface="宋体" charset="-122"/>
              </a:rPr>
              <a:t>}</a:t>
            </a:r>
            <a:endParaRPr lang="en-US" altLang="zh-CN" dirty="0">
              <a:ea typeface="宋体" charset="-122"/>
            </a:endParaRPr>
          </a:p>
          <a:p>
            <a:pPr>
              <a:buFont typeface="Monotype Sorts" charset="2"/>
              <a:buNone/>
            </a:pPr>
            <a:r>
              <a:rPr lang="zh-CN" altLang="en-US" sz="2400" dirty="0">
                <a:solidFill>
                  <a:schemeClr val="hlink"/>
                </a:solidFill>
                <a:ea typeface="宋体" charset="-122"/>
              </a:rPr>
              <a:t>             </a:t>
            </a:r>
            <a:endParaRPr lang="zh-CN" altLang="en-US" sz="2400" dirty="0">
              <a:solidFill>
                <a:schemeClr val="hlink"/>
              </a:solidFill>
              <a:ea typeface="宋体" charset="-122"/>
            </a:endParaRPr>
          </a:p>
        </p:txBody>
      </p:sp>
      <p:sp>
        <p:nvSpPr>
          <p:cNvPr id="2" name="日期占位符 1"/>
          <p:cNvSpPr/>
          <p:nvPr>
            <p:ph type="dt" sz="half" idx="10"/>
          </p:nvPr>
        </p:nvSpPr>
        <p:spPr/>
        <p:txBody>
          <a:bodyPr/>
          <a:lstStyle/>
          <a:p>
            <a:fld id="{B16A7378-87BC-3A49-887D-07A22B0C1008}"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p:nvPr>
            <p:ph type="title"/>
          </p:nvPr>
        </p:nvSpPr>
        <p:spPr>
          <a:xfrm>
            <a:off x="684213" y="188913"/>
            <a:ext cx="7797800" cy="839787"/>
          </a:xfrm>
        </p:spPr>
        <p:txBody>
          <a:bodyPr/>
          <a:lstStyle/>
          <a:p>
            <a:r>
              <a:rPr lang="zh-CN" altLang="en-US"/>
              <a:t>函数与类型</a:t>
            </a:r>
            <a:endParaRPr lang="zh-CN" altLang="en-US"/>
          </a:p>
        </p:txBody>
      </p:sp>
      <p:sp>
        <p:nvSpPr>
          <p:cNvPr id="373763" name="Rectangle 3"/>
          <p:cNvSpPr/>
          <p:nvPr>
            <p:ph idx="1"/>
          </p:nvPr>
        </p:nvSpPr>
        <p:spPr>
          <a:xfrm>
            <a:off x="468313" y="1268413"/>
            <a:ext cx="8351837" cy="4752975"/>
          </a:xfrm>
        </p:spPr>
        <p:txBody>
          <a:bodyPr/>
          <a:lstStyle/>
          <a:p>
            <a:pPr>
              <a:buFont typeface="Monotype Sorts" charset="2"/>
              <a:buNone/>
            </a:pPr>
            <a:r>
              <a:rPr lang="zh-CN" altLang="en-US" sz="2400" dirty="0">
                <a:solidFill>
                  <a:schemeClr val="hlink"/>
                </a:solidFill>
                <a:ea typeface="宋体" charset="-122"/>
              </a:rPr>
              <a:t>            要求每个实参的值应该能转换到函数参数表里规定的类型。如果某个实参的类型与函数的要求不一致，首先转换该实参求出的值，而后将得到的结果送给函数。</a:t>
            </a:r>
            <a:endParaRPr lang="zh-CN" altLang="en-US" sz="2400" dirty="0">
              <a:solidFill>
                <a:schemeClr val="hlink"/>
              </a:solidFill>
              <a:ea typeface="宋体" charset="-122"/>
            </a:endParaRPr>
          </a:p>
          <a:p>
            <a:pPr>
              <a:buFont typeface="Monotype Sorts" charset="2"/>
              <a:buNone/>
            </a:pPr>
            <a:r>
              <a:rPr lang="zh-CN" altLang="en-US" sz="2400" dirty="0">
                <a:solidFill>
                  <a:schemeClr val="hlink"/>
                </a:solidFill>
                <a:ea typeface="宋体" charset="-122"/>
              </a:rPr>
              <a:t>     例如，对上面的函数</a:t>
            </a:r>
            <a:r>
              <a:rPr lang="en-US" altLang="zh-CN" sz="2400" dirty="0">
                <a:solidFill>
                  <a:schemeClr val="hlink"/>
                </a:solidFill>
                <a:ea typeface="宋体" charset="-122"/>
              </a:rPr>
              <a:t>fun</a:t>
            </a:r>
            <a:r>
              <a:rPr lang="zh-CN" altLang="en-US" sz="2400" dirty="0">
                <a:solidFill>
                  <a:schemeClr val="hlink"/>
                </a:solidFill>
                <a:ea typeface="宋体" charset="-122"/>
              </a:rPr>
              <a:t>，下面调用中也要做类型转换：</a:t>
            </a:r>
            <a:endParaRPr lang="zh-CN" altLang="en-US" sz="2400" dirty="0">
              <a:solidFill>
                <a:schemeClr val="hlink"/>
              </a:solidFill>
              <a:ea typeface="宋体" charset="-122"/>
            </a:endParaRPr>
          </a:p>
          <a:p>
            <a:pPr>
              <a:buFont typeface="Monotype Sorts" charset="2"/>
              <a:buNone/>
            </a:pPr>
            <a:r>
              <a:rPr lang="zh-CN" altLang="en-US" dirty="0">
                <a:ea typeface="宋体" charset="-122"/>
              </a:rPr>
              <a:t>      </a:t>
            </a:r>
            <a:r>
              <a:rPr lang="en-US" altLang="zh-CN" dirty="0">
                <a:ea typeface="宋体" charset="-122"/>
              </a:rPr>
              <a:t>x=fun(3.09);</a:t>
            </a:r>
            <a:endParaRPr lang="en-US" altLang="zh-CN" dirty="0">
              <a:ea typeface="宋体" charset="-122"/>
            </a:endParaRPr>
          </a:p>
        </p:txBody>
      </p:sp>
      <p:sp>
        <p:nvSpPr>
          <p:cNvPr id="2" name="日期占位符 1"/>
          <p:cNvSpPr/>
          <p:nvPr>
            <p:ph type="dt" sz="half" idx="10"/>
          </p:nvPr>
        </p:nvSpPr>
        <p:spPr/>
        <p:txBody>
          <a:bodyPr/>
          <a:lstStyle/>
          <a:p>
            <a:fld id="{9649E146-EB1E-1444-B0CB-90FC273957D2}"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0994" name="Rectangle 2"/>
          <p:cNvSpPr/>
          <p:nvPr>
            <p:ph type="title"/>
          </p:nvPr>
        </p:nvSpPr>
        <p:spPr>
          <a:xfrm>
            <a:off x="685800" y="484632"/>
            <a:ext cx="7772400" cy="743521"/>
          </a:xfrm>
        </p:spPr>
        <p:txBody>
          <a:bodyPr/>
          <a:lstStyle/>
          <a:p>
            <a:r>
              <a:rPr lang="zh-CN" altLang="en-US"/>
              <a:t>命名规则</a:t>
            </a:r>
            <a:endParaRPr lang="zh-CN" altLang="en-US"/>
          </a:p>
        </p:txBody>
      </p:sp>
      <p:sp>
        <p:nvSpPr>
          <p:cNvPr id="340995" name="Rectangle 3"/>
          <p:cNvSpPr/>
          <p:nvPr>
            <p:ph idx="1"/>
          </p:nvPr>
        </p:nvSpPr>
        <p:spPr>
          <a:xfrm>
            <a:off x="395288" y="1341438"/>
            <a:ext cx="8351837" cy="5183187"/>
          </a:xfrm>
        </p:spPr>
        <p:txBody>
          <a:bodyPr/>
          <a:lstStyle/>
          <a:p>
            <a:r>
              <a:rPr lang="zh-CN" altLang="en-US">
                <a:ea typeface="宋体" charset="-122"/>
              </a:rPr>
              <a:t>在</a:t>
            </a:r>
            <a:r>
              <a:rPr lang="en-US" altLang="zh-CN">
                <a:ea typeface="宋体" charset="-122"/>
              </a:rPr>
              <a:t>Linux/Unix</a:t>
            </a:r>
            <a:r>
              <a:rPr lang="zh-CN" altLang="en-US">
                <a:ea typeface="宋体" charset="-122"/>
              </a:rPr>
              <a:t>平台</a:t>
            </a:r>
            <a:endParaRPr lang="zh-CN" altLang="en-US">
              <a:ea typeface="宋体" charset="-122"/>
            </a:endParaRPr>
          </a:p>
          <a:p>
            <a:pPr lvl="1"/>
            <a:r>
              <a:rPr lang="zh-CN" altLang="en-US">
                <a:ea typeface="宋体" charset="-122"/>
              </a:rPr>
              <a:t>习惯用</a:t>
            </a:r>
            <a:r>
              <a:rPr lang="fr-FR" altLang="zh-CN">
                <a:solidFill>
                  <a:schemeClr val="tx1"/>
                </a:solidFill>
                <a:latin typeface="Courier New" charset="0"/>
                <a:ea typeface="宋体" charset="-122"/>
              </a:rPr>
              <a:t>function_name</a:t>
            </a:r>
            <a:r>
              <a:rPr lang="en-US" altLang="zh-CN">
                <a:solidFill>
                  <a:schemeClr val="tx1"/>
                </a:solidFill>
                <a:ea typeface="宋体" charset="-122"/>
              </a:rPr>
              <a:t> </a:t>
            </a:r>
            <a:endParaRPr lang="en-US" altLang="zh-CN">
              <a:solidFill>
                <a:schemeClr val="tx1"/>
              </a:solidFill>
              <a:ea typeface="宋体" charset="-122"/>
            </a:endParaRPr>
          </a:p>
          <a:p>
            <a:r>
              <a:rPr lang="zh-CN" altLang="en-US">
                <a:ea typeface="宋体" charset="-122"/>
              </a:rPr>
              <a:t>本书采用</a:t>
            </a:r>
            <a:r>
              <a:rPr lang="en-US" altLang="zh-CN">
                <a:ea typeface="宋体" charset="-122"/>
              </a:rPr>
              <a:t>Windows</a:t>
            </a:r>
            <a:r>
              <a:rPr lang="zh-CN" altLang="en-US">
                <a:ea typeface="宋体" charset="-122"/>
              </a:rPr>
              <a:t>风格函数名命名</a:t>
            </a:r>
            <a:endParaRPr lang="zh-CN" altLang="en-US">
              <a:ea typeface="宋体" charset="-122"/>
            </a:endParaRPr>
          </a:p>
          <a:p>
            <a:pPr lvl="1"/>
            <a:r>
              <a:rPr lang="zh-CN" altLang="en-US">
                <a:ea typeface="宋体" charset="-122"/>
              </a:rPr>
              <a:t>用大写字母开头、大小写混排的单词组合而成 </a:t>
            </a:r>
            <a:endParaRPr lang="zh-CN" altLang="en-US">
              <a:ea typeface="宋体" charset="-122"/>
            </a:endParaRPr>
          </a:p>
          <a:p>
            <a:pPr lvl="1"/>
            <a:r>
              <a:rPr lang="fr-FR" altLang="zh-CN">
                <a:solidFill>
                  <a:schemeClr val="tx1"/>
                </a:solidFill>
                <a:latin typeface="Courier New" charset="0"/>
                <a:ea typeface="宋体" charset="-122"/>
              </a:rPr>
              <a:t>FunctionName</a:t>
            </a:r>
            <a:r>
              <a:rPr lang="en-US" altLang="zh-CN">
                <a:solidFill>
                  <a:schemeClr val="tx1"/>
                </a:solidFill>
                <a:latin typeface="Courier New" charset="0"/>
                <a:ea typeface="宋体" charset="-122"/>
              </a:rPr>
              <a:t> </a:t>
            </a:r>
            <a:endParaRPr lang="zh-CN" altLang="en-US">
              <a:solidFill>
                <a:schemeClr val="tx1"/>
              </a:solidFill>
              <a:latin typeface="Courier New" charset="0"/>
              <a:ea typeface="宋体" charset="-122"/>
            </a:endParaRPr>
          </a:p>
          <a:p>
            <a:r>
              <a:rPr lang="zh-CN" altLang="en-US">
                <a:ea typeface="宋体" charset="-122"/>
              </a:rPr>
              <a:t>变量名形式</a:t>
            </a:r>
            <a:endParaRPr lang="zh-CN" altLang="en-US">
              <a:ea typeface="宋体" charset="-122"/>
            </a:endParaRPr>
          </a:p>
          <a:p>
            <a:pPr lvl="1"/>
            <a:r>
              <a:rPr lang="zh-CN" altLang="en-US">
                <a:ea typeface="宋体" charset="-122"/>
              </a:rPr>
              <a:t>“</a:t>
            </a:r>
            <a:r>
              <a:rPr lang="zh-CN" altLang="en-US">
                <a:solidFill>
                  <a:schemeClr val="tx1"/>
                </a:solidFill>
                <a:ea typeface="宋体" charset="-122"/>
              </a:rPr>
              <a:t>名词</a:t>
            </a:r>
            <a:r>
              <a:rPr lang="zh-CN" altLang="en-US">
                <a:ea typeface="宋体" charset="-122"/>
              </a:rPr>
              <a:t>”或者“</a:t>
            </a:r>
            <a:r>
              <a:rPr lang="zh-CN" altLang="en-US">
                <a:solidFill>
                  <a:schemeClr val="tx1"/>
                </a:solidFill>
                <a:ea typeface="宋体" charset="-122"/>
              </a:rPr>
              <a:t>形容词</a:t>
            </a:r>
            <a:r>
              <a:rPr lang="en-US" altLang="zh-CN">
                <a:solidFill>
                  <a:schemeClr val="tx1"/>
                </a:solidFill>
                <a:ea typeface="宋体" charset="-122"/>
              </a:rPr>
              <a:t>+</a:t>
            </a:r>
            <a:r>
              <a:rPr lang="zh-CN" altLang="en-US">
                <a:solidFill>
                  <a:schemeClr val="tx1"/>
                </a:solidFill>
                <a:ea typeface="宋体" charset="-122"/>
              </a:rPr>
              <a:t>名词</a:t>
            </a:r>
            <a:r>
              <a:rPr lang="zh-CN" altLang="en-US">
                <a:ea typeface="宋体" charset="-122"/>
              </a:rPr>
              <a:t>”</a:t>
            </a:r>
            <a:endParaRPr lang="zh-CN" altLang="en-US">
              <a:ea typeface="宋体" charset="-122"/>
            </a:endParaRPr>
          </a:p>
          <a:p>
            <a:pPr lvl="1"/>
            <a:r>
              <a:rPr lang="zh-CN" altLang="en-US">
                <a:ea typeface="宋体" charset="-122"/>
              </a:rPr>
              <a:t>如变量名</a:t>
            </a:r>
            <a:r>
              <a:rPr lang="en-US" altLang="zh-CN">
                <a:solidFill>
                  <a:schemeClr val="tx1"/>
                </a:solidFill>
                <a:latin typeface="Courier New" charset="0"/>
                <a:ea typeface="宋体" charset="-122"/>
              </a:rPr>
              <a:t>oldValue</a:t>
            </a:r>
            <a:r>
              <a:rPr lang="zh-CN" altLang="en-US">
                <a:latin typeface="Courier New" charset="0"/>
                <a:ea typeface="宋体" charset="-122"/>
              </a:rPr>
              <a:t>与</a:t>
            </a:r>
            <a:r>
              <a:rPr lang="en-US" altLang="zh-CN">
                <a:solidFill>
                  <a:schemeClr val="tx1"/>
                </a:solidFill>
                <a:latin typeface="Courier New" charset="0"/>
                <a:ea typeface="宋体" charset="-122"/>
              </a:rPr>
              <a:t>newValue</a:t>
            </a:r>
            <a:r>
              <a:rPr lang="zh-CN" altLang="en-US">
                <a:latin typeface="Courier New" charset="0"/>
                <a:ea typeface="宋体" charset="-122"/>
              </a:rPr>
              <a:t>等</a:t>
            </a:r>
            <a:endParaRPr lang="zh-CN" altLang="en-US">
              <a:latin typeface="Courier New" charset="0"/>
              <a:ea typeface="宋体" charset="-122"/>
            </a:endParaRPr>
          </a:p>
          <a:p>
            <a:r>
              <a:rPr lang="zh-CN" altLang="en-US">
                <a:ea typeface="宋体" charset="-122"/>
              </a:rPr>
              <a:t>函数名形式</a:t>
            </a:r>
            <a:endParaRPr lang="zh-CN" altLang="en-US">
              <a:ea typeface="宋体" charset="-122"/>
            </a:endParaRPr>
          </a:p>
          <a:p>
            <a:pPr lvl="1"/>
            <a:r>
              <a:rPr lang="zh-CN" altLang="en-US">
                <a:ea typeface="宋体" charset="-122"/>
              </a:rPr>
              <a:t>“</a:t>
            </a:r>
            <a:r>
              <a:rPr lang="zh-CN" altLang="en-US">
                <a:solidFill>
                  <a:schemeClr val="tx1"/>
                </a:solidFill>
                <a:ea typeface="宋体" charset="-122"/>
              </a:rPr>
              <a:t>动词</a:t>
            </a:r>
            <a:r>
              <a:rPr lang="zh-CN" altLang="en-US">
                <a:ea typeface="宋体" charset="-122"/>
              </a:rPr>
              <a:t>”或者“</a:t>
            </a:r>
            <a:r>
              <a:rPr lang="zh-CN" altLang="en-US">
                <a:solidFill>
                  <a:schemeClr val="tx1"/>
                </a:solidFill>
                <a:ea typeface="宋体" charset="-122"/>
              </a:rPr>
              <a:t>动词</a:t>
            </a:r>
            <a:r>
              <a:rPr lang="en-US" altLang="zh-CN">
                <a:solidFill>
                  <a:schemeClr val="tx1"/>
                </a:solidFill>
                <a:ea typeface="宋体" charset="-122"/>
              </a:rPr>
              <a:t>+</a:t>
            </a:r>
            <a:r>
              <a:rPr lang="zh-CN" altLang="en-US">
                <a:solidFill>
                  <a:schemeClr val="tx1"/>
                </a:solidFill>
                <a:ea typeface="宋体" charset="-122"/>
              </a:rPr>
              <a:t>名词</a:t>
            </a:r>
            <a:r>
              <a:rPr lang="zh-CN" altLang="en-US">
                <a:ea typeface="宋体" charset="-122"/>
              </a:rPr>
              <a:t>”（动宾词组）</a:t>
            </a:r>
            <a:endParaRPr lang="zh-CN" altLang="en-US">
              <a:ea typeface="宋体" charset="-122"/>
            </a:endParaRPr>
          </a:p>
          <a:p>
            <a:pPr lvl="1"/>
            <a:r>
              <a:rPr lang="zh-CN" altLang="en-US">
                <a:ea typeface="宋体" charset="-122"/>
              </a:rPr>
              <a:t>如函数名</a:t>
            </a:r>
            <a:r>
              <a:rPr lang="en-US" altLang="zh-CN">
                <a:solidFill>
                  <a:schemeClr val="tx1"/>
                </a:solidFill>
                <a:latin typeface="Courier New" charset="0"/>
                <a:ea typeface="宋体" charset="-122"/>
              </a:rPr>
              <a:t>GetMax()</a:t>
            </a:r>
            <a:r>
              <a:rPr lang="zh-CN" altLang="en-US">
                <a:latin typeface="Courier New" charset="0"/>
                <a:ea typeface="宋体" charset="-122"/>
              </a:rPr>
              <a:t>等 </a:t>
            </a:r>
            <a:endParaRPr lang="zh-CN" altLang="en-US">
              <a:latin typeface="Courier New" charset="0"/>
              <a:ea typeface="宋体" charset="-122"/>
            </a:endParaRPr>
          </a:p>
        </p:txBody>
      </p:sp>
      <p:sp>
        <p:nvSpPr>
          <p:cNvPr id="2" name="日期占位符 1"/>
          <p:cNvSpPr/>
          <p:nvPr>
            <p:ph type="dt" sz="half" idx="10"/>
          </p:nvPr>
        </p:nvSpPr>
        <p:spPr/>
        <p:txBody>
          <a:bodyPr/>
          <a:lstStyle/>
          <a:p>
            <a:fld id="{FCC41A41-7500-D645-A138-55912623A5E7}"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p:nvPr/>
        </p:nvSpPr>
        <p:spPr bwMode="auto">
          <a:xfrm>
            <a:off x="152400" y="228600"/>
            <a:ext cx="8839200" cy="340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0830" indent="-290830">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just">
              <a:lnSpc>
                <a:spcPct val="100000"/>
              </a:lnSpc>
              <a:spcBef>
                <a:spcPct val="40000"/>
              </a:spcBef>
              <a:buClrTx/>
              <a:buSzTx/>
              <a:buFontTx/>
              <a:buNone/>
            </a:pPr>
            <a:r>
              <a:rPr kumimoji="1" lang="zh-CN" altLang="en-US" sz="3200">
                <a:solidFill>
                  <a:schemeClr val="accent2"/>
                </a:solidFill>
                <a:latin typeface="Times New Roman" pitchFamily="18" charset="0"/>
              </a:rPr>
              <a:t>主函数</a:t>
            </a:r>
            <a:r>
              <a:rPr kumimoji="1" lang="en-US" altLang="zh-CN" sz="3200">
                <a:solidFill>
                  <a:schemeClr val="accent2"/>
                </a:solidFill>
              </a:rPr>
              <a:t>main</a:t>
            </a:r>
            <a:endParaRPr kumimoji="1" lang="en-US" altLang="zh-CN" sz="3200">
              <a:solidFill>
                <a:schemeClr val="accent2"/>
              </a:solidFill>
            </a:endParaRPr>
          </a:p>
          <a:p>
            <a:pPr algn="just">
              <a:lnSpc>
                <a:spcPct val="100000"/>
              </a:lnSpc>
              <a:spcBef>
                <a:spcPct val="40000"/>
              </a:spcBef>
              <a:buClrTx/>
              <a:buSzPct val="120000"/>
              <a:buFontTx/>
              <a:buChar char="•"/>
            </a:pPr>
            <a:r>
              <a:rPr kumimoji="1" lang="en-US" altLang="zh-CN" sz="2800"/>
              <a:t>main</a:t>
            </a:r>
            <a:r>
              <a:rPr kumimoji="1" lang="zh-CN" altLang="en-US" sz="2800"/>
              <a:t>的</a:t>
            </a:r>
            <a:r>
              <a:rPr kumimoji="1" lang="zh-CN" altLang="en-US" sz="2800" u="sng">
                <a:solidFill>
                  <a:schemeClr val="accent2"/>
                </a:solidFill>
                <a:latin typeface="Times New Roman" pitchFamily="18" charset="0"/>
              </a:rPr>
              <a:t>返回值规定为</a:t>
            </a:r>
            <a:r>
              <a:rPr kumimoji="1" lang="en-US" altLang="zh-CN" sz="2800" u="sng">
                <a:solidFill>
                  <a:schemeClr val="accent2"/>
                </a:solidFill>
              </a:rPr>
              <a:t>int</a:t>
            </a:r>
            <a:r>
              <a:rPr kumimoji="1" lang="zh-CN" altLang="en-US" sz="2800"/>
              <a:t>。这个返回值在程序结束时送给外部。程序外部（如操作系统）可用这个值</a:t>
            </a:r>
            <a:endParaRPr kumimoji="1" lang="zh-CN" altLang="en-US" sz="2800"/>
          </a:p>
          <a:p>
            <a:pPr algn="just">
              <a:lnSpc>
                <a:spcPct val="100000"/>
              </a:lnSpc>
              <a:spcBef>
                <a:spcPct val="40000"/>
              </a:spcBef>
              <a:buClrTx/>
              <a:buSzPct val="120000"/>
              <a:buFontTx/>
              <a:buChar char="•"/>
            </a:pPr>
            <a:r>
              <a:rPr kumimoji="1" lang="zh-CN" altLang="en-US" sz="2800"/>
              <a:t>一般用</a:t>
            </a:r>
            <a:r>
              <a:rPr kumimoji="1" lang="zh-CN" altLang="en-US" sz="2800">
                <a:latin typeface="Courier" charset="0"/>
              </a:rPr>
              <a:t>返回</a:t>
            </a:r>
            <a:r>
              <a:rPr kumimoji="1" lang="en-US" altLang="zh-CN" sz="2800"/>
              <a:t>0</a:t>
            </a:r>
            <a:r>
              <a:rPr kumimoji="1" lang="zh-CN" altLang="en-US" sz="2800">
                <a:latin typeface="Courier" charset="0"/>
              </a:rPr>
              <a:t>表示程序正常结束，其他值表示出错</a:t>
            </a:r>
            <a:endParaRPr kumimoji="1" lang="zh-CN" altLang="en-US" sz="2800">
              <a:latin typeface="Times New Roman" pitchFamily="18" charset="0"/>
            </a:endParaRPr>
          </a:p>
          <a:p>
            <a:pPr>
              <a:lnSpc>
                <a:spcPct val="100000"/>
              </a:lnSpc>
              <a:spcBef>
                <a:spcPct val="40000"/>
              </a:spcBef>
              <a:buClrTx/>
              <a:buSzPct val="120000"/>
              <a:buFontTx/>
              <a:buChar char="•"/>
            </a:pPr>
            <a:r>
              <a:rPr kumimoji="1" lang="en-US" altLang="zh-CN" sz="2800"/>
              <a:t>main</a:t>
            </a:r>
            <a:r>
              <a:rPr kumimoji="1" lang="zh-CN" altLang="en-US" sz="2800">
                <a:latin typeface="Courier" charset="0"/>
              </a:rPr>
              <a:t>以外的</a:t>
            </a:r>
            <a:r>
              <a:rPr kumimoji="1" lang="zh-CN" altLang="en-US" sz="2800">
                <a:latin typeface="Times New Roman" pitchFamily="18" charset="0"/>
              </a:rPr>
              <a:t>函数只有被调用时才会执行</a:t>
            </a:r>
            <a:endParaRPr kumimoji="1" lang="zh-CN" altLang="en-US" sz="2800">
              <a:latin typeface="Times New Roman" pitchFamily="18" charset="0"/>
            </a:endParaRPr>
          </a:p>
          <a:p>
            <a:pPr>
              <a:lnSpc>
                <a:spcPct val="100000"/>
              </a:lnSpc>
              <a:spcBef>
                <a:spcPct val="40000"/>
              </a:spcBef>
              <a:buClrTx/>
              <a:buSzPct val="120000"/>
              <a:buFontTx/>
              <a:buChar char="•"/>
            </a:pPr>
            <a:r>
              <a:rPr kumimoji="1" lang="zh-CN" altLang="en-US" sz="2800">
                <a:latin typeface="Times New Roman" pitchFamily="18" charset="0"/>
              </a:rPr>
              <a:t>不允许调用</a:t>
            </a:r>
            <a:r>
              <a:rPr kumimoji="1" lang="en-US" altLang="zh-CN" sz="2800"/>
              <a:t>main</a:t>
            </a:r>
            <a:endParaRPr kumimoji="1" lang="en-US" altLang="zh-CN" sz="2800">
              <a:latin typeface="Times New Roman" pitchFamily="18" charset="0"/>
            </a:endParaRPr>
          </a:p>
        </p:txBody>
      </p:sp>
      <p:sp>
        <p:nvSpPr>
          <p:cNvPr id="41987" name="Text Box 3"/>
          <p:cNvSpPr txBox="1"/>
          <p:nvPr/>
        </p:nvSpPr>
        <p:spPr bwMode="auto">
          <a:xfrm>
            <a:off x="152400" y="4038600"/>
            <a:ext cx="87630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nSpc>
                <a:spcPct val="100000"/>
              </a:lnSpc>
              <a:spcBef>
                <a:spcPct val="0"/>
              </a:spcBef>
              <a:buClrTx/>
              <a:buSzTx/>
              <a:buFontTx/>
              <a:buNone/>
            </a:pPr>
            <a:r>
              <a:rPr kumimoji="1" lang="en-US" altLang="zh-CN" sz="2800"/>
              <a:t>int main () { /*</a:t>
            </a:r>
            <a:r>
              <a:rPr kumimoji="1" lang="zh-CN" altLang="en-US" sz="2800"/>
              <a:t>一般写法*</a:t>
            </a:r>
            <a:r>
              <a:rPr kumimoji="1" lang="en-US" altLang="zh-CN" sz="2800"/>
              <a:t>/</a:t>
            </a:r>
            <a:endParaRPr kumimoji="1" lang="en-US" altLang="zh-CN" sz="2800"/>
          </a:p>
          <a:p>
            <a:pPr>
              <a:lnSpc>
                <a:spcPct val="100000"/>
              </a:lnSpc>
              <a:spcBef>
                <a:spcPct val="0"/>
              </a:spcBef>
              <a:buClrTx/>
              <a:buSzTx/>
              <a:buFontTx/>
              <a:buNone/>
            </a:pPr>
            <a:r>
              <a:rPr kumimoji="1" lang="en-US" altLang="zh-CN" sz="2800"/>
              <a:t>   ... ...</a:t>
            </a:r>
            <a:endParaRPr kumimoji="1" lang="en-US" altLang="zh-CN" sz="2800"/>
          </a:p>
          <a:p>
            <a:pPr>
              <a:lnSpc>
                <a:spcPct val="100000"/>
              </a:lnSpc>
              <a:spcBef>
                <a:spcPct val="0"/>
              </a:spcBef>
              <a:buClrTx/>
              <a:buSzTx/>
              <a:buFontTx/>
              <a:buNone/>
            </a:pPr>
            <a:r>
              <a:rPr kumimoji="1" lang="en-US" altLang="zh-CN" sz="2800"/>
              <a:t>   return 0;</a:t>
            </a:r>
            <a:endParaRPr kumimoji="1" lang="en-US" altLang="zh-CN" sz="2800"/>
          </a:p>
          <a:p>
            <a:pPr>
              <a:lnSpc>
                <a:spcPct val="100000"/>
              </a:lnSpc>
              <a:spcBef>
                <a:spcPct val="0"/>
              </a:spcBef>
              <a:buClrTx/>
              <a:buSzTx/>
              <a:buFontTx/>
              <a:buNone/>
            </a:pPr>
            <a:r>
              <a:rPr kumimoji="1" lang="en-US" altLang="zh-CN" sz="2800"/>
              <a:t>}</a:t>
            </a:r>
            <a:endParaRPr kumimoji="1" lang="en-US" altLang="zh-CN" sz="2800"/>
          </a:p>
        </p:txBody>
      </p:sp>
      <p:sp>
        <p:nvSpPr>
          <p:cNvPr id="2" name="日期占位符 1"/>
          <p:cNvSpPr/>
          <p:nvPr>
            <p:ph type="dt" sz="half" idx="10"/>
          </p:nvPr>
        </p:nvSpPr>
        <p:spPr/>
        <p:txBody>
          <a:bodyPr/>
          <a:lstStyle/>
          <a:p>
            <a:fld id="{2227588A-F752-4240-82CA-BC95443390AC}" type="datetime1">
              <a:rPr lang="zh-CN" altLang="en-US" smtClean="0"/>
            </a:fld>
            <a:endParaRPr lang="en-US"/>
          </a:p>
        </p:txBody>
      </p:sp>
      <p:sp>
        <p:nvSpPr>
          <p:cNvPr id="3" name="幻灯片编号占位符 2"/>
          <p:cNvSpPr/>
          <p:nvPr>
            <p:ph type="sldNum" sz="quarter" idx="12"/>
          </p:nvPr>
        </p:nvSpPr>
        <p:spPr/>
        <p:txBody>
          <a:bodyPr/>
          <a:lstStyle/>
          <a:p>
            <a:fld id="{4FAB73BC-B049-4115-A692-8D63A059BFB8}"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9683" name="Text Box 3"/>
          <p:cNvSpPr txBox="1"/>
          <p:nvPr/>
        </p:nvSpPr>
        <p:spPr bwMode="auto">
          <a:xfrm>
            <a:off x="2197000" y="2712095"/>
            <a:ext cx="1279525"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eaLnBrk="1" hangingPunct="1">
              <a:lnSpc>
                <a:spcPct val="100000"/>
              </a:lnSpc>
              <a:spcBef>
                <a:spcPct val="0"/>
              </a:spcBef>
              <a:buClrTx/>
              <a:buSzTx/>
              <a:buFontTx/>
              <a:buNone/>
            </a:pPr>
            <a:r>
              <a:rPr kumimoji="1" lang="en-US" altLang="zh-CN" sz="2400"/>
              <a:t>main()</a:t>
            </a:r>
            <a:endParaRPr kumimoji="1" lang="en-US" altLang="zh-CN" sz="2400"/>
          </a:p>
          <a:p>
            <a:pPr eaLnBrk="1" hangingPunct="1">
              <a:lnSpc>
                <a:spcPct val="100000"/>
              </a:lnSpc>
              <a:spcBef>
                <a:spcPct val="0"/>
              </a:spcBef>
              <a:buClrTx/>
              <a:buSzTx/>
              <a:buFontTx/>
              <a:buNone/>
            </a:pPr>
            <a:r>
              <a:rPr kumimoji="1" lang="en-US" altLang="zh-CN" sz="2400">
                <a:latin typeface="Times New Roman" pitchFamily="18" charset="0"/>
              </a:rPr>
              <a:t>{</a:t>
            </a:r>
            <a:endParaRPr kumimoji="1" lang="en-US" altLang="zh-CN" sz="2400">
              <a:latin typeface="Times New Roman" pitchFamily="18" charset="0"/>
            </a:endParaRPr>
          </a:p>
          <a:p>
            <a:pPr eaLnBrk="1" hangingPunct="1">
              <a:lnSpc>
                <a:spcPct val="100000"/>
              </a:lnSpc>
              <a:spcBef>
                <a:spcPct val="0"/>
              </a:spcBef>
              <a:buClrTx/>
              <a:buSzTx/>
              <a:buFontTx/>
              <a:buNone/>
            </a:pPr>
            <a:r>
              <a:rPr kumimoji="1" lang="en-US" altLang="zh-CN" sz="2400">
                <a:latin typeface="Times New Roman" pitchFamily="18" charset="0"/>
              </a:rPr>
              <a:t>…</a:t>
            </a:r>
            <a:endParaRPr kumimoji="1" lang="en-US" altLang="zh-CN" sz="2400">
              <a:latin typeface="Times New Roman" pitchFamily="18" charset="0"/>
            </a:endParaRPr>
          </a:p>
          <a:p>
            <a:pPr eaLnBrk="1" hangingPunct="1">
              <a:lnSpc>
                <a:spcPct val="100000"/>
              </a:lnSpc>
              <a:spcBef>
                <a:spcPct val="0"/>
              </a:spcBef>
              <a:buClrTx/>
              <a:buSzTx/>
              <a:buFontTx/>
              <a:buNone/>
            </a:pPr>
            <a:r>
              <a:rPr kumimoji="1" lang="en-US" altLang="zh-CN" sz="2400">
                <a:latin typeface="Times New Roman" pitchFamily="18" charset="0"/>
              </a:rPr>
              <a:t>…</a:t>
            </a:r>
            <a:endParaRPr kumimoji="1" lang="en-US" altLang="zh-CN" sz="2400">
              <a:latin typeface="Times New Roman" pitchFamily="18" charset="0"/>
            </a:endParaRPr>
          </a:p>
          <a:p>
            <a:pPr eaLnBrk="1" hangingPunct="1">
              <a:lnSpc>
                <a:spcPct val="100000"/>
              </a:lnSpc>
              <a:spcBef>
                <a:spcPct val="0"/>
              </a:spcBef>
              <a:buClrTx/>
              <a:buSzTx/>
              <a:buFontTx/>
              <a:buNone/>
            </a:pPr>
            <a:r>
              <a:rPr kumimoji="1" lang="en-US" altLang="zh-CN" sz="2400"/>
              <a:t>a();</a:t>
            </a:r>
            <a:endParaRPr kumimoji="1" lang="en-US" altLang="zh-CN" sz="2400"/>
          </a:p>
          <a:p>
            <a:pPr eaLnBrk="1" hangingPunct="1">
              <a:lnSpc>
                <a:spcPct val="100000"/>
              </a:lnSpc>
              <a:spcBef>
                <a:spcPct val="0"/>
              </a:spcBef>
              <a:buClrTx/>
              <a:buSzTx/>
              <a:buFontTx/>
              <a:buNone/>
            </a:pPr>
            <a:endParaRPr kumimoji="1" lang="en-US" altLang="zh-CN" sz="2400"/>
          </a:p>
          <a:p>
            <a:pPr eaLnBrk="1" hangingPunct="1">
              <a:lnSpc>
                <a:spcPct val="100000"/>
              </a:lnSpc>
              <a:spcBef>
                <a:spcPct val="0"/>
              </a:spcBef>
              <a:buClrTx/>
              <a:buSzTx/>
              <a:buFontTx/>
              <a:buNone/>
            </a:pPr>
            <a:endParaRPr kumimoji="1" lang="en-US" altLang="zh-CN" sz="2400">
              <a:latin typeface="Times New Roman" pitchFamily="18" charset="0"/>
            </a:endParaRPr>
          </a:p>
          <a:p>
            <a:pPr eaLnBrk="1" hangingPunct="1">
              <a:lnSpc>
                <a:spcPct val="100000"/>
              </a:lnSpc>
              <a:spcBef>
                <a:spcPct val="0"/>
              </a:spcBef>
              <a:buClrTx/>
              <a:buSzTx/>
              <a:buFontTx/>
              <a:buNone/>
            </a:pPr>
            <a:r>
              <a:rPr kumimoji="1" lang="en-US" altLang="zh-CN" sz="2400">
                <a:latin typeface="Times New Roman" pitchFamily="18" charset="0"/>
              </a:rPr>
              <a:t>}</a:t>
            </a:r>
            <a:endParaRPr kumimoji="1" lang="en-US" altLang="zh-CN" sz="2400">
              <a:latin typeface="Times New Roman" pitchFamily="18" charset="0"/>
            </a:endParaRPr>
          </a:p>
        </p:txBody>
      </p:sp>
      <p:sp>
        <p:nvSpPr>
          <p:cNvPr id="199684" name="Line 4"/>
          <p:cNvSpPr/>
          <p:nvPr/>
        </p:nvSpPr>
        <p:spPr bwMode="auto">
          <a:xfrm flipV="1">
            <a:off x="2898675" y="2951807"/>
            <a:ext cx="1295400" cy="1295400"/>
          </a:xfrm>
          <a:prstGeom prst="line">
            <a:avLst/>
          </a:prstGeom>
          <a:noFill/>
          <a:ln w="57150">
            <a:solidFill>
              <a:schemeClr val="accent2"/>
            </a:solidFill>
            <a:rou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99685" name="Text Box 5"/>
          <p:cNvSpPr txBox="1"/>
          <p:nvPr/>
        </p:nvSpPr>
        <p:spPr bwMode="auto">
          <a:xfrm>
            <a:off x="4178200" y="2708920"/>
            <a:ext cx="1462088"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eaLnBrk="1" hangingPunct="1">
              <a:lnSpc>
                <a:spcPct val="100000"/>
              </a:lnSpc>
              <a:spcBef>
                <a:spcPct val="0"/>
              </a:spcBef>
              <a:buClrTx/>
              <a:buSzTx/>
              <a:buFontTx/>
              <a:buNone/>
            </a:pPr>
            <a:r>
              <a:rPr kumimoji="1" lang="en-US" altLang="zh-CN" sz="2400" dirty="0"/>
              <a:t>a</a:t>
            </a:r>
            <a:r>
              <a:rPr kumimoji="1" lang="en-US" altLang="zh-CN" sz="2400" dirty="0">
                <a:latin typeface="Times New Roman" pitchFamily="18" charset="0"/>
              </a:rPr>
              <a:t> </a:t>
            </a:r>
            <a:r>
              <a:rPr kumimoji="1" lang="zh-CN" altLang="zh-CN" sz="2400" dirty="0">
                <a:latin typeface="Times New Roman" pitchFamily="18" charset="0"/>
              </a:rPr>
              <a:t>函数</a:t>
            </a:r>
            <a:endParaRPr kumimoji="1" lang="zh-CN" altLang="zh-CN" sz="2400" dirty="0">
              <a:latin typeface="Times New Roman" pitchFamily="18" charset="0"/>
            </a:endParaRPr>
          </a:p>
          <a:p>
            <a:pPr eaLnBrk="1" hangingPunct="1">
              <a:lnSpc>
                <a:spcPct val="100000"/>
              </a:lnSpc>
              <a:spcBef>
                <a:spcPct val="0"/>
              </a:spcBef>
              <a:buClrTx/>
              <a:buSzTx/>
              <a:buFontTx/>
              <a:buNone/>
            </a:pPr>
            <a:r>
              <a:rPr kumimoji="1" lang="zh-CN" altLang="zh-CN" sz="2400" dirty="0">
                <a:latin typeface="Times New Roman" pitchFamily="18" charset="0"/>
              </a:rPr>
              <a:t>{</a:t>
            </a:r>
            <a:endParaRPr kumimoji="1" lang="zh-CN" altLang="zh-CN" sz="2400" dirty="0">
              <a:latin typeface="Times New Roman" pitchFamily="18" charset="0"/>
            </a:endParaRPr>
          </a:p>
          <a:p>
            <a:pPr eaLnBrk="1" hangingPunct="1">
              <a:lnSpc>
                <a:spcPct val="100000"/>
              </a:lnSpc>
              <a:spcBef>
                <a:spcPct val="0"/>
              </a:spcBef>
              <a:buClrTx/>
              <a:buSzTx/>
              <a:buFontTx/>
              <a:buNone/>
            </a:pPr>
            <a:endParaRPr kumimoji="1" lang="zh-CN" altLang="zh-CN" sz="2400" dirty="0">
              <a:latin typeface="Times New Roman" pitchFamily="18" charset="0"/>
            </a:endParaRPr>
          </a:p>
          <a:p>
            <a:pPr eaLnBrk="1" hangingPunct="1">
              <a:lnSpc>
                <a:spcPct val="100000"/>
              </a:lnSpc>
              <a:spcBef>
                <a:spcPct val="0"/>
              </a:spcBef>
              <a:buClrTx/>
              <a:buSzTx/>
              <a:buFontTx/>
              <a:buNone/>
            </a:pPr>
            <a:r>
              <a:rPr kumimoji="1" lang="en-US" altLang="zh-CN" sz="2400" dirty="0"/>
              <a:t>b();</a:t>
            </a:r>
            <a:endParaRPr kumimoji="1" lang="en-US" altLang="zh-CN" sz="2400" dirty="0"/>
          </a:p>
          <a:p>
            <a:pPr eaLnBrk="1" hangingPunct="1">
              <a:lnSpc>
                <a:spcPct val="100000"/>
              </a:lnSpc>
              <a:spcBef>
                <a:spcPct val="0"/>
              </a:spcBef>
              <a:buClrTx/>
              <a:buSzTx/>
              <a:buFontTx/>
              <a:buNone/>
            </a:pPr>
            <a:r>
              <a:rPr kumimoji="1" lang="en-US" altLang="zh-CN" sz="2400" dirty="0">
                <a:latin typeface="Times New Roman" pitchFamily="18" charset="0"/>
              </a:rPr>
              <a:t>…</a:t>
            </a:r>
            <a:endParaRPr kumimoji="1" lang="en-US" altLang="zh-CN" sz="2400" dirty="0">
              <a:latin typeface="Times New Roman" pitchFamily="18" charset="0"/>
            </a:endParaRPr>
          </a:p>
          <a:p>
            <a:pPr eaLnBrk="1" hangingPunct="1">
              <a:lnSpc>
                <a:spcPct val="100000"/>
              </a:lnSpc>
              <a:spcBef>
                <a:spcPct val="0"/>
              </a:spcBef>
              <a:buClrTx/>
              <a:buSzTx/>
              <a:buFontTx/>
              <a:buNone/>
            </a:pPr>
            <a:endParaRPr kumimoji="1" lang="en-US" altLang="zh-CN" sz="2400" dirty="0">
              <a:latin typeface="Times New Roman" pitchFamily="18" charset="0"/>
            </a:endParaRPr>
          </a:p>
          <a:p>
            <a:pPr eaLnBrk="1" hangingPunct="1">
              <a:lnSpc>
                <a:spcPct val="100000"/>
              </a:lnSpc>
              <a:spcBef>
                <a:spcPct val="0"/>
              </a:spcBef>
              <a:buClrTx/>
              <a:buSzTx/>
              <a:buFontTx/>
              <a:buNone/>
            </a:pPr>
            <a:r>
              <a:rPr kumimoji="1" lang="en-US" altLang="zh-CN" sz="2400" dirty="0"/>
              <a:t>return;</a:t>
            </a:r>
            <a:endParaRPr kumimoji="1" lang="en-US" altLang="zh-CN" sz="2400" dirty="0"/>
          </a:p>
          <a:p>
            <a:pPr eaLnBrk="1" hangingPunct="1">
              <a:lnSpc>
                <a:spcPct val="100000"/>
              </a:lnSpc>
              <a:spcBef>
                <a:spcPct val="0"/>
              </a:spcBef>
              <a:buClrTx/>
              <a:buSzTx/>
              <a:buFontTx/>
              <a:buNone/>
            </a:pPr>
            <a:r>
              <a:rPr kumimoji="1" lang="en-US" altLang="zh-CN" sz="2400" dirty="0">
                <a:latin typeface="Times New Roman" pitchFamily="18" charset="0"/>
              </a:rPr>
              <a:t>}</a:t>
            </a:r>
            <a:endParaRPr kumimoji="1" lang="en-US" altLang="zh-CN" sz="2400" dirty="0">
              <a:latin typeface="Times New Roman" pitchFamily="18" charset="0"/>
            </a:endParaRPr>
          </a:p>
        </p:txBody>
      </p:sp>
      <p:sp>
        <p:nvSpPr>
          <p:cNvPr id="199686" name="Line 6"/>
          <p:cNvSpPr/>
          <p:nvPr/>
        </p:nvSpPr>
        <p:spPr bwMode="auto">
          <a:xfrm>
            <a:off x="4651275" y="3180407"/>
            <a:ext cx="0" cy="762000"/>
          </a:xfrm>
          <a:prstGeom prst="line">
            <a:avLst/>
          </a:prstGeom>
          <a:noFill/>
          <a:ln w="57150">
            <a:solidFill>
              <a:schemeClr val="accent2"/>
            </a:solidFill>
            <a:rou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99687" name="Line 7"/>
          <p:cNvSpPr/>
          <p:nvPr/>
        </p:nvSpPr>
        <p:spPr bwMode="auto">
          <a:xfrm flipV="1">
            <a:off x="4727475" y="3104207"/>
            <a:ext cx="914400" cy="914400"/>
          </a:xfrm>
          <a:prstGeom prst="line">
            <a:avLst/>
          </a:prstGeom>
          <a:noFill/>
          <a:ln w="57150">
            <a:solidFill>
              <a:schemeClr val="accent2"/>
            </a:solidFill>
            <a:rou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99688" name="Text Box 8"/>
          <p:cNvSpPr txBox="1"/>
          <p:nvPr/>
        </p:nvSpPr>
        <p:spPr bwMode="auto">
          <a:xfrm>
            <a:off x="5702200" y="2788295"/>
            <a:ext cx="1462088"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eaLnBrk="1" hangingPunct="1">
              <a:lnSpc>
                <a:spcPct val="100000"/>
              </a:lnSpc>
              <a:spcBef>
                <a:spcPct val="0"/>
              </a:spcBef>
              <a:buClrTx/>
              <a:buSzTx/>
              <a:buFontTx/>
              <a:buNone/>
            </a:pPr>
            <a:r>
              <a:rPr kumimoji="1" lang="en-US" altLang="zh-CN" sz="2400"/>
              <a:t>b</a:t>
            </a:r>
            <a:r>
              <a:rPr kumimoji="1" lang="zh-CN" altLang="en-US" sz="2400">
                <a:latin typeface="Times New Roman" pitchFamily="18" charset="0"/>
              </a:rPr>
              <a:t>函数</a:t>
            </a:r>
            <a:endParaRPr kumimoji="1" lang="zh-CN" altLang="en-US" sz="2400">
              <a:latin typeface="Times New Roman" pitchFamily="18" charset="0"/>
            </a:endParaRPr>
          </a:p>
          <a:p>
            <a:pPr eaLnBrk="1" hangingPunct="1">
              <a:lnSpc>
                <a:spcPct val="100000"/>
              </a:lnSpc>
              <a:spcBef>
                <a:spcPct val="0"/>
              </a:spcBef>
              <a:buClrTx/>
              <a:buSzTx/>
              <a:buFontTx/>
              <a:buNone/>
            </a:pPr>
            <a:r>
              <a:rPr kumimoji="1" lang="en-US" altLang="zh-CN" sz="2400">
                <a:latin typeface="Times New Roman" pitchFamily="18" charset="0"/>
              </a:rPr>
              <a:t>{</a:t>
            </a:r>
            <a:endParaRPr kumimoji="1" lang="en-US" altLang="zh-CN" sz="2400">
              <a:latin typeface="Times New Roman" pitchFamily="18" charset="0"/>
            </a:endParaRPr>
          </a:p>
          <a:p>
            <a:pPr eaLnBrk="1" hangingPunct="1">
              <a:lnSpc>
                <a:spcPct val="100000"/>
              </a:lnSpc>
              <a:spcBef>
                <a:spcPct val="0"/>
              </a:spcBef>
              <a:buClrTx/>
              <a:buSzTx/>
              <a:buFontTx/>
              <a:buNone/>
            </a:pPr>
            <a:r>
              <a:rPr kumimoji="1" lang="en-US" altLang="zh-CN" sz="2400">
                <a:latin typeface="Times New Roman" pitchFamily="18" charset="0"/>
              </a:rPr>
              <a:t>…</a:t>
            </a:r>
            <a:endParaRPr kumimoji="1" lang="en-US" altLang="zh-CN" sz="2400">
              <a:latin typeface="Times New Roman" pitchFamily="18" charset="0"/>
            </a:endParaRPr>
          </a:p>
          <a:p>
            <a:pPr eaLnBrk="1" hangingPunct="1">
              <a:lnSpc>
                <a:spcPct val="100000"/>
              </a:lnSpc>
              <a:spcBef>
                <a:spcPct val="0"/>
              </a:spcBef>
              <a:buClrTx/>
              <a:buSzTx/>
              <a:buFontTx/>
              <a:buNone/>
            </a:pPr>
            <a:r>
              <a:rPr kumimoji="1" lang="en-US" altLang="zh-CN" sz="2400">
                <a:latin typeface="Times New Roman" pitchFamily="18" charset="0"/>
              </a:rPr>
              <a:t>…</a:t>
            </a:r>
            <a:endParaRPr kumimoji="1" lang="en-US" altLang="zh-CN" sz="2400">
              <a:latin typeface="Times New Roman" pitchFamily="18" charset="0"/>
            </a:endParaRPr>
          </a:p>
          <a:p>
            <a:pPr eaLnBrk="1" hangingPunct="1">
              <a:lnSpc>
                <a:spcPct val="100000"/>
              </a:lnSpc>
              <a:spcBef>
                <a:spcPct val="0"/>
              </a:spcBef>
              <a:buClrTx/>
              <a:buSzTx/>
              <a:buFontTx/>
              <a:buNone/>
            </a:pPr>
            <a:endParaRPr kumimoji="1" lang="en-US" altLang="zh-CN" sz="2400">
              <a:latin typeface="Times New Roman" pitchFamily="18" charset="0"/>
            </a:endParaRPr>
          </a:p>
          <a:p>
            <a:pPr eaLnBrk="1" hangingPunct="1">
              <a:lnSpc>
                <a:spcPct val="100000"/>
              </a:lnSpc>
              <a:spcBef>
                <a:spcPct val="0"/>
              </a:spcBef>
              <a:buClrTx/>
              <a:buSzTx/>
              <a:buFontTx/>
              <a:buNone/>
            </a:pPr>
            <a:r>
              <a:rPr kumimoji="1" lang="en-US" altLang="zh-CN" sz="2400"/>
              <a:t>return;</a:t>
            </a:r>
            <a:endParaRPr kumimoji="1" lang="en-US" altLang="zh-CN" sz="2400"/>
          </a:p>
          <a:p>
            <a:pPr eaLnBrk="1" hangingPunct="1">
              <a:lnSpc>
                <a:spcPct val="100000"/>
              </a:lnSpc>
              <a:spcBef>
                <a:spcPct val="0"/>
              </a:spcBef>
              <a:buClrTx/>
              <a:buSzTx/>
              <a:buFontTx/>
              <a:buNone/>
            </a:pPr>
            <a:r>
              <a:rPr kumimoji="1" lang="en-US" altLang="zh-CN" sz="2400">
                <a:latin typeface="Times New Roman" pitchFamily="18" charset="0"/>
              </a:rPr>
              <a:t>}</a:t>
            </a:r>
            <a:endParaRPr kumimoji="1" lang="en-US" altLang="zh-CN" sz="2400">
              <a:latin typeface="Times New Roman" pitchFamily="18" charset="0"/>
            </a:endParaRPr>
          </a:p>
        </p:txBody>
      </p:sp>
      <p:sp>
        <p:nvSpPr>
          <p:cNvPr id="199689" name="Line 9"/>
          <p:cNvSpPr/>
          <p:nvPr/>
        </p:nvSpPr>
        <p:spPr bwMode="auto">
          <a:xfrm>
            <a:off x="6175275" y="3137545"/>
            <a:ext cx="0" cy="1752600"/>
          </a:xfrm>
          <a:prstGeom prst="line">
            <a:avLst/>
          </a:prstGeom>
          <a:noFill/>
          <a:ln w="57150">
            <a:solidFill>
              <a:schemeClr val="accent2"/>
            </a:solidFill>
            <a:rou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99690" name="Line 10"/>
          <p:cNvSpPr/>
          <p:nvPr/>
        </p:nvSpPr>
        <p:spPr bwMode="auto">
          <a:xfrm flipH="1" flipV="1">
            <a:off x="4651275" y="4094807"/>
            <a:ext cx="1219200" cy="881063"/>
          </a:xfrm>
          <a:prstGeom prst="line">
            <a:avLst/>
          </a:prstGeom>
          <a:noFill/>
          <a:ln w="57150">
            <a:solidFill>
              <a:schemeClr val="accent2"/>
            </a:solidFill>
            <a:rou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99691" name="Text Box 11"/>
          <p:cNvSpPr txBox="1"/>
          <p:nvPr/>
        </p:nvSpPr>
        <p:spPr bwMode="auto">
          <a:xfrm>
            <a:off x="3111400" y="335344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eaLnBrk="1" hangingPunct="1">
              <a:lnSpc>
                <a:spcPct val="100000"/>
              </a:lnSpc>
              <a:spcBef>
                <a:spcPct val="0"/>
              </a:spcBef>
              <a:buClrTx/>
              <a:buSzTx/>
              <a:buFontTx/>
              <a:buNone/>
            </a:pPr>
            <a:r>
              <a:rPr kumimoji="1" lang="en-US" altLang="zh-CN" sz="2400">
                <a:solidFill>
                  <a:srgbClr val="008000"/>
                </a:solidFill>
                <a:latin typeface="Times New Roman" pitchFamily="18" charset="0"/>
              </a:rPr>
              <a:t>①</a:t>
            </a:r>
            <a:endParaRPr kumimoji="1" lang="en-US" altLang="zh-CN" sz="2400">
              <a:solidFill>
                <a:srgbClr val="008000"/>
              </a:solidFill>
              <a:latin typeface="Times New Roman" pitchFamily="18" charset="0"/>
            </a:endParaRPr>
          </a:p>
        </p:txBody>
      </p:sp>
      <p:sp>
        <p:nvSpPr>
          <p:cNvPr id="199692" name="Text Box 12"/>
          <p:cNvSpPr txBox="1"/>
          <p:nvPr/>
        </p:nvSpPr>
        <p:spPr bwMode="auto">
          <a:xfrm>
            <a:off x="4956075" y="2951807"/>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eaLnBrk="1" hangingPunct="1">
              <a:lnSpc>
                <a:spcPct val="100000"/>
              </a:lnSpc>
              <a:spcBef>
                <a:spcPct val="0"/>
              </a:spcBef>
              <a:buClrTx/>
              <a:buSzTx/>
              <a:buFontTx/>
              <a:buNone/>
            </a:pPr>
            <a:r>
              <a:rPr kumimoji="1" lang="en-US" altLang="zh-CN" sz="2400">
                <a:solidFill>
                  <a:srgbClr val="008000"/>
                </a:solidFill>
                <a:latin typeface="Times New Roman" pitchFamily="18" charset="0"/>
              </a:rPr>
              <a:t>③</a:t>
            </a:r>
            <a:endParaRPr kumimoji="1" lang="en-US" altLang="zh-CN" sz="2400">
              <a:solidFill>
                <a:srgbClr val="008000"/>
              </a:solidFill>
              <a:latin typeface="Times New Roman" pitchFamily="18" charset="0"/>
            </a:endParaRPr>
          </a:p>
        </p:txBody>
      </p:sp>
      <p:sp>
        <p:nvSpPr>
          <p:cNvPr id="199693" name="Text Box 13"/>
          <p:cNvSpPr txBox="1"/>
          <p:nvPr/>
        </p:nvSpPr>
        <p:spPr bwMode="auto">
          <a:xfrm>
            <a:off x="6175275" y="3561407"/>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eaLnBrk="1" hangingPunct="1">
              <a:lnSpc>
                <a:spcPct val="100000"/>
              </a:lnSpc>
              <a:spcBef>
                <a:spcPct val="0"/>
              </a:spcBef>
              <a:buClrTx/>
              <a:buSzTx/>
              <a:buFontTx/>
              <a:buNone/>
            </a:pPr>
            <a:r>
              <a:rPr kumimoji="1" lang="en-US" altLang="zh-CN" sz="2400">
                <a:solidFill>
                  <a:srgbClr val="008000"/>
                </a:solidFill>
                <a:latin typeface="Times New Roman" pitchFamily="18" charset="0"/>
              </a:rPr>
              <a:t>④</a:t>
            </a:r>
            <a:endParaRPr kumimoji="1" lang="en-US" altLang="zh-CN" sz="2400">
              <a:solidFill>
                <a:srgbClr val="008000"/>
              </a:solidFill>
              <a:latin typeface="Times New Roman" pitchFamily="18" charset="0"/>
            </a:endParaRPr>
          </a:p>
        </p:txBody>
      </p:sp>
      <p:sp>
        <p:nvSpPr>
          <p:cNvPr id="199694" name="Text Box 14"/>
          <p:cNvSpPr txBox="1"/>
          <p:nvPr/>
        </p:nvSpPr>
        <p:spPr bwMode="auto">
          <a:xfrm>
            <a:off x="4864000" y="457264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eaLnBrk="1" hangingPunct="1">
              <a:lnSpc>
                <a:spcPct val="100000"/>
              </a:lnSpc>
              <a:spcBef>
                <a:spcPct val="0"/>
              </a:spcBef>
              <a:buClrTx/>
              <a:buSzTx/>
              <a:buFontTx/>
              <a:buNone/>
            </a:pPr>
            <a:r>
              <a:rPr kumimoji="1" lang="en-US" altLang="zh-CN" sz="2400">
                <a:solidFill>
                  <a:srgbClr val="008000"/>
                </a:solidFill>
                <a:latin typeface="Times New Roman" pitchFamily="18" charset="0"/>
              </a:rPr>
              <a:t>⑤</a:t>
            </a:r>
            <a:endParaRPr kumimoji="1" lang="en-US" altLang="zh-CN" sz="2400">
              <a:solidFill>
                <a:srgbClr val="008000"/>
              </a:solidFill>
              <a:latin typeface="Times New Roman" pitchFamily="18" charset="0"/>
            </a:endParaRPr>
          </a:p>
        </p:txBody>
      </p:sp>
      <p:sp>
        <p:nvSpPr>
          <p:cNvPr id="199695" name="Line 15"/>
          <p:cNvSpPr/>
          <p:nvPr/>
        </p:nvSpPr>
        <p:spPr bwMode="auto">
          <a:xfrm>
            <a:off x="4575075" y="4171007"/>
            <a:ext cx="0" cy="914400"/>
          </a:xfrm>
          <a:prstGeom prst="line">
            <a:avLst/>
          </a:prstGeom>
          <a:noFill/>
          <a:ln w="57150">
            <a:solidFill>
              <a:schemeClr val="accent2"/>
            </a:solidFill>
            <a:rou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99696" name="Text Box 16"/>
          <p:cNvSpPr txBox="1"/>
          <p:nvPr/>
        </p:nvSpPr>
        <p:spPr bwMode="auto">
          <a:xfrm>
            <a:off x="4117875" y="4399607"/>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eaLnBrk="1" hangingPunct="1">
              <a:lnSpc>
                <a:spcPct val="100000"/>
              </a:lnSpc>
              <a:spcBef>
                <a:spcPct val="0"/>
              </a:spcBef>
              <a:buClrTx/>
              <a:buSzTx/>
              <a:buFontTx/>
              <a:buNone/>
            </a:pPr>
            <a:r>
              <a:rPr kumimoji="1" lang="en-US" altLang="zh-CN" sz="2400">
                <a:solidFill>
                  <a:srgbClr val="008000"/>
                </a:solidFill>
                <a:latin typeface="Times New Roman" pitchFamily="18" charset="0"/>
              </a:rPr>
              <a:t>⑥</a:t>
            </a:r>
            <a:endParaRPr kumimoji="1" lang="en-US" altLang="zh-CN" sz="2400">
              <a:solidFill>
                <a:srgbClr val="008000"/>
              </a:solidFill>
              <a:latin typeface="Times New Roman" pitchFamily="18" charset="0"/>
            </a:endParaRPr>
          </a:p>
        </p:txBody>
      </p:sp>
      <p:sp>
        <p:nvSpPr>
          <p:cNvPr id="199697" name="Line 17"/>
          <p:cNvSpPr/>
          <p:nvPr/>
        </p:nvSpPr>
        <p:spPr bwMode="auto">
          <a:xfrm flipH="1" flipV="1">
            <a:off x="2822475" y="4399607"/>
            <a:ext cx="1447800" cy="838200"/>
          </a:xfrm>
          <a:prstGeom prst="line">
            <a:avLst/>
          </a:prstGeom>
          <a:noFill/>
          <a:ln w="57150">
            <a:solidFill>
              <a:schemeClr val="accent2"/>
            </a:solidFill>
            <a:rou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99698" name="Text Box 18"/>
          <p:cNvSpPr txBox="1"/>
          <p:nvPr/>
        </p:nvSpPr>
        <p:spPr bwMode="auto">
          <a:xfrm>
            <a:off x="2959000" y="457264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eaLnBrk="1" hangingPunct="1">
              <a:lnSpc>
                <a:spcPct val="100000"/>
              </a:lnSpc>
              <a:spcBef>
                <a:spcPct val="0"/>
              </a:spcBef>
              <a:buClrTx/>
              <a:buSzTx/>
              <a:buFontTx/>
              <a:buNone/>
            </a:pPr>
            <a:r>
              <a:rPr kumimoji="1" lang="en-US" altLang="zh-CN" sz="2400">
                <a:solidFill>
                  <a:srgbClr val="008000"/>
                </a:solidFill>
                <a:latin typeface="Times New Roman" pitchFamily="18" charset="0"/>
              </a:rPr>
              <a:t>⑦</a:t>
            </a:r>
            <a:endParaRPr kumimoji="1" lang="en-US" altLang="zh-CN" sz="2400">
              <a:solidFill>
                <a:srgbClr val="008000"/>
              </a:solidFill>
              <a:latin typeface="Times New Roman" pitchFamily="18" charset="0"/>
            </a:endParaRPr>
          </a:p>
        </p:txBody>
      </p:sp>
      <p:sp>
        <p:nvSpPr>
          <p:cNvPr id="199699" name="Rectangle 19"/>
          <p:cNvSpPr/>
          <p:nvPr/>
        </p:nvSpPr>
        <p:spPr bwMode="auto">
          <a:xfrm>
            <a:off x="4082950" y="3409007"/>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eaLnBrk="1" hangingPunct="1">
              <a:lnSpc>
                <a:spcPct val="100000"/>
              </a:lnSpc>
              <a:spcBef>
                <a:spcPct val="0"/>
              </a:spcBef>
              <a:buClrTx/>
              <a:buSzTx/>
              <a:buFontTx/>
              <a:buNone/>
            </a:pPr>
            <a:r>
              <a:rPr kumimoji="1" lang="zh-CN" altLang="zh-CN" sz="2400">
                <a:solidFill>
                  <a:srgbClr val="008000"/>
                </a:solidFill>
                <a:latin typeface="Times New Roman" pitchFamily="18" charset="0"/>
              </a:rPr>
              <a:t>②</a:t>
            </a:r>
            <a:endParaRPr kumimoji="1" lang="en-US" altLang="zh-CN" sz="2400">
              <a:solidFill>
                <a:srgbClr val="008000"/>
              </a:solidFill>
              <a:latin typeface="Times New Roman" pitchFamily="18" charset="0"/>
            </a:endParaRPr>
          </a:p>
        </p:txBody>
      </p:sp>
      <p:sp>
        <p:nvSpPr>
          <p:cNvPr id="199700" name="Text Box 20"/>
          <p:cNvSpPr txBox="1"/>
          <p:nvPr/>
        </p:nvSpPr>
        <p:spPr bwMode="auto">
          <a:xfrm>
            <a:off x="609600" y="1457325"/>
            <a:ext cx="7848600" cy="676275"/>
          </a:xfrm>
          <a:prstGeom prst="rect">
            <a:avLst/>
          </a:prstGeom>
          <a:noFill/>
          <a:ln w="9525">
            <a:noFill/>
            <a:miter lim="800000"/>
          </a:ln>
          <a:effectLst/>
        </p:spPr>
        <p:txBody>
          <a:bodyPr>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eaLnBrk="1" hangingPunct="1">
              <a:lnSpc>
                <a:spcPct val="120000"/>
              </a:lnSpc>
              <a:spcBef>
                <a:spcPct val="0"/>
              </a:spcBef>
              <a:buClrTx/>
              <a:buSzTx/>
              <a:buFontTx/>
              <a:buNone/>
            </a:pPr>
            <a:r>
              <a:rPr kumimoji="1" lang="zh-CN" altLang="en-US" sz="3200" dirty="0">
                <a:solidFill>
                  <a:srgbClr val="0033CC"/>
                </a:solidFill>
                <a:effectLst>
                  <a:outerShdw blurRad="38100" dist="38100" dir="2700000" algn="tl">
                    <a:srgbClr val="C0C0C0"/>
                  </a:outerShdw>
                </a:effectLst>
                <a:latin typeface="Times New Roman" pitchFamily="18" charset="0"/>
              </a:rPr>
              <a:t>在被调函数中，又调用了函数</a:t>
            </a:r>
            <a:r>
              <a:rPr kumimoji="1" lang="en-US" altLang="zh-CN" sz="3200" dirty="0">
                <a:solidFill>
                  <a:srgbClr val="0033CC"/>
                </a:solidFill>
                <a:effectLst>
                  <a:outerShdw blurRad="38100" dist="38100" dir="2700000" algn="tl">
                    <a:srgbClr val="C0C0C0"/>
                  </a:outerShdw>
                </a:effectLst>
                <a:latin typeface="Times New Roman" pitchFamily="18" charset="0"/>
              </a:rPr>
              <a:t>----</a:t>
            </a:r>
            <a:r>
              <a:rPr kumimoji="1" lang="zh-CN" altLang="en-US" sz="3200" dirty="0">
                <a:solidFill>
                  <a:srgbClr val="0033CC"/>
                </a:solidFill>
                <a:effectLst>
                  <a:outerShdw blurRad="38100" dist="38100" dir="2700000" algn="tl">
                    <a:srgbClr val="C0C0C0"/>
                  </a:outerShdw>
                </a:effectLst>
                <a:latin typeface="Times New Roman" pitchFamily="18" charset="0"/>
              </a:rPr>
              <a:t>嵌套调用</a:t>
            </a:r>
            <a:endParaRPr kumimoji="1" lang="zh-CN" altLang="en-US" sz="3200" dirty="0">
              <a:solidFill>
                <a:srgbClr val="0033CC"/>
              </a:solidFill>
              <a:effectLst>
                <a:outerShdw blurRad="38100" dist="38100" dir="2700000" algn="tl">
                  <a:srgbClr val="C0C0C0"/>
                </a:outerShdw>
              </a:effectLst>
              <a:latin typeface="Times New Roman" pitchFamily="18" charset="0"/>
            </a:endParaRPr>
          </a:p>
        </p:txBody>
      </p:sp>
      <p:sp>
        <p:nvSpPr>
          <p:cNvPr id="199702" name="Line 22"/>
          <p:cNvSpPr/>
          <p:nvPr/>
        </p:nvSpPr>
        <p:spPr bwMode="auto">
          <a:xfrm flipH="1">
            <a:off x="2774850" y="3248670"/>
            <a:ext cx="0" cy="935037"/>
          </a:xfrm>
          <a:prstGeom prst="line">
            <a:avLst/>
          </a:prstGeom>
          <a:noFill/>
          <a:ln w="57150">
            <a:solidFill>
              <a:schemeClr val="accent2"/>
            </a:solidFill>
            <a:rou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99703" name="Line 23"/>
          <p:cNvSpPr/>
          <p:nvPr/>
        </p:nvSpPr>
        <p:spPr bwMode="auto">
          <a:xfrm flipH="1">
            <a:off x="2774850" y="4617095"/>
            <a:ext cx="0" cy="935037"/>
          </a:xfrm>
          <a:prstGeom prst="line">
            <a:avLst/>
          </a:prstGeom>
          <a:noFill/>
          <a:ln w="57150">
            <a:solidFill>
              <a:schemeClr val="accent2"/>
            </a:solidFill>
            <a:rou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99704" name="Rectangle 24"/>
          <p:cNvSpPr/>
          <p:nvPr/>
        </p:nvSpPr>
        <p:spPr bwMode="auto">
          <a:xfrm>
            <a:off x="681038" y="333375"/>
            <a:ext cx="7797800" cy="839788"/>
          </a:xfrm>
          <a:prstGeom prst="rect">
            <a:avLst/>
          </a:prstGeom>
          <a:noFill/>
          <a:ln w="9525">
            <a:noFill/>
            <a:miter lim="800000"/>
          </a:ln>
          <a:effectLst>
            <a:outerShdw dist="35921" dir="2700000" algn="ctr" rotWithShape="0">
              <a:schemeClr val="tx1"/>
            </a:outerShdw>
          </a:effectLst>
        </p:spPr>
        <p:txBody>
          <a:bodyPr lIns="92075" tIns="46037" rIns="92075" bIns="46037"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85000"/>
              </a:lnSpc>
              <a:spcBef>
                <a:spcPct val="0"/>
              </a:spcBef>
              <a:buClrTx/>
              <a:buSzTx/>
              <a:buFontTx/>
              <a:buNone/>
            </a:pPr>
            <a:r>
              <a:rPr lang="zh-CN" altLang="en-US" sz="4400" i="1" dirty="0">
                <a:solidFill>
                  <a:srgbClr val="0000FF"/>
                </a:solidFill>
                <a:effectLst>
                  <a:outerShdw blurRad="38100" dist="38100" dir="2700000" algn="tl">
                    <a:srgbClr val="C0C0C0"/>
                  </a:outerShdw>
                </a:effectLst>
                <a:latin typeface="Times New Roman" pitchFamily="18" charset="0"/>
                <a:ea typeface="黑体" charset="0"/>
              </a:rPr>
              <a:t>函数的嵌套调用</a:t>
            </a:r>
            <a:endParaRPr lang="zh-CN" altLang="en-US" sz="4400" i="1" dirty="0">
              <a:solidFill>
                <a:srgbClr val="0000FF"/>
              </a:solidFill>
              <a:effectLst>
                <a:outerShdw blurRad="38100" dist="38100" dir="2700000" algn="tl">
                  <a:srgbClr val="C0C0C0"/>
                </a:outerShdw>
              </a:effectLst>
              <a:latin typeface="Times New Roman" pitchFamily="18" charset="0"/>
              <a:ea typeface="黑体" charset="0"/>
            </a:endParaRPr>
          </a:p>
        </p:txBody>
      </p:sp>
      <p:sp>
        <p:nvSpPr>
          <p:cNvPr id="2" name="日期占位符 1"/>
          <p:cNvSpPr/>
          <p:nvPr>
            <p:ph type="dt" sz="half" idx="10"/>
          </p:nvPr>
        </p:nvSpPr>
        <p:spPr/>
        <p:txBody>
          <a:bodyPr/>
          <a:lstStyle/>
          <a:p>
            <a:fld id="{AD5AD8A8-75A3-6E4C-B7AA-0895085B4F70}"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9683"/>
                                        </p:tgtEl>
                                        <p:attrNameLst>
                                          <p:attrName>style.visibility</p:attrName>
                                        </p:attrNameLst>
                                      </p:cBhvr>
                                      <p:to>
                                        <p:strVal val="visible"/>
                                      </p:to>
                                    </p:set>
                                    <p:animEffect transition="in" filter="wipe(up)">
                                      <p:cBhvr>
                                        <p:cTn id="7" dur="500"/>
                                        <p:tgtEl>
                                          <p:spTgt spid="19968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99685"/>
                                        </p:tgtEl>
                                        <p:attrNameLst>
                                          <p:attrName>style.visibility</p:attrName>
                                        </p:attrNameLst>
                                      </p:cBhvr>
                                      <p:to>
                                        <p:strVal val="visible"/>
                                      </p:to>
                                    </p:set>
                                    <p:animEffect transition="in" filter="wipe(up)">
                                      <p:cBhvr>
                                        <p:cTn id="11" dur="500"/>
                                        <p:tgtEl>
                                          <p:spTgt spid="199685"/>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99688"/>
                                        </p:tgtEl>
                                        <p:attrNameLst>
                                          <p:attrName>style.visibility</p:attrName>
                                        </p:attrNameLst>
                                      </p:cBhvr>
                                      <p:to>
                                        <p:strVal val="visible"/>
                                      </p:to>
                                    </p:set>
                                    <p:animEffect transition="in" filter="wipe(up)">
                                      <p:cBhvr>
                                        <p:cTn id="15" dur="500"/>
                                        <p:tgtEl>
                                          <p:spTgt spid="19968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99702"/>
                                        </p:tgtEl>
                                        <p:attrNameLst>
                                          <p:attrName>style.visibility</p:attrName>
                                        </p:attrNameLst>
                                      </p:cBhvr>
                                      <p:to>
                                        <p:strVal val="visible"/>
                                      </p:to>
                                    </p:set>
                                    <p:animEffect transition="in" filter="wipe(up)">
                                      <p:cBhvr>
                                        <p:cTn id="20" dur="500"/>
                                        <p:tgtEl>
                                          <p:spTgt spid="199702"/>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99691"/>
                                        </p:tgtEl>
                                        <p:attrNameLst>
                                          <p:attrName>style.visibility</p:attrName>
                                        </p:attrNameLst>
                                      </p:cBhvr>
                                      <p:to>
                                        <p:strVal val="visible"/>
                                      </p:to>
                                    </p:se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199684"/>
                                        </p:tgtEl>
                                        <p:attrNameLst>
                                          <p:attrName>style.visibility</p:attrName>
                                        </p:attrNameLst>
                                      </p:cBhvr>
                                      <p:to>
                                        <p:strVal val="visible"/>
                                      </p:to>
                                    </p:set>
                                    <p:animEffect transition="in" filter="wipe(left)">
                                      <p:cBhvr>
                                        <p:cTn id="28" dur="500"/>
                                        <p:tgtEl>
                                          <p:spTgt spid="199684"/>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99699"/>
                                        </p:tgtEl>
                                        <p:attrNameLst>
                                          <p:attrName>style.visibility</p:attrName>
                                        </p:attrNameLst>
                                      </p:cBhvr>
                                      <p:to>
                                        <p:strVal val="visible"/>
                                      </p:to>
                                    </p:set>
                                  </p:childTnLst>
                                </p:cTn>
                              </p:par>
                            </p:childTnLst>
                          </p:cTn>
                        </p:par>
                        <p:par>
                          <p:cTn id="33" fill="hold">
                            <p:stCondLst>
                              <p:cond delay="500"/>
                            </p:stCondLst>
                            <p:childTnLst>
                              <p:par>
                                <p:cTn id="34" presetID="22" presetClass="entr" presetSubtype="1" fill="hold" nodeType="afterEffect">
                                  <p:stCondLst>
                                    <p:cond delay="0"/>
                                  </p:stCondLst>
                                  <p:childTnLst>
                                    <p:set>
                                      <p:cBhvr>
                                        <p:cTn id="35" dur="1" fill="hold">
                                          <p:stCondLst>
                                            <p:cond delay="0"/>
                                          </p:stCondLst>
                                        </p:cTn>
                                        <p:tgtEl>
                                          <p:spTgt spid="199686"/>
                                        </p:tgtEl>
                                        <p:attrNameLst>
                                          <p:attrName>style.visibility</p:attrName>
                                        </p:attrNameLst>
                                      </p:cBhvr>
                                      <p:to>
                                        <p:strVal val="visible"/>
                                      </p:to>
                                    </p:set>
                                    <p:animEffect transition="in" filter="wipe(up)">
                                      <p:cBhvr>
                                        <p:cTn id="36" dur="500"/>
                                        <p:tgtEl>
                                          <p:spTgt spid="199686"/>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199692"/>
                                        </p:tgtEl>
                                        <p:attrNameLst>
                                          <p:attrName>style.visibility</p:attrName>
                                        </p:attrNameLst>
                                      </p:cBhvr>
                                      <p:to>
                                        <p:strVal val="visible"/>
                                      </p:to>
                                    </p:se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199687"/>
                                        </p:tgtEl>
                                        <p:attrNameLst>
                                          <p:attrName>style.visibility</p:attrName>
                                        </p:attrNameLst>
                                      </p:cBhvr>
                                      <p:to>
                                        <p:strVal val="visible"/>
                                      </p:to>
                                    </p:set>
                                    <p:animEffect transition="in" filter="wipe(left)">
                                      <p:cBhvr>
                                        <p:cTn id="44" dur="500"/>
                                        <p:tgtEl>
                                          <p:spTgt spid="199687"/>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199693"/>
                                        </p:tgtEl>
                                        <p:attrNameLst>
                                          <p:attrName>style.visibility</p:attrName>
                                        </p:attrNameLst>
                                      </p:cBhvr>
                                      <p:to>
                                        <p:strVal val="visible"/>
                                      </p:to>
                                    </p:set>
                                  </p:childTnLst>
                                </p:cTn>
                              </p:par>
                            </p:childTnLst>
                          </p:cTn>
                        </p:par>
                        <p:par>
                          <p:cTn id="49" fill="hold">
                            <p:stCondLst>
                              <p:cond delay="500"/>
                            </p:stCondLst>
                            <p:childTnLst>
                              <p:par>
                                <p:cTn id="50" presetID="22" presetClass="entr" presetSubtype="1" fill="hold" nodeType="afterEffect">
                                  <p:stCondLst>
                                    <p:cond delay="0"/>
                                  </p:stCondLst>
                                  <p:childTnLst>
                                    <p:set>
                                      <p:cBhvr>
                                        <p:cTn id="51" dur="1" fill="hold">
                                          <p:stCondLst>
                                            <p:cond delay="0"/>
                                          </p:stCondLst>
                                        </p:cTn>
                                        <p:tgtEl>
                                          <p:spTgt spid="199689"/>
                                        </p:tgtEl>
                                        <p:attrNameLst>
                                          <p:attrName>style.visibility</p:attrName>
                                        </p:attrNameLst>
                                      </p:cBhvr>
                                      <p:to>
                                        <p:strVal val="visible"/>
                                      </p:to>
                                    </p:set>
                                    <p:animEffect transition="in" filter="wipe(up)">
                                      <p:cBhvr>
                                        <p:cTn id="52" dur="500"/>
                                        <p:tgtEl>
                                          <p:spTgt spid="199689"/>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199694"/>
                                        </p:tgtEl>
                                        <p:attrNameLst>
                                          <p:attrName>style.visibility</p:attrName>
                                        </p:attrNameLst>
                                      </p:cBhvr>
                                      <p:to>
                                        <p:strVal val="visible"/>
                                      </p:to>
                                    </p:set>
                                  </p:childTnLst>
                                </p:cTn>
                              </p:par>
                            </p:childTnLst>
                          </p:cTn>
                        </p:par>
                        <p:par>
                          <p:cTn id="57" fill="hold">
                            <p:stCondLst>
                              <p:cond delay="500"/>
                            </p:stCondLst>
                            <p:childTnLst>
                              <p:par>
                                <p:cTn id="58" presetID="22" presetClass="entr" presetSubtype="4" fill="hold" nodeType="afterEffect">
                                  <p:stCondLst>
                                    <p:cond delay="0"/>
                                  </p:stCondLst>
                                  <p:childTnLst>
                                    <p:set>
                                      <p:cBhvr>
                                        <p:cTn id="59" dur="1" fill="hold">
                                          <p:stCondLst>
                                            <p:cond delay="0"/>
                                          </p:stCondLst>
                                        </p:cTn>
                                        <p:tgtEl>
                                          <p:spTgt spid="199690"/>
                                        </p:tgtEl>
                                        <p:attrNameLst>
                                          <p:attrName>style.visibility</p:attrName>
                                        </p:attrNameLst>
                                      </p:cBhvr>
                                      <p:to>
                                        <p:strVal val="visible"/>
                                      </p:to>
                                    </p:set>
                                    <p:animEffect transition="in" filter="wipe(down)">
                                      <p:cBhvr>
                                        <p:cTn id="60" dur="500"/>
                                        <p:tgtEl>
                                          <p:spTgt spid="199690"/>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499"/>
                                          </p:stCondLst>
                                        </p:cTn>
                                        <p:tgtEl>
                                          <p:spTgt spid="199696"/>
                                        </p:tgtEl>
                                        <p:attrNameLst>
                                          <p:attrName>style.visibility</p:attrName>
                                        </p:attrNameLst>
                                      </p:cBhvr>
                                      <p:to>
                                        <p:strVal val="visible"/>
                                      </p:to>
                                    </p:set>
                                  </p:childTnLst>
                                </p:cTn>
                              </p:par>
                            </p:childTnLst>
                          </p:cTn>
                        </p:par>
                        <p:par>
                          <p:cTn id="65" fill="hold">
                            <p:stCondLst>
                              <p:cond delay="500"/>
                            </p:stCondLst>
                            <p:childTnLst>
                              <p:par>
                                <p:cTn id="66" presetID="22" presetClass="entr" presetSubtype="1" fill="hold" nodeType="afterEffect">
                                  <p:stCondLst>
                                    <p:cond delay="0"/>
                                  </p:stCondLst>
                                  <p:childTnLst>
                                    <p:set>
                                      <p:cBhvr>
                                        <p:cTn id="67" dur="1" fill="hold">
                                          <p:stCondLst>
                                            <p:cond delay="0"/>
                                          </p:stCondLst>
                                        </p:cTn>
                                        <p:tgtEl>
                                          <p:spTgt spid="199695"/>
                                        </p:tgtEl>
                                        <p:attrNameLst>
                                          <p:attrName>style.visibility</p:attrName>
                                        </p:attrNameLst>
                                      </p:cBhvr>
                                      <p:to>
                                        <p:strVal val="visible"/>
                                      </p:to>
                                    </p:set>
                                    <p:animEffect transition="in" filter="wipe(up)">
                                      <p:cBhvr>
                                        <p:cTn id="68" dur="500"/>
                                        <p:tgtEl>
                                          <p:spTgt spid="199695"/>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199698"/>
                                        </p:tgtEl>
                                        <p:attrNameLst>
                                          <p:attrName>style.visibility</p:attrName>
                                        </p:attrNameLst>
                                      </p:cBhvr>
                                      <p:to>
                                        <p:strVal val="visible"/>
                                      </p:to>
                                    </p:set>
                                  </p:childTnLst>
                                </p:cTn>
                              </p:par>
                            </p:childTnLst>
                          </p:cTn>
                        </p:par>
                        <p:par>
                          <p:cTn id="73" fill="hold">
                            <p:stCondLst>
                              <p:cond delay="500"/>
                            </p:stCondLst>
                            <p:childTnLst>
                              <p:par>
                                <p:cTn id="74" presetID="22" presetClass="entr" presetSubtype="4" fill="hold" nodeType="afterEffect">
                                  <p:stCondLst>
                                    <p:cond delay="0"/>
                                  </p:stCondLst>
                                  <p:childTnLst>
                                    <p:set>
                                      <p:cBhvr>
                                        <p:cTn id="75" dur="1" fill="hold">
                                          <p:stCondLst>
                                            <p:cond delay="0"/>
                                          </p:stCondLst>
                                        </p:cTn>
                                        <p:tgtEl>
                                          <p:spTgt spid="199697"/>
                                        </p:tgtEl>
                                        <p:attrNameLst>
                                          <p:attrName>style.visibility</p:attrName>
                                        </p:attrNameLst>
                                      </p:cBhvr>
                                      <p:to>
                                        <p:strVal val="visible"/>
                                      </p:to>
                                    </p:set>
                                    <p:animEffect transition="in" filter="wipe(down)">
                                      <p:cBhvr>
                                        <p:cTn id="76" dur="500"/>
                                        <p:tgtEl>
                                          <p:spTgt spid="199697"/>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nodeType="clickEffect">
                                  <p:stCondLst>
                                    <p:cond delay="0"/>
                                  </p:stCondLst>
                                  <p:childTnLst>
                                    <p:set>
                                      <p:cBhvr>
                                        <p:cTn id="80" dur="1" fill="hold">
                                          <p:stCondLst>
                                            <p:cond delay="0"/>
                                          </p:stCondLst>
                                        </p:cTn>
                                        <p:tgtEl>
                                          <p:spTgt spid="199703"/>
                                        </p:tgtEl>
                                        <p:attrNameLst>
                                          <p:attrName>style.visibility</p:attrName>
                                        </p:attrNameLst>
                                      </p:cBhvr>
                                      <p:to>
                                        <p:strVal val="visible"/>
                                      </p:to>
                                    </p:set>
                                    <p:animEffect transition="in" filter="wipe(up)">
                                      <p:cBhvr>
                                        <p:cTn id="81" dur="500"/>
                                        <p:tgtEl>
                                          <p:spTgt spid="1997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autoUpdateAnimBg="0"/>
      <p:bldP spid="199685" grpId="0" autoUpdateAnimBg="0"/>
      <p:bldP spid="199688" grpId="0" autoUpdateAnimBg="0"/>
      <p:bldP spid="199691" grpId="0" autoUpdateAnimBg="0"/>
      <p:bldP spid="199692" grpId="0" autoUpdateAnimBg="0"/>
      <p:bldP spid="199693" grpId="0" autoUpdateAnimBg="0"/>
      <p:bldP spid="199694" grpId="0" autoUpdateAnimBg="0"/>
      <p:bldP spid="199696" grpId="0" autoUpdateAnimBg="0"/>
      <p:bldP spid="199698" grpId="0" autoUpdateAnimBg="0"/>
      <p:bldP spid="199699"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a:xfrm>
            <a:off x="685800" y="484632"/>
            <a:ext cx="7772400" cy="496096"/>
          </a:xfrm>
        </p:spPr>
        <p:txBody>
          <a:bodyPr>
            <a:normAutofit fontScale="90000"/>
          </a:bodyPr>
          <a:lstStyle/>
          <a:p>
            <a:r>
              <a:rPr kumimoji="1" lang="zh-CN" altLang="en-US" dirty="0"/>
              <a:t>函数的递归调用</a:t>
            </a:r>
            <a:endParaRPr kumimoji="1" lang="zh-CN" altLang="en-US" dirty="0"/>
          </a:p>
        </p:txBody>
      </p:sp>
      <p:sp>
        <p:nvSpPr>
          <p:cNvPr id="4" name="日期占位符 3"/>
          <p:cNvSpPr/>
          <p:nvPr>
            <p:ph type="dt" sz="half" idx="10"/>
          </p:nvPr>
        </p:nvSpPr>
        <p:spPr/>
        <p:txBody>
          <a:bodyPr/>
          <a:lstStyle/>
          <a:p>
            <a:fld id="{22B4B6E7-AF89-454F-98AE-AFED4239F98D}" type="datetime1">
              <a:rPr lang="zh-CN" altLang="en-US" smtClean="0"/>
            </a:fld>
            <a:endParaRPr lang="en-US" dirty="0"/>
          </a:p>
        </p:txBody>
      </p:sp>
      <p:sp>
        <p:nvSpPr>
          <p:cNvPr id="5" name="幻灯片编号占位符 4"/>
          <p:cNvSpPr/>
          <p:nvPr>
            <p:ph type="sldNum" sz="quarter" idx="12"/>
          </p:nvPr>
        </p:nvSpPr>
        <p:spPr/>
        <p:txBody>
          <a:bodyPr/>
          <a:lstStyle/>
          <a:p>
            <a:fld id="{4FAB73BC-B049-4115-A692-8D63A059BFB8}" type="slidenum">
              <a:rPr lang="en-US" smtClean="0"/>
            </a:fld>
            <a:endParaRPr lang="en-US" dirty="0"/>
          </a:p>
        </p:txBody>
      </p:sp>
      <p:pic>
        <p:nvPicPr>
          <p:cNvPr id="7" name="图片 6"/>
          <p:cNvPicPr>
            <a:picLocks noChangeAspect="1"/>
          </p:cNvPicPr>
          <p:nvPr/>
        </p:nvPicPr>
        <p:blipFill>
          <a:blip r:embed="rId1"/>
          <a:stretch>
            <a:fillRect/>
          </a:stretch>
        </p:blipFill>
        <p:spPr>
          <a:xfrm>
            <a:off x="146050" y="1019780"/>
            <a:ext cx="7594302" cy="57747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endParaRPr kumimoji="1" lang="zh-CN" altLang="en-US"/>
          </a:p>
        </p:txBody>
      </p:sp>
      <p:sp>
        <p:nvSpPr>
          <p:cNvPr id="3" name="内容占位符 2"/>
          <p:cNvSpPr/>
          <p:nvPr>
            <p:ph idx="1"/>
          </p:nvPr>
        </p:nvSpPr>
        <p:spPr/>
        <p:txBody>
          <a:bodyPr/>
          <a:lstStyle/>
          <a:p>
            <a:endParaRPr kumimoji="1" lang="zh-CN" altLang="en-US"/>
          </a:p>
        </p:txBody>
      </p:sp>
      <p:sp>
        <p:nvSpPr>
          <p:cNvPr id="4" name="日期占位符 3"/>
          <p:cNvSpPr/>
          <p:nvPr>
            <p:ph type="dt" sz="half" idx="10"/>
          </p:nvPr>
        </p:nvSpPr>
        <p:spPr/>
        <p:txBody>
          <a:bodyPr/>
          <a:lstStyle/>
          <a:p>
            <a:fld id="{22B4B6E7-AF89-454F-98AE-AFED4239F98D}" type="datetime1">
              <a:rPr lang="zh-CN" altLang="en-US" smtClean="0"/>
            </a:fld>
            <a:endParaRPr lang="en-US" dirty="0"/>
          </a:p>
        </p:txBody>
      </p:sp>
      <p:sp>
        <p:nvSpPr>
          <p:cNvPr id="5" name="幻灯片编号占位符 4"/>
          <p:cNvSpPr/>
          <p:nvPr>
            <p:ph type="sldNum" sz="quarter" idx="12"/>
          </p:nvPr>
        </p:nvSpPr>
        <p:spPr/>
        <p:txBody>
          <a:bodyPr/>
          <a:lstStyle/>
          <a:p>
            <a:fld id="{4FAB73BC-B049-4115-A692-8D63A059BFB8}" type="slidenum">
              <a:rPr lang="en-US" smtClean="0"/>
            </a:fld>
            <a:endParaRPr lang="en-US" dirty="0"/>
          </a:p>
        </p:txBody>
      </p:sp>
      <p:pic>
        <p:nvPicPr>
          <p:cNvPr id="6" name="图片 5"/>
          <p:cNvPicPr>
            <a:picLocks noChangeAspect="1"/>
          </p:cNvPicPr>
          <p:nvPr/>
        </p:nvPicPr>
        <p:blipFill>
          <a:blip r:embed="rId1"/>
          <a:stretch>
            <a:fillRect/>
          </a:stretch>
        </p:blipFill>
        <p:spPr>
          <a:xfrm>
            <a:off x="88900" y="323850"/>
            <a:ext cx="8966200" cy="6210300"/>
          </a:xfrm>
          <a:prstGeom prst="rect">
            <a:avLst/>
          </a:prstGeom>
        </p:spPr>
      </p:pic>
      <p:sp>
        <p:nvSpPr>
          <p:cNvPr id="7" name="文本框 6"/>
          <p:cNvSpPr txBox="1"/>
          <p:nvPr/>
        </p:nvSpPr>
        <p:spPr>
          <a:xfrm>
            <a:off x="10288270" y="4213225"/>
            <a:ext cx="309880" cy="321945"/>
          </a:xfrm>
          <a:prstGeom prst="rect">
            <a:avLst/>
          </a:prstGeom>
          <a:noFill/>
        </p:spPr>
        <p:txBody>
          <a:bodyPr wrap="none" rtlCol="0">
            <a:spAutoFit/>
          </a:bodyPr>
          <a:p>
            <a:endParaRPr lang="zh-CN" altLang="en-US"/>
          </a:p>
        </p:txBody>
      </p:sp>
      <p:sp>
        <p:nvSpPr>
          <p:cNvPr id="8" name="文本框 7"/>
          <p:cNvSpPr txBox="1"/>
          <p:nvPr/>
        </p:nvSpPr>
        <p:spPr>
          <a:xfrm>
            <a:off x="4859655" y="4509135"/>
            <a:ext cx="4168775" cy="1613535"/>
          </a:xfrm>
          <a:prstGeom prst="rect">
            <a:avLst/>
          </a:prstGeom>
          <a:noFill/>
          <a:ln>
            <a:solidFill>
              <a:schemeClr val="accent1"/>
            </a:solidFill>
          </a:ln>
        </p:spPr>
        <p:txBody>
          <a:bodyPr wrap="square" rtlCol="0">
            <a:spAutoFit/>
          </a:bodyPr>
          <a:p>
            <a:r>
              <a:rPr lang="en-US" altLang="zh-CN" sz="1800">
                <a:solidFill>
                  <a:srgbClr val="FF0000"/>
                </a:solidFill>
              </a:rPr>
              <a:t>int age = countAge(5);</a:t>
            </a:r>
            <a:endParaRPr lang="en-US" altLang="zh-CN" sz="1800">
              <a:solidFill>
                <a:srgbClr val="FF0000"/>
              </a:solidFill>
            </a:endParaRPr>
          </a:p>
          <a:p>
            <a:endParaRPr lang="en-US" altLang="zh-CN" sz="1800">
              <a:solidFill>
                <a:srgbClr val="FF0000"/>
              </a:solidFill>
            </a:endParaRPr>
          </a:p>
          <a:p>
            <a:r>
              <a:rPr lang="en-US" altLang="zh-CN" sz="1800">
                <a:solidFill>
                  <a:srgbClr val="FF0000"/>
                </a:solidFill>
              </a:rPr>
              <a:t>countAge(int n){</a:t>
            </a:r>
            <a:endParaRPr lang="en-US" altLang="zh-CN" sz="1800">
              <a:solidFill>
                <a:srgbClr val="FF0000"/>
              </a:solidFill>
            </a:endParaRPr>
          </a:p>
          <a:p>
            <a:r>
              <a:rPr lang="en-US" altLang="zh-CN" sz="1800">
                <a:solidFill>
                  <a:srgbClr val="FF0000"/>
                </a:solidFill>
              </a:rPr>
              <a:t>if(n == 1)return 10;</a:t>
            </a:r>
            <a:endParaRPr lang="en-US" altLang="zh-CN" sz="1800">
              <a:solidFill>
                <a:srgbClr val="FF0000"/>
              </a:solidFill>
            </a:endParaRPr>
          </a:p>
          <a:p>
            <a:r>
              <a:rPr lang="en-US" altLang="zh-CN" sz="1800">
                <a:solidFill>
                  <a:srgbClr val="FF0000"/>
                </a:solidFill>
              </a:rPr>
              <a:t>return  age(n-1)+2;</a:t>
            </a:r>
            <a:endParaRPr lang="en-US" altLang="zh-CN" sz="1800">
              <a:solidFill>
                <a:srgbClr val="FF0000"/>
              </a:solidFill>
            </a:endParaRPr>
          </a:p>
          <a:p>
            <a:r>
              <a:rPr lang="en-US" altLang="zh-CN" sz="1800">
                <a:solidFill>
                  <a:srgbClr val="FF0000"/>
                </a:solidFill>
              </a:rPr>
              <a:t>}</a:t>
            </a:r>
            <a:endParaRPr lang="en-US" altLang="zh-CN" sz="180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endParaRPr kumimoji="1" lang="zh-CN" altLang="en-US"/>
          </a:p>
        </p:txBody>
      </p:sp>
      <p:sp>
        <p:nvSpPr>
          <p:cNvPr id="3" name="内容占位符 2"/>
          <p:cNvSpPr/>
          <p:nvPr>
            <p:ph idx="1"/>
          </p:nvPr>
        </p:nvSpPr>
        <p:spPr/>
        <p:txBody>
          <a:bodyPr/>
          <a:lstStyle/>
          <a:p>
            <a:endParaRPr kumimoji="1" lang="zh-CN" altLang="en-US" dirty="0"/>
          </a:p>
        </p:txBody>
      </p:sp>
      <p:sp>
        <p:nvSpPr>
          <p:cNvPr id="4" name="日期占位符 3"/>
          <p:cNvSpPr/>
          <p:nvPr>
            <p:ph type="dt" sz="half" idx="10"/>
          </p:nvPr>
        </p:nvSpPr>
        <p:spPr/>
        <p:txBody>
          <a:bodyPr/>
          <a:lstStyle/>
          <a:p>
            <a:fld id="{22B4B6E7-AF89-454F-98AE-AFED4239F98D}" type="datetime1">
              <a:rPr lang="zh-CN" altLang="en-US" smtClean="0"/>
            </a:fld>
            <a:endParaRPr lang="en-US" dirty="0"/>
          </a:p>
        </p:txBody>
      </p:sp>
      <p:sp>
        <p:nvSpPr>
          <p:cNvPr id="5" name="幻灯片编号占位符 4"/>
          <p:cNvSpPr/>
          <p:nvPr>
            <p:ph type="sldNum" sz="quarter" idx="12"/>
          </p:nvPr>
        </p:nvSpPr>
        <p:spPr/>
        <p:txBody>
          <a:bodyPr/>
          <a:lstStyle/>
          <a:p>
            <a:fld id="{4FAB73BC-B049-4115-A692-8D63A059BFB8}" type="slidenum">
              <a:rPr lang="en-US" smtClean="0"/>
            </a:fld>
            <a:endParaRPr lang="en-US" dirty="0"/>
          </a:p>
        </p:txBody>
      </p:sp>
      <p:pic>
        <p:nvPicPr>
          <p:cNvPr id="6" name="图片 5"/>
          <p:cNvPicPr>
            <a:picLocks noChangeAspect="1"/>
          </p:cNvPicPr>
          <p:nvPr/>
        </p:nvPicPr>
        <p:blipFill>
          <a:blip r:embed="rId1"/>
          <a:stretch>
            <a:fillRect/>
          </a:stretch>
        </p:blipFill>
        <p:spPr>
          <a:xfrm>
            <a:off x="0" y="115348"/>
            <a:ext cx="9144000" cy="6627303"/>
          </a:xfrm>
          <a:prstGeom prst="rect">
            <a:avLst/>
          </a:prstGeom>
        </p:spPr>
      </p:pic>
      <p:sp>
        <p:nvSpPr>
          <p:cNvPr id="8" name="文本框 7"/>
          <p:cNvSpPr txBox="1"/>
          <p:nvPr/>
        </p:nvSpPr>
        <p:spPr>
          <a:xfrm>
            <a:off x="35560" y="5024120"/>
            <a:ext cx="3584575" cy="1613535"/>
          </a:xfrm>
          <a:prstGeom prst="rect">
            <a:avLst/>
          </a:prstGeom>
          <a:noFill/>
          <a:ln>
            <a:solidFill>
              <a:schemeClr val="accent1"/>
            </a:solidFill>
          </a:ln>
        </p:spPr>
        <p:txBody>
          <a:bodyPr wrap="square" rtlCol="0">
            <a:spAutoFit/>
          </a:bodyPr>
          <a:p>
            <a:r>
              <a:rPr lang="en-US" altLang="zh-CN" sz="1800">
                <a:solidFill>
                  <a:srgbClr val="FF0000"/>
                </a:solidFill>
              </a:rPr>
              <a:t>int age = countAge(5);</a:t>
            </a:r>
            <a:endParaRPr lang="en-US" altLang="zh-CN" sz="1800">
              <a:solidFill>
                <a:srgbClr val="FF0000"/>
              </a:solidFill>
            </a:endParaRPr>
          </a:p>
          <a:p>
            <a:endParaRPr lang="en-US" altLang="zh-CN" sz="1800">
              <a:solidFill>
                <a:srgbClr val="FF0000"/>
              </a:solidFill>
            </a:endParaRPr>
          </a:p>
          <a:p>
            <a:r>
              <a:rPr lang="en-US" altLang="zh-CN" sz="1800">
                <a:solidFill>
                  <a:srgbClr val="FF0000"/>
                </a:solidFill>
              </a:rPr>
              <a:t>countAge(int n){</a:t>
            </a:r>
            <a:endParaRPr lang="en-US" altLang="zh-CN" sz="1800">
              <a:solidFill>
                <a:srgbClr val="FF0000"/>
              </a:solidFill>
            </a:endParaRPr>
          </a:p>
          <a:p>
            <a:r>
              <a:rPr lang="en-US" altLang="zh-CN" sz="1800">
                <a:solidFill>
                  <a:srgbClr val="FF0000"/>
                </a:solidFill>
              </a:rPr>
              <a:t>if(n == 1)return 10;</a:t>
            </a:r>
            <a:endParaRPr lang="en-US" altLang="zh-CN" sz="1800">
              <a:solidFill>
                <a:srgbClr val="FF0000"/>
              </a:solidFill>
            </a:endParaRPr>
          </a:p>
          <a:p>
            <a:r>
              <a:rPr lang="en-US" altLang="zh-CN" sz="1800">
                <a:solidFill>
                  <a:srgbClr val="FF0000"/>
                </a:solidFill>
              </a:rPr>
              <a:t>return  age(n-1)+2;</a:t>
            </a:r>
            <a:endParaRPr lang="en-US" altLang="zh-CN" sz="1800">
              <a:solidFill>
                <a:srgbClr val="FF0000"/>
              </a:solidFill>
            </a:endParaRPr>
          </a:p>
          <a:p>
            <a:r>
              <a:rPr lang="en-US" altLang="zh-CN" sz="1800">
                <a:solidFill>
                  <a:srgbClr val="FF0000"/>
                </a:solidFill>
              </a:rPr>
              <a:t>}</a:t>
            </a:r>
            <a:endParaRPr lang="en-US" altLang="zh-CN" sz="180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p:nvPr>
            <p:ph type="dt" sz="half" idx="10"/>
          </p:nvPr>
        </p:nvSpPr>
        <p:spPr/>
        <p:txBody>
          <a:bodyPr/>
          <a:lstStyle/>
          <a:p>
            <a:fld id="{22B4B6E7-AF89-454F-98AE-AFED4239F98D}" type="datetime1">
              <a:rPr lang="zh-CN" altLang="en-US" smtClean="0"/>
            </a:fld>
            <a:endParaRPr lang="en-US" dirty="0"/>
          </a:p>
        </p:txBody>
      </p:sp>
      <p:sp>
        <p:nvSpPr>
          <p:cNvPr id="5" name="幻灯片编号占位符 4"/>
          <p:cNvSpPr/>
          <p:nvPr>
            <p:ph type="sldNum" sz="quarter" idx="12"/>
          </p:nvPr>
        </p:nvSpPr>
        <p:spPr/>
        <p:txBody>
          <a:bodyPr/>
          <a:lstStyle/>
          <a:p>
            <a:fld id="{4FAB73BC-B049-4115-A692-8D63A059BFB8}" type="slidenum">
              <a:rPr lang="en-US" smtClean="0"/>
            </a:fld>
            <a:endParaRPr lang="en-US" dirty="0"/>
          </a:p>
        </p:txBody>
      </p:sp>
      <p:pic>
        <p:nvPicPr>
          <p:cNvPr id="6" name="图片 5"/>
          <p:cNvPicPr>
            <a:picLocks noChangeAspect="1"/>
          </p:cNvPicPr>
          <p:nvPr/>
        </p:nvPicPr>
        <p:blipFill>
          <a:blip r:embed="rId1"/>
          <a:stretch>
            <a:fillRect/>
          </a:stretch>
        </p:blipFill>
        <p:spPr>
          <a:xfrm>
            <a:off x="733836" y="620688"/>
            <a:ext cx="7709650" cy="4954147"/>
          </a:xfrm>
          <a:prstGeom prst="rect">
            <a:avLst/>
          </a:prstGeom>
        </p:spPr>
      </p:pic>
      <p:sp>
        <p:nvSpPr>
          <p:cNvPr id="8" name="文本框 7"/>
          <p:cNvSpPr txBox="1"/>
          <p:nvPr/>
        </p:nvSpPr>
        <p:spPr>
          <a:xfrm>
            <a:off x="0" y="5156835"/>
            <a:ext cx="3584575" cy="1613535"/>
          </a:xfrm>
          <a:prstGeom prst="rect">
            <a:avLst/>
          </a:prstGeom>
          <a:noFill/>
          <a:ln>
            <a:solidFill>
              <a:schemeClr val="accent1"/>
            </a:solidFill>
          </a:ln>
        </p:spPr>
        <p:txBody>
          <a:bodyPr wrap="square" rtlCol="0">
            <a:spAutoFit/>
          </a:bodyPr>
          <a:p>
            <a:r>
              <a:rPr lang="en-US" altLang="zh-CN" sz="1800">
                <a:solidFill>
                  <a:srgbClr val="FF0000"/>
                </a:solidFill>
              </a:rPr>
              <a:t>int age = countAge(5);</a:t>
            </a:r>
            <a:endParaRPr lang="en-US" altLang="zh-CN" sz="1800">
              <a:solidFill>
                <a:srgbClr val="FF0000"/>
              </a:solidFill>
            </a:endParaRPr>
          </a:p>
          <a:p>
            <a:endParaRPr lang="en-US" altLang="zh-CN" sz="1800">
              <a:solidFill>
                <a:srgbClr val="FF0000"/>
              </a:solidFill>
            </a:endParaRPr>
          </a:p>
          <a:p>
            <a:r>
              <a:rPr lang="en-US" altLang="zh-CN" sz="1800">
                <a:solidFill>
                  <a:srgbClr val="FF0000"/>
                </a:solidFill>
              </a:rPr>
              <a:t>countAge(int n){</a:t>
            </a:r>
            <a:endParaRPr lang="en-US" altLang="zh-CN" sz="1800">
              <a:solidFill>
                <a:srgbClr val="FF0000"/>
              </a:solidFill>
            </a:endParaRPr>
          </a:p>
          <a:p>
            <a:r>
              <a:rPr lang="en-US" altLang="zh-CN" sz="1800">
                <a:solidFill>
                  <a:srgbClr val="FF0000"/>
                </a:solidFill>
              </a:rPr>
              <a:t>if(n == 1)return 10;</a:t>
            </a:r>
            <a:endParaRPr lang="en-US" altLang="zh-CN" sz="1800">
              <a:solidFill>
                <a:srgbClr val="FF0000"/>
              </a:solidFill>
            </a:endParaRPr>
          </a:p>
          <a:p>
            <a:r>
              <a:rPr lang="en-US" altLang="zh-CN" sz="1800">
                <a:solidFill>
                  <a:srgbClr val="FF0000"/>
                </a:solidFill>
              </a:rPr>
              <a:t>return  age(n-1)+2;</a:t>
            </a:r>
            <a:endParaRPr lang="en-US" altLang="zh-CN" sz="1800">
              <a:solidFill>
                <a:srgbClr val="FF0000"/>
              </a:solidFill>
            </a:endParaRPr>
          </a:p>
          <a:p>
            <a:r>
              <a:rPr lang="en-US" altLang="zh-CN" sz="1800">
                <a:solidFill>
                  <a:srgbClr val="FF0000"/>
                </a:solidFill>
              </a:rPr>
              <a:t>}</a:t>
            </a:r>
            <a:endParaRPr lang="en-US" altLang="zh-CN" sz="1800">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endParaRPr kumimoji="1" lang="zh-CN" altLang="en-US"/>
          </a:p>
        </p:txBody>
      </p:sp>
      <p:sp>
        <p:nvSpPr>
          <p:cNvPr id="3" name="内容占位符 2"/>
          <p:cNvSpPr/>
          <p:nvPr>
            <p:ph idx="1"/>
          </p:nvPr>
        </p:nvSpPr>
        <p:spPr/>
        <p:txBody>
          <a:bodyPr/>
          <a:lstStyle/>
          <a:p>
            <a:endParaRPr kumimoji="1" lang="zh-CN" altLang="en-US"/>
          </a:p>
        </p:txBody>
      </p:sp>
      <p:sp>
        <p:nvSpPr>
          <p:cNvPr id="4" name="日期占位符 3"/>
          <p:cNvSpPr/>
          <p:nvPr>
            <p:ph type="dt" sz="half" idx="10"/>
          </p:nvPr>
        </p:nvSpPr>
        <p:spPr/>
        <p:txBody>
          <a:bodyPr/>
          <a:lstStyle/>
          <a:p>
            <a:fld id="{22B4B6E7-AF89-454F-98AE-AFED4239F98D}" type="datetime1">
              <a:rPr lang="zh-CN" altLang="en-US" smtClean="0"/>
            </a:fld>
            <a:endParaRPr lang="en-US" dirty="0"/>
          </a:p>
        </p:txBody>
      </p:sp>
      <p:sp>
        <p:nvSpPr>
          <p:cNvPr id="5" name="幻灯片编号占位符 4"/>
          <p:cNvSpPr/>
          <p:nvPr>
            <p:ph type="sldNum" sz="quarter" idx="12"/>
          </p:nvPr>
        </p:nvSpPr>
        <p:spPr/>
        <p:txBody>
          <a:bodyPr/>
          <a:lstStyle/>
          <a:p>
            <a:fld id="{4FAB73BC-B049-4115-A692-8D63A059BFB8}" type="slidenum">
              <a:rPr lang="en-US" smtClean="0"/>
            </a:fld>
            <a:endParaRPr lang="en-US" dirty="0"/>
          </a:p>
        </p:txBody>
      </p:sp>
      <p:pic>
        <p:nvPicPr>
          <p:cNvPr id="6" name="图片 5"/>
          <p:cNvPicPr>
            <a:picLocks noChangeAspect="1"/>
          </p:cNvPicPr>
          <p:nvPr/>
        </p:nvPicPr>
        <p:blipFill>
          <a:blip r:embed="rId1"/>
          <a:stretch>
            <a:fillRect/>
          </a:stretch>
        </p:blipFill>
        <p:spPr>
          <a:xfrm>
            <a:off x="19050" y="857250"/>
            <a:ext cx="9105900" cy="51435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endParaRPr kumimoji="1" lang="zh-CN" altLang="en-US"/>
          </a:p>
        </p:txBody>
      </p:sp>
      <p:sp>
        <p:nvSpPr>
          <p:cNvPr id="3" name="内容占位符 2"/>
          <p:cNvSpPr/>
          <p:nvPr>
            <p:ph idx="1"/>
          </p:nvPr>
        </p:nvSpPr>
        <p:spPr/>
        <p:txBody>
          <a:bodyPr/>
          <a:lstStyle/>
          <a:p>
            <a:endParaRPr kumimoji="1" lang="zh-CN" altLang="en-US"/>
          </a:p>
        </p:txBody>
      </p:sp>
      <p:sp>
        <p:nvSpPr>
          <p:cNvPr id="4" name="日期占位符 3"/>
          <p:cNvSpPr/>
          <p:nvPr>
            <p:ph type="dt" sz="half" idx="10"/>
          </p:nvPr>
        </p:nvSpPr>
        <p:spPr/>
        <p:txBody>
          <a:bodyPr/>
          <a:lstStyle/>
          <a:p>
            <a:fld id="{22B4B6E7-AF89-454F-98AE-AFED4239F98D}" type="datetime1">
              <a:rPr lang="zh-CN" altLang="en-US" smtClean="0"/>
            </a:fld>
            <a:endParaRPr lang="en-US" dirty="0"/>
          </a:p>
        </p:txBody>
      </p:sp>
      <p:sp>
        <p:nvSpPr>
          <p:cNvPr id="5" name="幻灯片编号占位符 4"/>
          <p:cNvSpPr/>
          <p:nvPr>
            <p:ph type="sldNum" sz="quarter" idx="12"/>
          </p:nvPr>
        </p:nvSpPr>
        <p:spPr/>
        <p:txBody>
          <a:bodyPr/>
          <a:lstStyle/>
          <a:p>
            <a:fld id="{4FAB73BC-B049-4115-A692-8D63A059BFB8}" type="slidenum">
              <a:rPr lang="en-US" smtClean="0"/>
            </a:fld>
            <a:endParaRPr lang="en-US" dirty="0"/>
          </a:p>
        </p:txBody>
      </p:sp>
      <p:pic>
        <p:nvPicPr>
          <p:cNvPr id="6" name="图片 5"/>
          <p:cNvPicPr>
            <a:picLocks noChangeAspect="1"/>
          </p:cNvPicPr>
          <p:nvPr/>
        </p:nvPicPr>
        <p:blipFill>
          <a:blip r:embed="rId1"/>
          <a:stretch>
            <a:fillRect/>
          </a:stretch>
        </p:blipFill>
        <p:spPr>
          <a:xfrm>
            <a:off x="180594" y="-21554"/>
            <a:ext cx="9144000" cy="6659464"/>
          </a:xfrm>
          <a:prstGeom prst="rect">
            <a:avLst/>
          </a:prstGeom>
        </p:spPr>
      </p:pic>
      <p:pic>
        <p:nvPicPr>
          <p:cNvPr id="7" name="图片 6"/>
          <p:cNvPicPr>
            <a:picLocks noChangeAspect="1"/>
          </p:cNvPicPr>
          <p:nvPr/>
        </p:nvPicPr>
        <p:blipFill>
          <a:blip r:embed="rId2"/>
          <a:stretch>
            <a:fillRect/>
          </a:stretch>
        </p:blipFill>
        <p:spPr>
          <a:xfrm>
            <a:off x="5364088" y="2708920"/>
            <a:ext cx="1054100" cy="393700"/>
          </a:xfrm>
          <a:prstGeom prst="rect">
            <a:avLst/>
          </a:prstGeom>
        </p:spPr>
      </p:pic>
      <p:sp>
        <p:nvSpPr>
          <p:cNvPr id="8" name="文本框 7"/>
          <p:cNvSpPr txBox="1"/>
          <p:nvPr/>
        </p:nvSpPr>
        <p:spPr>
          <a:xfrm>
            <a:off x="5397122" y="2787651"/>
            <a:ext cx="441146" cy="379591"/>
          </a:xfrm>
          <a:prstGeom prst="rect">
            <a:avLst/>
          </a:prstGeom>
          <a:noFill/>
        </p:spPr>
        <p:txBody>
          <a:bodyPr wrap="none" rtlCol="0">
            <a:spAutoFit/>
          </a:bodyPr>
          <a:lstStyle/>
          <a:p>
            <a:r>
              <a:rPr kumimoji="1" lang="en-US" altLang="zh-CN" sz="2400" b="0">
                <a:latin typeface="Times New Roman" pitchFamily="18" charset="0"/>
                <a:cs typeface="Times New Roman" pitchFamily="18" charset="0"/>
              </a:rPr>
              <a:t>f</a:t>
            </a:r>
            <a:r>
              <a:rPr kumimoji="1" lang="en-US" altLang="zh-CN"/>
              <a:t>;</a:t>
            </a:r>
            <a:endParaRPr kumimoji="1"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endParaRPr kumimoji="1" lang="zh-CN" altLang="en-US"/>
          </a:p>
        </p:txBody>
      </p:sp>
      <p:sp>
        <p:nvSpPr>
          <p:cNvPr id="3" name="内容占位符 2"/>
          <p:cNvSpPr/>
          <p:nvPr>
            <p:ph idx="1"/>
          </p:nvPr>
        </p:nvSpPr>
        <p:spPr/>
        <p:txBody>
          <a:bodyPr/>
          <a:lstStyle/>
          <a:p>
            <a:endParaRPr kumimoji="1" lang="zh-CN" altLang="en-US"/>
          </a:p>
        </p:txBody>
      </p:sp>
      <p:sp>
        <p:nvSpPr>
          <p:cNvPr id="4" name="日期占位符 3"/>
          <p:cNvSpPr/>
          <p:nvPr>
            <p:ph type="dt" sz="half" idx="10"/>
          </p:nvPr>
        </p:nvSpPr>
        <p:spPr/>
        <p:txBody>
          <a:bodyPr/>
          <a:lstStyle/>
          <a:p>
            <a:fld id="{22B4B6E7-AF89-454F-98AE-AFED4239F98D}" type="datetime1">
              <a:rPr lang="zh-CN" altLang="en-US" smtClean="0"/>
            </a:fld>
            <a:endParaRPr lang="en-US" dirty="0"/>
          </a:p>
        </p:txBody>
      </p:sp>
      <p:sp>
        <p:nvSpPr>
          <p:cNvPr id="5" name="幻灯片编号占位符 4"/>
          <p:cNvSpPr/>
          <p:nvPr>
            <p:ph type="sldNum" sz="quarter" idx="12"/>
          </p:nvPr>
        </p:nvSpPr>
        <p:spPr/>
        <p:txBody>
          <a:bodyPr/>
          <a:lstStyle/>
          <a:p>
            <a:fld id="{4FAB73BC-B049-4115-A692-8D63A059BFB8}" type="slidenum">
              <a:rPr lang="en-US" smtClean="0"/>
            </a:fld>
            <a:endParaRPr lang="en-US" dirty="0"/>
          </a:p>
        </p:txBody>
      </p:sp>
      <p:pic>
        <p:nvPicPr>
          <p:cNvPr id="6" name="图片 5"/>
          <p:cNvPicPr>
            <a:picLocks noChangeAspect="1"/>
          </p:cNvPicPr>
          <p:nvPr/>
        </p:nvPicPr>
        <p:blipFill>
          <a:blip r:embed="rId1"/>
          <a:stretch>
            <a:fillRect/>
          </a:stretch>
        </p:blipFill>
        <p:spPr>
          <a:xfrm>
            <a:off x="0" y="175204"/>
            <a:ext cx="9144000" cy="6507591"/>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endParaRPr kumimoji="1" lang="zh-CN" altLang="en-US"/>
          </a:p>
        </p:txBody>
      </p:sp>
      <p:sp>
        <p:nvSpPr>
          <p:cNvPr id="3" name="内容占位符 2"/>
          <p:cNvSpPr/>
          <p:nvPr>
            <p:ph idx="1"/>
          </p:nvPr>
        </p:nvSpPr>
        <p:spPr/>
        <p:txBody>
          <a:bodyPr/>
          <a:lstStyle/>
          <a:p>
            <a:endParaRPr kumimoji="1" lang="zh-CN" altLang="en-US"/>
          </a:p>
        </p:txBody>
      </p:sp>
      <p:sp>
        <p:nvSpPr>
          <p:cNvPr id="4" name="日期占位符 3"/>
          <p:cNvSpPr/>
          <p:nvPr>
            <p:ph type="dt" sz="half" idx="10"/>
          </p:nvPr>
        </p:nvSpPr>
        <p:spPr/>
        <p:txBody>
          <a:bodyPr/>
          <a:lstStyle/>
          <a:p>
            <a:fld id="{22B4B6E7-AF89-454F-98AE-AFED4239F98D}" type="datetime1">
              <a:rPr lang="zh-CN" altLang="en-US" smtClean="0"/>
            </a:fld>
            <a:endParaRPr lang="en-US" dirty="0"/>
          </a:p>
        </p:txBody>
      </p:sp>
      <p:sp>
        <p:nvSpPr>
          <p:cNvPr id="5" name="幻灯片编号占位符 4"/>
          <p:cNvSpPr/>
          <p:nvPr>
            <p:ph type="sldNum" sz="quarter" idx="12"/>
          </p:nvPr>
        </p:nvSpPr>
        <p:spPr/>
        <p:txBody>
          <a:bodyPr/>
          <a:lstStyle/>
          <a:p>
            <a:fld id="{4FAB73BC-B049-4115-A692-8D63A059BFB8}" type="slidenum">
              <a:rPr lang="en-US" smtClean="0"/>
            </a:fld>
            <a:endParaRPr lang="en-US" dirty="0"/>
          </a:p>
        </p:txBody>
      </p:sp>
      <p:pic>
        <p:nvPicPr>
          <p:cNvPr id="6" name="图片 5"/>
          <p:cNvPicPr>
            <a:picLocks noChangeAspect="1"/>
          </p:cNvPicPr>
          <p:nvPr/>
        </p:nvPicPr>
        <p:blipFill>
          <a:blip r:embed="rId1"/>
          <a:stretch>
            <a:fillRect/>
          </a:stretch>
        </p:blipFill>
        <p:spPr>
          <a:xfrm>
            <a:off x="0" y="116285"/>
            <a:ext cx="9144000" cy="662542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lstStyle/>
          <a:p>
            <a:endParaRPr kumimoji="1" lang="zh-CN" altLang="en-US"/>
          </a:p>
        </p:txBody>
      </p:sp>
      <p:sp>
        <p:nvSpPr>
          <p:cNvPr id="3" name="内容占位符 2"/>
          <p:cNvSpPr/>
          <p:nvPr>
            <p:ph idx="1"/>
          </p:nvPr>
        </p:nvSpPr>
        <p:spPr/>
        <p:txBody>
          <a:bodyPr/>
          <a:lstStyle/>
          <a:p>
            <a:endParaRPr kumimoji="1" lang="zh-CN" altLang="en-US"/>
          </a:p>
        </p:txBody>
      </p:sp>
      <p:sp>
        <p:nvSpPr>
          <p:cNvPr id="4" name="日期占位符 3"/>
          <p:cNvSpPr/>
          <p:nvPr>
            <p:ph type="dt" sz="half" idx="10"/>
          </p:nvPr>
        </p:nvSpPr>
        <p:spPr/>
        <p:txBody>
          <a:bodyPr/>
          <a:lstStyle/>
          <a:p>
            <a:fld id="{22B4B6E7-AF89-454F-98AE-AFED4239F98D}" type="datetime1">
              <a:rPr lang="zh-CN" altLang="en-US" smtClean="0"/>
            </a:fld>
            <a:endParaRPr lang="en-US" dirty="0"/>
          </a:p>
        </p:txBody>
      </p:sp>
      <p:sp>
        <p:nvSpPr>
          <p:cNvPr id="5" name="幻灯片编号占位符 4"/>
          <p:cNvSpPr/>
          <p:nvPr>
            <p:ph type="sldNum" sz="quarter" idx="12"/>
          </p:nvPr>
        </p:nvSpPr>
        <p:spPr/>
        <p:txBody>
          <a:bodyPr/>
          <a:lstStyle/>
          <a:p>
            <a:fld id="{4FAB73BC-B049-4115-A692-8D63A059BFB8}" type="slidenum">
              <a:rPr lang="en-US" smtClean="0"/>
            </a:fld>
            <a:endParaRPr lang="en-US" dirty="0"/>
          </a:p>
        </p:txBody>
      </p:sp>
      <p:pic>
        <p:nvPicPr>
          <p:cNvPr id="6" name="图片 5"/>
          <p:cNvPicPr>
            <a:picLocks noChangeAspect="1"/>
          </p:cNvPicPr>
          <p:nvPr/>
        </p:nvPicPr>
        <p:blipFill>
          <a:blip r:embed="rId1"/>
          <a:stretch>
            <a:fillRect/>
          </a:stretch>
        </p:blipFill>
        <p:spPr>
          <a:xfrm>
            <a:off x="0" y="58070"/>
            <a:ext cx="9144000" cy="674185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7394" name="Rectangle 2"/>
          <p:cNvSpPr/>
          <p:nvPr>
            <p:ph type="title"/>
          </p:nvPr>
        </p:nvSpPr>
        <p:spPr>
          <a:xfrm>
            <a:off x="685800" y="484632"/>
            <a:ext cx="7772400" cy="999681"/>
          </a:xfrm>
        </p:spPr>
        <p:txBody>
          <a:bodyPr/>
          <a:lstStyle/>
          <a:p>
            <a:r>
              <a:rPr lang="zh-CN" altLang="en-US"/>
              <a:t>变量的作用域 </a:t>
            </a:r>
            <a:endParaRPr lang="zh-CN" altLang="en-US"/>
          </a:p>
        </p:txBody>
      </p:sp>
      <p:sp>
        <p:nvSpPr>
          <p:cNvPr id="187395" name="Rectangle 3"/>
          <p:cNvSpPr/>
          <p:nvPr>
            <p:ph idx="1"/>
          </p:nvPr>
        </p:nvSpPr>
        <p:spPr>
          <a:xfrm>
            <a:off x="395288" y="1484313"/>
            <a:ext cx="8424862" cy="4611687"/>
          </a:xfrm>
        </p:spPr>
        <p:txBody>
          <a:bodyPr/>
          <a:lstStyle/>
          <a:p>
            <a:r>
              <a:rPr lang="zh-CN" altLang="en-US" dirty="0">
                <a:ea typeface="宋体" charset="-122"/>
              </a:rPr>
              <a:t>指在源程序中定义变量的位置及其能被读写访问的范围</a:t>
            </a:r>
            <a:endParaRPr lang="zh-CN" altLang="en-US" dirty="0">
              <a:ea typeface="宋体" charset="-122"/>
            </a:endParaRPr>
          </a:p>
          <a:p>
            <a:r>
              <a:rPr lang="zh-CN" altLang="en-US" dirty="0">
                <a:ea typeface="宋体" charset="-122"/>
              </a:rPr>
              <a:t>分为</a:t>
            </a:r>
            <a:endParaRPr lang="zh-CN" altLang="en-US" dirty="0">
              <a:ea typeface="宋体" charset="-122"/>
            </a:endParaRPr>
          </a:p>
          <a:p>
            <a:pPr lvl="1"/>
            <a:r>
              <a:rPr lang="zh-CN" altLang="en-US" dirty="0">
                <a:ea typeface="宋体" charset="-122"/>
              </a:rPr>
              <a:t>局部变量（</a:t>
            </a:r>
            <a:r>
              <a:rPr lang="en-US" altLang="zh-CN" dirty="0">
                <a:ea typeface="宋体" charset="-122"/>
              </a:rPr>
              <a:t>Local Variable</a:t>
            </a:r>
            <a:r>
              <a:rPr lang="zh-CN" altLang="en-US" dirty="0">
                <a:ea typeface="宋体" charset="-122"/>
              </a:rPr>
              <a:t>） </a:t>
            </a:r>
            <a:endParaRPr lang="zh-CN" altLang="en-US" dirty="0">
              <a:ea typeface="宋体" charset="-122"/>
            </a:endParaRPr>
          </a:p>
          <a:p>
            <a:pPr lvl="1"/>
            <a:r>
              <a:rPr lang="zh-CN" altLang="en-US" dirty="0">
                <a:ea typeface="宋体" charset="-122"/>
              </a:rPr>
              <a:t>全局变量</a:t>
            </a:r>
            <a:r>
              <a:rPr lang="en-US" altLang="zh-CN" dirty="0">
                <a:ea typeface="宋体" charset="-122"/>
              </a:rPr>
              <a:t>(Global Variable )</a:t>
            </a:r>
            <a:endParaRPr lang="en-US" altLang="zh-CN" dirty="0">
              <a:ea typeface="宋体" charset="-122"/>
            </a:endParaRPr>
          </a:p>
          <a:p>
            <a:pPr lvl="1">
              <a:buFontTx/>
              <a:buNone/>
            </a:pPr>
            <a:endParaRPr lang="zh-CN" altLang="en-US" sz="2800" dirty="0">
              <a:solidFill>
                <a:srgbClr val="3366FF"/>
              </a:solidFill>
              <a:ea typeface="宋体" charset="-122"/>
            </a:endParaRPr>
          </a:p>
        </p:txBody>
      </p:sp>
      <p:sp>
        <p:nvSpPr>
          <p:cNvPr id="2" name="日期占位符 1"/>
          <p:cNvSpPr/>
          <p:nvPr>
            <p:ph type="dt" sz="half" idx="10"/>
          </p:nvPr>
        </p:nvSpPr>
        <p:spPr/>
        <p:txBody>
          <a:bodyPr/>
          <a:lstStyle/>
          <a:p>
            <a:fld id="{6B449500-9EB5-8B41-8C14-CD0D4D8D7F14}"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8418" name="Rectangle 2"/>
          <p:cNvSpPr/>
          <p:nvPr>
            <p:ph type="title"/>
          </p:nvPr>
        </p:nvSpPr>
        <p:spPr>
          <a:xfrm>
            <a:off x="685800" y="484632"/>
            <a:ext cx="7772400" cy="1288184"/>
          </a:xfrm>
        </p:spPr>
        <p:txBody>
          <a:bodyPr/>
          <a:lstStyle/>
          <a:p>
            <a:r>
              <a:rPr lang="zh-CN" altLang="en-US"/>
              <a:t>局部变量</a:t>
            </a:r>
            <a:endParaRPr lang="zh-CN" altLang="en-US"/>
          </a:p>
        </p:txBody>
      </p:sp>
      <p:sp>
        <p:nvSpPr>
          <p:cNvPr id="188419" name="Rectangle 3"/>
          <p:cNvSpPr/>
          <p:nvPr>
            <p:ph idx="1"/>
          </p:nvPr>
        </p:nvSpPr>
        <p:spPr>
          <a:xfrm>
            <a:off x="539750" y="1484313"/>
            <a:ext cx="8134350" cy="4611687"/>
          </a:xfrm>
        </p:spPr>
        <p:txBody>
          <a:bodyPr/>
          <a:lstStyle/>
          <a:p>
            <a:pPr>
              <a:lnSpc>
                <a:spcPct val="120000"/>
              </a:lnSpc>
            </a:pPr>
            <a:r>
              <a:rPr lang="zh-CN" altLang="en-US">
                <a:ea typeface="宋体" charset="-122"/>
              </a:rPr>
              <a:t>局部变量</a:t>
            </a:r>
            <a:endParaRPr lang="zh-CN" altLang="en-US">
              <a:ea typeface="宋体" charset="-122"/>
            </a:endParaRPr>
          </a:p>
          <a:p>
            <a:pPr lvl="1">
              <a:lnSpc>
                <a:spcPct val="120000"/>
              </a:lnSpc>
            </a:pPr>
            <a:r>
              <a:rPr lang="zh-CN" altLang="en-US">
                <a:ea typeface="宋体" charset="-122"/>
              </a:rPr>
              <a:t>在语句块内定义的变量</a:t>
            </a:r>
            <a:endParaRPr lang="zh-CN" altLang="en-US">
              <a:ea typeface="宋体" charset="-122"/>
            </a:endParaRPr>
          </a:p>
          <a:p>
            <a:pPr lvl="1">
              <a:lnSpc>
                <a:spcPct val="120000"/>
              </a:lnSpc>
            </a:pPr>
            <a:r>
              <a:rPr lang="zh-CN" altLang="en-US">
                <a:ea typeface="宋体" charset="-122"/>
              </a:rPr>
              <a:t>形参也是局部变量</a:t>
            </a:r>
            <a:endParaRPr lang="zh-CN" altLang="en-US">
              <a:ea typeface="宋体" charset="-122"/>
            </a:endParaRPr>
          </a:p>
          <a:p>
            <a:pPr>
              <a:lnSpc>
                <a:spcPct val="120000"/>
              </a:lnSpc>
            </a:pPr>
            <a:r>
              <a:rPr lang="zh-CN" altLang="en-US">
                <a:ea typeface="宋体" charset="-122"/>
              </a:rPr>
              <a:t>特点</a:t>
            </a:r>
            <a:endParaRPr lang="zh-CN" altLang="en-US">
              <a:ea typeface="宋体" charset="-122"/>
            </a:endParaRPr>
          </a:p>
          <a:p>
            <a:pPr lvl="1">
              <a:lnSpc>
                <a:spcPct val="120000"/>
              </a:lnSpc>
            </a:pPr>
            <a:r>
              <a:rPr lang="zh-CN" altLang="en-US">
                <a:ea typeface="宋体" charset="-122"/>
              </a:rPr>
              <a:t>定义时不会自动初始化，除非程序员指定初值</a:t>
            </a:r>
            <a:endParaRPr lang="zh-CN" altLang="en-US">
              <a:ea typeface="宋体" charset="-122"/>
            </a:endParaRPr>
          </a:p>
          <a:p>
            <a:pPr lvl="1">
              <a:lnSpc>
                <a:spcPct val="120000"/>
              </a:lnSpc>
            </a:pPr>
            <a:r>
              <a:rPr lang="zh-CN" altLang="en-US">
                <a:ea typeface="宋体" charset="-122"/>
              </a:rPr>
              <a:t>进入语句块时获得内存，仅能由语句块内语句访问，退出语句块时释放内存，不再有效 </a:t>
            </a:r>
            <a:endParaRPr lang="zh-CN" altLang="en-US">
              <a:ea typeface="宋体" charset="-122"/>
            </a:endParaRPr>
          </a:p>
          <a:p>
            <a:pPr lvl="1">
              <a:lnSpc>
                <a:spcPct val="120000"/>
              </a:lnSpc>
            </a:pPr>
            <a:r>
              <a:rPr lang="zh-CN" altLang="en-US">
                <a:ea typeface="宋体" charset="-122"/>
              </a:rPr>
              <a:t>并列语句块各自定义的同名变量互不干扰   </a:t>
            </a:r>
            <a:endParaRPr lang="zh-CN" altLang="en-US">
              <a:ea typeface="宋体" charset="-122"/>
            </a:endParaRPr>
          </a:p>
        </p:txBody>
      </p:sp>
      <p:sp>
        <p:nvSpPr>
          <p:cNvPr id="2" name="日期占位符 1"/>
          <p:cNvSpPr/>
          <p:nvPr>
            <p:ph type="dt" sz="half" idx="10"/>
          </p:nvPr>
        </p:nvSpPr>
        <p:spPr/>
        <p:txBody>
          <a:bodyPr/>
          <a:lstStyle/>
          <a:p>
            <a:fld id="{CFE0A659-A130-E343-987E-40DBC8C040CC}"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8722" name="Rectangle 2"/>
          <p:cNvSpPr/>
          <p:nvPr>
            <p:ph type="title"/>
          </p:nvPr>
        </p:nvSpPr>
        <p:spPr>
          <a:xfrm>
            <a:off x="685800" y="484632"/>
            <a:ext cx="7772400" cy="527621"/>
          </a:xfrm>
        </p:spPr>
        <p:txBody>
          <a:bodyPr>
            <a:normAutofit fontScale="90000"/>
          </a:bodyPr>
          <a:lstStyle/>
          <a:p>
            <a:r>
              <a:rPr lang="zh-CN" altLang="en-US"/>
              <a:t>全局变量</a:t>
            </a:r>
            <a:endParaRPr lang="zh-CN" altLang="en-US">
              <a:ea typeface="宋体" charset="-122"/>
            </a:endParaRPr>
          </a:p>
        </p:txBody>
      </p:sp>
      <p:sp>
        <p:nvSpPr>
          <p:cNvPr id="158723" name="Rectangle 3"/>
          <p:cNvSpPr/>
          <p:nvPr>
            <p:ph idx="1"/>
          </p:nvPr>
        </p:nvSpPr>
        <p:spPr>
          <a:xfrm>
            <a:off x="179388" y="1196975"/>
            <a:ext cx="8748712" cy="5256213"/>
          </a:xfrm>
        </p:spPr>
        <p:txBody>
          <a:bodyPr/>
          <a:lstStyle/>
          <a:p>
            <a:pPr>
              <a:lnSpc>
                <a:spcPct val="110000"/>
              </a:lnSpc>
            </a:pPr>
            <a:r>
              <a:rPr lang="zh-CN" altLang="en-US">
                <a:ea typeface="宋体" charset="-122"/>
              </a:rPr>
              <a:t>全局变量</a:t>
            </a:r>
            <a:endParaRPr lang="zh-CN" altLang="en-US">
              <a:ea typeface="宋体" charset="-122"/>
            </a:endParaRPr>
          </a:p>
          <a:p>
            <a:pPr lvl="1">
              <a:lnSpc>
                <a:spcPct val="110000"/>
              </a:lnSpc>
            </a:pPr>
            <a:r>
              <a:rPr lang="zh-CN" altLang="en-US">
                <a:ea typeface="宋体" charset="-122"/>
              </a:rPr>
              <a:t>在所有函数之外定义的变量</a:t>
            </a:r>
            <a:endParaRPr lang="zh-CN" altLang="en-US">
              <a:ea typeface="宋体" charset="-122"/>
            </a:endParaRPr>
          </a:p>
          <a:p>
            <a:pPr>
              <a:lnSpc>
                <a:spcPct val="110000"/>
              </a:lnSpc>
            </a:pPr>
            <a:r>
              <a:rPr lang="zh-CN" altLang="en-US">
                <a:ea typeface="宋体" charset="-122"/>
              </a:rPr>
              <a:t>特点</a:t>
            </a:r>
            <a:endParaRPr lang="zh-CN" altLang="en-US">
              <a:ea typeface="宋体" charset="-122"/>
            </a:endParaRPr>
          </a:p>
          <a:p>
            <a:pPr lvl="1">
              <a:lnSpc>
                <a:spcPct val="110000"/>
              </a:lnSpc>
            </a:pPr>
            <a:r>
              <a:rPr lang="zh-CN" altLang="en-US">
                <a:ea typeface="宋体" charset="-122"/>
              </a:rPr>
              <a:t>在程序中定义它的位置以后都有效</a:t>
            </a:r>
            <a:endParaRPr lang="zh-CN" altLang="en-US">
              <a:ea typeface="宋体" charset="-122"/>
            </a:endParaRPr>
          </a:p>
          <a:p>
            <a:pPr lvl="1">
              <a:lnSpc>
                <a:spcPct val="110000"/>
              </a:lnSpc>
            </a:pPr>
            <a:r>
              <a:rPr lang="zh-CN" altLang="en-US">
                <a:ea typeface="宋体" charset="-122"/>
              </a:rPr>
              <a:t>在定义点之前或在其他文件中引用，应该进行如下声明：</a:t>
            </a:r>
            <a:endParaRPr lang="zh-CN" altLang="en-US">
              <a:ea typeface="宋体" charset="-122"/>
            </a:endParaRPr>
          </a:p>
          <a:p>
            <a:pPr lvl="1">
              <a:lnSpc>
                <a:spcPct val="110000"/>
              </a:lnSpc>
              <a:buFontTx/>
              <a:buNone/>
            </a:pPr>
            <a:r>
              <a:rPr lang="en-US" altLang="zh-CN">
                <a:solidFill>
                  <a:srgbClr val="0033CC"/>
                </a:solidFill>
                <a:latin typeface="Courier New" charset="0"/>
                <a:ea typeface="宋体" charset="-122"/>
              </a:rPr>
              <a:t>  extern </a:t>
            </a:r>
            <a:r>
              <a:rPr lang="zh-CN" altLang="en-US">
                <a:solidFill>
                  <a:srgbClr val="0033CC"/>
                </a:solidFill>
                <a:latin typeface="Courier New" charset="0"/>
                <a:ea typeface="宋体" charset="-122"/>
              </a:rPr>
              <a:t>类型名  变量名</a:t>
            </a:r>
            <a:r>
              <a:rPr lang="en-US" altLang="zh-CN">
                <a:solidFill>
                  <a:srgbClr val="0033CC"/>
                </a:solidFill>
                <a:latin typeface="Courier New" charset="0"/>
                <a:ea typeface="宋体" charset="-122"/>
              </a:rPr>
              <a:t>;</a:t>
            </a:r>
            <a:endParaRPr lang="en-US" altLang="zh-CN">
              <a:solidFill>
                <a:srgbClr val="0033CC"/>
              </a:solidFill>
              <a:latin typeface="Courier New" charset="0"/>
              <a:ea typeface="宋体" charset="-122"/>
            </a:endParaRPr>
          </a:p>
          <a:p>
            <a:pPr lvl="1">
              <a:lnSpc>
                <a:spcPct val="110000"/>
              </a:lnSpc>
            </a:pPr>
            <a:r>
              <a:rPr lang="zh-CN" altLang="en-US">
                <a:ea typeface="宋体" charset="-122"/>
              </a:rPr>
              <a:t>从程序运行起即占据内存，程序运行过程中可随时访问，程序退出时释放内存 </a:t>
            </a:r>
            <a:endParaRPr lang="zh-CN" altLang="en-US">
              <a:ea typeface="宋体" charset="-122"/>
            </a:endParaRPr>
          </a:p>
          <a:p>
            <a:pPr lvl="1">
              <a:lnSpc>
                <a:spcPct val="110000"/>
              </a:lnSpc>
            </a:pPr>
            <a:r>
              <a:rPr lang="zh-CN" altLang="en-US">
                <a:ea typeface="宋体" charset="-122"/>
              </a:rPr>
              <a:t>使函数之间的数据交换更容易，也更高效</a:t>
            </a:r>
            <a:endParaRPr lang="en-US" altLang="zh-CN">
              <a:ea typeface="宋体" charset="-122"/>
            </a:endParaRPr>
          </a:p>
          <a:p>
            <a:pPr lvl="2">
              <a:lnSpc>
                <a:spcPct val="110000"/>
              </a:lnSpc>
            </a:pPr>
            <a:r>
              <a:rPr lang="zh-CN" altLang="en-US">
                <a:ea typeface="宋体" charset="-122"/>
              </a:rPr>
              <a:t>但是并不推荐使用，尽量少用</a:t>
            </a:r>
            <a:endParaRPr lang="zh-CN" altLang="en-US">
              <a:ea typeface="宋体" charset="-122"/>
            </a:endParaRPr>
          </a:p>
          <a:p>
            <a:pPr lvl="2">
              <a:lnSpc>
                <a:spcPct val="110000"/>
              </a:lnSpc>
            </a:pPr>
            <a:r>
              <a:rPr lang="zh-CN" altLang="en-US">
                <a:ea typeface="宋体" charset="-122"/>
              </a:rPr>
              <a:t>因为谁都可以改写全局变量，所以很难确定是谁改写了它</a:t>
            </a:r>
            <a:endParaRPr lang="zh-CN" altLang="en-US">
              <a:ea typeface="宋体" charset="-122"/>
            </a:endParaRPr>
          </a:p>
        </p:txBody>
      </p:sp>
      <p:sp>
        <p:nvSpPr>
          <p:cNvPr id="2" name="日期占位符 1"/>
          <p:cNvSpPr/>
          <p:nvPr>
            <p:ph type="dt" sz="half" idx="10"/>
          </p:nvPr>
        </p:nvSpPr>
        <p:spPr/>
        <p:txBody>
          <a:bodyPr/>
          <a:lstStyle/>
          <a:p>
            <a:fld id="{7555ACD6-1D8C-E74A-B3E5-F4F1F652DDFD}"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5586" name="Rectangle 2"/>
          <p:cNvSpPr/>
          <p:nvPr>
            <p:ph type="title"/>
          </p:nvPr>
        </p:nvSpPr>
        <p:spPr>
          <a:xfrm>
            <a:off x="7019925" y="333375"/>
            <a:ext cx="1728788" cy="839788"/>
          </a:xfrm>
        </p:spPr>
        <p:txBody>
          <a:bodyPr/>
          <a:lstStyle/>
          <a:p>
            <a:pPr>
              <a:defRPr/>
            </a:pPr>
            <a:r>
              <a:rPr lang="zh-CN" altLang="en-US"/>
              <a:t>例</a:t>
            </a:r>
            <a:r>
              <a:rPr lang="en-US" altLang="zh-CN"/>
              <a:t>5.7 </a:t>
            </a:r>
            <a:endParaRPr lang="zh-CN" altLang="en-US"/>
          </a:p>
        </p:txBody>
      </p:sp>
      <p:sp>
        <p:nvSpPr>
          <p:cNvPr id="195587" name="Rectangle 3"/>
          <p:cNvSpPr/>
          <p:nvPr>
            <p:ph idx="1"/>
          </p:nvPr>
        </p:nvSpPr>
        <p:spPr>
          <a:xfrm>
            <a:off x="179388" y="188913"/>
            <a:ext cx="8280400" cy="6408737"/>
          </a:xfrm>
        </p:spPr>
        <p:txBody>
          <a:bodyPr>
            <a:normAutofit fontScale="70000" lnSpcReduction="20000"/>
          </a:bodyPr>
          <a:lstStyle/>
          <a:p>
            <a:pPr>
              <a:lnSpc>
                <a:spcPct val="75000"/>
              </a:lnSpc>
              <a:buFont typeface="Monotype Sorts" charset="2"/>
              <a:buNone/>
            </a:pPr>
            <a:r>
              <a:rPr lang="en-US" altLang="zh-CN" sz="1800">
                <a:solidFill>
                  <a:schemeClr val="tx1"/>
                </a:solidFill>
                <a:latin typeface="Courier New" charset="0"/>
                <a:ea typeface="宋体" charset="-122"/>
              </a:rPr>
              <a:t>#</a:t>
            </a:r>
            <a:r>
              <a:rPr lang="en-US" altLang="zh-CN" sz="1800">
                <a:solidFill>
                  <a:schemeClr val="accent2"/>
                </a:solidFill>
                <a:latin typeface="Courier New" charset="0"/>
                <a:ea typeface="宋体" charset="-122"/>
              </a:rPr>
              <a:t>include</a:t>
            </a:r>
            <a:r>
              <a:rPr lang="en-US" altLang="zh-CN" sz="1800">
                <a:solidFill>
                  <a:schemeClr val="tx1"/>
                </a:solidFill>
                <a:latin typeface="Courier New" charset="0"/>
                <a:ea typeface="宋体" charset="-122"/>
              </a:rPr>
              <a:t> &lt;stdio.h&gt;</a:t>
            </a:r>
            <a:endParaRPr lang="en-US" altLang="zh-CN" sz="1800">
              <a:solidFill>
                <a:schemeClr val="tx1"/>
              </a:solidFill>
              <a:latin typeface="Courier New" charset="0"/>
              <a:ea typeface="宋体" charset="-122"/>
            </a:endParaRPr>
          </a:p>
          <a:p>
            <a:pPr>
              <a:lnSpc>
                <a:spcPct val="75000"/>
              </a:lnSpc>
              <a:buFont typeface="Monotype Sorts" charset="2"/>
              <a:buNone/>
            </a:pP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hlink"/>
                </a:solidFill>
                <a:latin typeface="Courier New" charset="0"/>
                <a:ea typeface="宋体" charset="-122"/>
              </a:rPr>
              <a:t>int global;		/*</a:t>
            </a:r>
            <a:r>
              <a:rPr lang="zh-CN" altLang="fr-FR" sz="1800">
                <a:solidFill>
                  <a:schemeClr val="hlink"/>
                </a:solidFill>
                <a:latin typeface="Courier New" charset="0"/>
                <a:ea typeface="宋体" charset="-122"/>
              </a:rPr>
              <a:t>定义全局变量</a:t>
            </a:r>
            <a:r>
              <a:rPr lang="zh-CN" altLang="en-US" sz="1800">
                <a:solidFill>
                  <a:schemeClr val="hlink"/>
                </a:solidFill>
                <a:latin typeface="Courier New" charset="0"/>
                <a:ea typeface="宋体" charset="-122"/>
              </a:rPr>
              <a:t>*</a:t>
            </a:r>
            <a:r>
              <a:rPr lang="en-US" altLang="zh-CN" sz="1800">
                <a:solidFill>
                  <a:schemeClr val="hlink"/>
                </a:solidFill>
                <a:latin typeface="Courier New" charset="0"/>
                <a:ea typeface="宋体" charset="-122"/>
              </a:rPr>
              <a:t>/</a:t>
            </a:r>
            <a:endParaRPr lang="en-US" altLang="zh-CN" sz="1800">
              <a:solidFill>
                <a:schemeClr val="hlink"/>
              </a:solidFill>
              <a:latin typeface="Courier New" charset="0"/>
              <a:ea typeface="宋体" charset="-122"/>
            </a:endParaRPr>
          </a:p>
          <a:p>
            <a:pPr>
              <a:lnSpc>
                <a:spcPct val="75000"/>
              </a:lnSpc>
              <a:buFont typeface="Monotype Sorts" charset="2"/>
              <a:buNone/>
            </a:pPr>
            <a:endParaRPr lang="en-US" altLang="zh-CN" sz="1800">
              <a:solidFill>
                <a:schemeClr val="hlink"/>
              </a:solidFill>
              <a:latin typeface="Courier New" charset="0"/>
              <a:ea typeface="宋体" charset="-122"/>
            </a:endParaRPr>
          </a:p>
          <a:p>
            <a:pPr>
              <a:lnSpc>
                <a:spcPct val="75000"/>
              </a:lnSpc>
              <a:buFont typeface="Monotype Sorts" charset="2"/>
              <a:buNone/>
            </a:pPr>
            <a:r>
              <a:rPr lang="en-US" altLang="zh-CN" sz="1800">
                <a:solidFill>
                  <a:schemeClr val="accent2"/>
                </a:solidFill>
                <a:latin typeface="Courier New" charset="0"/>
                <a:ea typeface="宋体" charset="-122"/>
              </a:rPr>
              <a:t>void</a:t>
            </a:r>
            <a:r>
              <a:rPr lang="en-US" altLang="zh-CN" sz="1800">
                <a:solidFill>
                  <a:schemeClr val="tx1"/>
                </a:solidFill>
                <a:latin typeface="Courier New" charset="0"/>
                <a:ea typeface="宋体" charset="-122"/>
              </a:rPr>
              <a:t> GlobalPlusPlus(</a:t>
            </a:r>
            <a:r>
              <a:rPr lang="en-US" altLang="zh-CN" sz="1800">
                <a:solidFill>
                  <a:schemeClr val="accent2"/>
                </a:solidFill>
                <a:latin typeface="Courier New" charset="0"/>
                <a:ea typeface="宋体" charset="-122"/>
              </a:rPr>
              <a:t>void</a:t>
            </a:r>
            <a:r>
              <a:rPr lang="en-US" altLang="zh-CN" sz="1800">
                <a:solidFill>
                  <a:schemeClr val="tx1"/>
                </a:solidFill>
                <a:latin typeface="Courier New" charset="0"/>
                <a:ea typeface="宋体" charset="-122"/>
              </a:rPr>
              <a:t>);</a:t>
            </a:r>
            <a:endParaRPr lang="en-US" altLang="zh-CN" sz="1800">
              <a:solidFill>
                <a:schemeClr val="tx1"/>
              </a:solidFill>
              <a:latin typeface="Courier New" charset="0"/>
              <a:ea typeface="宋体" charset="-122"/>
            </a:endParaRPr>
          </a:p>
          <a:p>
            <a:pPr>
              <a:lnSpc>
                <a:spcPct val="75000"/>
              </a:lnSpc>
              <a:buFont typeface="Monotype Sorts" charset="2"/>
              <a:buNone/>
            </a:pP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main()</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	global = 1;</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	</a:t>
            </a:r>
            <a:r>
              <a:rPr lang="en-US" altLang="zh-CN" sz="1800">
                <a:solidFill>
                  <a:schemeClr val="accent2"/>
                </a:solidFill>
                <a:latin typeface="Courier New" charset="0"/>
                <a:ea typeface="宋体" charset="-122"/>
              </a:rPr>
              <a:t>printf</a:t>
            </a:r>
            <a:r>
              <a:rPr lang="en-US" altLang="zh-CN" sz="1800">
                <a:solidFill>
                  <a:schemeClr val="tx1"/>
                </a:solidFill>
                <a:latin typeface="Courier New" charset="0"/>
                <a:ea typeface="宋体" charset="-122"/>
              </a:rPr>
              <a:t>("Before GlobalPlusPlus(), it is %d\n", global);</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	GlobalPlusPlus();</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	</a:t>
            </a:r>
            <a:r>
              <a:rPr lang="en-US" altLang="zh-CN" sz="1800">
                <a:solidFill>
                  <a:schemeClr val="accent2"/>
                </a:solidFill>
                <a:latin typeface="Courier New" charset="0"/>
                <a:ea typeface="宋体" charset="-122"/>
              </a:rPr>
              <a:t>printf</a:t>
            </a:r>
            <a:r>
              <a:rPr lang="en-US" altLang="zh-CN" sz="1800">
                <a:solidFill>
                  <a:schemeClr val="tx1"/>
                </a:solidFill>
                <a:latin typeface="Courier New" charset="0"/>
                <a:ea typeface="宋体" charset="-122"/>
              </a:rPr>
              <a:t>("After GlobalPlusPlus(), it is %d\n", global);</a:t>
            </a:r>
            <a:endParaRPr lang="fr-FR" altLang="zh-CN" sz="1800">
              <a:solidFill>
                <a:schemeClr val="tx1"/>
              </a:solidFill>
              <a:latin typeface="Courier New" charset="0"/>
              <a:ea typeface="宋体" charset="-122"/>
            </a:endParaRPr>
          </a:p>
          <a:p>
            <a:pPr>
              <a:lnSpc>
                <a:spcPct val="75000"/>
              </a:lnSpc>
              <a:buFont typeface="Monotype Sorts" charset="2"/>
              <a:buNone/>
            </a:pPr>
            <a:r>
              <a:rPr lang="fr-FR" altLang="zh-CN" sz="1800">
                <a:solidFill>
                  <a:schemeClr val="tx1"/>
                </a:solidFill>
                <a:latin typeface="Courier New" charset="0"/>
                <a:ea typeface="宋体" charset="-122"/>
              </a:rPr>
              <a:t>}</a:t>
            </a:r>
            <a:endParaRPr lang="fr-FR" altLang="zh-CN" sz="1800">
              <a:solidFill>
                <a:schemeClr val="tx1"/>
              </a:solidFill>
              <a:latin typeface="Courier New" charset="0"/>
              <a:ea typeface="宋体" charset="-122"/>
            </a:endParaRPr>
          </a:p>
          <a:p>
            <a:pPr>
              <a:lnSpc>
                <a:spcPct val="75000"/>
              </a:lnSpc>
              <a:buFont typeface="Monotype Sorts" charset="2"/>
              <a:buNone/>
            </a:pPr>
            <a:endParaRPr lang="fr-FR" altLang="zh-CN" sz="1800">
              <a:solidFill>
                <a:schemeClr val="tx1"/>
              </a:solidFill>
              <a:latin typeface="Courier New" charset="0"/>
              <a:ea typeface="宋体" charset="-122"/>
            </a:endParaRPr>
          </a:p>
          <a:p>
            <a:pPr>
              <a:lnSpc>
                <a:spcPct val="75000"/>
              </a:lnSpc>
              <a:buFont typeface="Monotype Sorts" charset="2"/>
              <a:buNone/>
            </a:pPr>
            <a:r>
              <a:rPr lang="fr-FR" altLang="zh-CN" sz="1800">
                <a:solidFill>
                  <a:schemeClr val="tx1"/>
                </a:solidFill>
                <a:latin typeface="Courier New" charset="0"/>
                <a:ea typeface="宋体" charset="-122"/>
              </a:rPr>
              <a:t>/* </a:t>
            </a:r>
            <a:r>
              <a:rPr lang="zh-CN" altLang="fr-FR" sz="1800">
                <a:solidFill>
                  <a:schemeClr val="tx1"/>
                </a:solidFill>
                <a:latin typeface="Courier New" charset="0"/>
                <a:ea typeface="宋体" charset="-122"/>
              </a:rPr>
              <a:t>函数功能：    对</a:t>
            </a:r>
            <a:r>
              <a:rPr lang="zh-CN" altLang="fr-FR" sz="1800">
                <a:solidFill>
                  <a:schemeClr val="hlink"/>
                </a:solidFill>
                <a:latin typeface="Courier New" charset="0"/>
                <a:ea typeface="宋体" charset="-122"/>
              </a:rPr>
              <a:t>全局变量</a:t>
            </a:r>
            <a:r>
              <a:rPr lang="fr-FR" altLang="zh-CN" sz="1800">
                <a:solidFill>
                  <a:schemeClr val="hlink"/>
                </a:solidFill>
                <a:latin typeface="Courier New" charset="0"/>
                <a:ea typeface="宋体" charset="-122"/>
              </a:rPr>
              <a:t>global</a:t>
            </a:r>
            <a:r>
              <a:rPr lang="zh-CN" altLang="fr-FR" sz="1800">
                <a:solidFill>
                  <a:schemeClr val="tx1"/>
                </a:solidFill>
                <a:latin typeface="Courier New" charset="0"/>
                <a:ea typeface="宋体" charset="-122"/>
              </a:rPr>
              <a:t>加</a:t>
            </a:r>
            <a:r>
              <a:rPr lang="fr-FR" altLang="zh-CN" sz="1800">
                <a:solidFill>
                  <a:schemeClr val="tx1"/>
                </a:solidFill>
                <a:latin typeface="Courier New" charset="0"/>
                <a:ea typeface="宋体" charset="-122"/>
              </a:rPr>
              <a:t>1</a:t>
            </a:r>
            <a:r>
              <a:rPr lang="zh-CN" altLang="fr-FR" sz="1800">
                <a:solidFill>
                  <a:schemeClr val="tx1"/>
                </a:solidFill>
                <a:latin typeface="Courier New" charset="0"/>
                <a:ea typeface="宋体" charset="-122"/>
              </a:rPr>
              <a:t>，并打印加</a:t>
            </a:r>
            <a:r>
              <a:rPr lang="fr-FR" altLang="zh-CN" sz="1800">
                <a:solidFill>
                  <a:schemeClr val="tx1"/>
                </a:solidFill>
                <a:latin typeface="Courier New" charset="0"/>
                <a:ea typeface="宋体" charset="-122"/>
              </a:rPr>
              <a:t>1</a:t>
            </a:r>
            <a:r>
              <a:rPr lang="zh-CN" altLang="fr-FR" sz="1800">
                <a:solidFill>
                  <a:schemeClr val="tx1"/>
                </a:solidFill>
                <a:latin typeface="Courier New" charset="0"/>
                <a:ea typeface="宋体" charset="-122"/>
              </a:rPr>
              <a:t>之前与之后的值</a:t>
            </a:r>
            <a:endParaRPr lang="zh-CN" altLang="fr-FR" sz="1800">
              <a:solidFill>
                <a:schemeClr val="tx1"/>
              </a:solidFill>
              <a:latin typeface="Courier New" charset="0"/>
              <a:ea typeface="宋体" charset="-122"/>
            </a:endParaRPr>
          </a:p>
          <a:p>
            <a:pPr>
              <a:lnSpc>
                <a:spcPct val="75000"/>
              </a:lnSpc>
              <a:buFont typeface="Monotype Sorts" charset="2"/>
              <a:buNone/>
            </a:pPr>
            <a:r>
              <a:rPr lang="zh-CN" altLang="fr-FR" sz="1800">
                <a:solidFill>
                  <a:schemeClr val="tx1"/>
                </a:solidFill>
                <a:latin typeface="Courier New" charset="0"/>
                <a:ea typeface="宋体" charset="-122"/>
              </a:rPr>
              <a:t>   函数入口参数： 无</a:t>
            </a:r>
            <a:endParaRPr lang="zh-CN" altLang="fr-FR" sz="1800">
              <a:solidFill>
                <a:schemeClr val="tx1"/>
              </a:solidFill>
              <a:latin typeface="Courier New" charset="0"/>
              <a:ea typeface="宋体" charset="-122"/>
            </a:endParaRPr>
          </a:p>
          <a:p>
            <a:pPr>
              <a:lnSpc>
                <a:spcPct val="75000"/>
              </a:lnSpc>
              <a:buFont typeface="Monotype Sorts" charset="2"/>
              <a:buNone/>
            </a:pPr>
            <a:r>
              <a:rPr lang="zh-CN" altLang="fr-FR" sz="1800">
                <a:solidFill>
                  <a:schemeClr val="tx1"/>
                </a:solidFill>
                <a:latin typeface="Courier New" charset="0"/>
                <a:ea typeface="宋体" charset="-122"/>
              </a:rPr>
              <a:t>   函数返回值：   无</a:t>
            </a:r>
            <a:endParaRPr lang="zh-CN" altLang="en-US" sz="1800">
              <a:solidFill>
                <a:schemeClr val="tx1"/>
              </a:solidFill>
              <a:latin typeface="Courier New" charset="0"/>
              <a:ea typeface="宋体" charset="-122"/>
            </a:endParaRPr>
          </a:p>
          <a:p>
            <a:pPr>
              <a:lnSpc>
                <a:spcPct val="75000"/>
              </a:lnSpc>
              <a:buFont typeface="Monotype Sorts" charset="2"/>
              <a:buNone/>
            </a:pPr>
            <a:r>
              <a:rPr lang="zh-CN" altLang="en-US" sz="1800">
                <a:solidFill>
                  <a:schemeClr val="tx1"/>
                </a:solidFill>
                <a:latin typeface="Courier New" charset="0"/>
                <a:ea typeface="宋体" charset="-122"/>
              </a:rPr>
              <a:t>*</a:t>
            </a:r>
            <a:r>
              <a:rPr lang="en-US" altLang="zh-CN" sz="1800">
                <a:solidFill>
                  <a:schemeClr val="tx1"/>
                </a:solidFill>
                <a:latin typeface="Courier New" charset="0"/>
                <a:ea typeface="宋体" charset="-122"/>
              </a:rPr>
              <a:t>/</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accent2"/>
                </a:solidFill>
                <a:latin typeface="Courier New" charset="0"/>
                <a:ea typeface="宋体" charset="-122"/>
              </a:rPr>
              <a:t>void</a:t>
            </a:r>
            <a:r>
              <a:rPr lang="en-US" altLang="zh-CN" sz="1800">
                <a:solidFill>
                  <a:schemeClr val="tx1"/>
                </a:solidFill>
                <a:latin typeface="Courier New" charset="0"/>
                <a:ea typeface="宋体" charset="-122"/>
              </a:rPr>
              <a:t> GlobalPlusPlus(</a:t>
            </a:r>
            <a:r>
              <a:rPr lang="en-US" altLang="zh-CN" sz="1800">
                <a:solidFill>
                  <a:schemeClr val="accent2"/>
                </a:solidFill>
                <a:latin typeface="Courier New" charset="0"/>
                <a:ea typeface="宋体" charset="-122"/>
              </a:rPr>
              <a:t>void</a:t>
            </a:r>
            <a:r>
              <a:rPr lang="en-US" altLang="zh-CN" sz="1800">
                <a:solidFill>
                  <a:schemeClr val="tx1"/>
                </a:solidFill>
                <a:latin typeface="Courier New" charset="0"/>
                <a:ea typeface="宋体" charset="-122"/>
              </a:rPr>
              <a:t>)</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	</a:t>
            </a:r>
            <a:r>
              <a:rPr lang="en-US" altLang="zh-CN" sz="1800">
                <a:solidFill>
                  <a:schemeClr val="accent2"/>
                </a:solidFill>
                <a:latin typeface="Courier New" charset="0"/>
                <a:ea typeface="宋体" charset="-122"/>
              </a:rPr>
              <a:t>printf</a:t>
            </a:r>
            <a:r>
              <a:rPr lang="en-US" altLang="zh-CN" sz="1800">
                <a:solidFill>
                  <a:schemeClr val="tx1"/>
                </a:solidFill>
                <a:latin typeface="Courier New" charset="0"/>
                <a:ea typeface="宋体" charset="-122"/>
              </a:rPr>
              <a:t>("Before ++, it is %d\n", global);</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	global++;</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	</a:t>
            </a:r>
            <a:r>
              <a:rPr lang="en-US" altLang="zh-CN" sz="1800">
                <a:solidFill>
                  <a:schemeClr val="accent2"/>
                </a:solidFill>
                <a:latin typeface="Courier New" charset="0"/>
                <a:ea typeface="宋体" charset="-122"/>
              </a:rPr>
              <a:t>printf</a:t>
            </a:r>
            <a:r>
              <a:rPr lang="en-US" altLang="zh-CN" sz="1800">
                <a:solidFill>
                  <a:schemeClr val="tx1"/>
                </a:solidFill>
                <a:latin typeface="Courier New" charset="0"/>
                <a:ea typeface="宋体" charset="-122"/>
              </a:rPr>
              <a:t>("After ++, it is %d\n", global);</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a:t>
            </a:r>
            <a:endParaRPr lang="zh-CN" altLang="en-US" sz="1800">
              <a:solidFill>
                <a:schemeClr val="tx1"/>
              </a:solidFill>
              <a:latin typeface="Courier New" charset="0"/>
              <a:ea typeface="宋体" charset="-122"/>
            </a:endParaRPr>
          </a:p>
        </p:txBody>
      </p:sp>
      <p:sp>
        <p:nvSpPr>
          <p:cNvPr id="195588" name="Text Box 4"/>
          <p:cNvSpPr txBox="1"/>
          <p:nvPr/>
        </p:nvSpPr>
        <p:spPr bwMode="auto">
          <a:xfrm>
            <a:off x="4902200" y="4303713"/>
            <a:ext cx="4176713" cy="1069975"/>
          </a:xfrm>
          <a:prstGeom prst="rect">
            <a:avLst/>
          </a:prstGeom>
          <a:solidFill>
            <a:schemeClr val="tx2"/>
          </a:solidFill>
          <a:ln w="12700">
            <a:noFill/>
            <a:miter lim="800000"/>
            <a:headEnd type="none" w="sm" len="sm"/>
            <a:tailEnd type="none" w="sm" len="sm"/>
          </a:ln>
          <a:effectLst/>
        </p:spPr>
        <p:txBody>
          <a:bodyPr>
            <a:spAutoFit/>
          </a:bodyPr>
          <a:lstStyle/>
          <a:p>
            <a:pPr>
              <a:lnSpc>
                <a:spcPct val="100000"/>
              </a:lnSpc>
              <a:spcBef>
                <a:spcPct val="0"/>
              </a:spcBef>
              <a:buClrTx/>
              <a:buSzTx/>
              <a:buFontTx/>
              <a:buNone/>
              <a:defRPr/>
            </a:pPr>
            <a:r>
              <a:rPr lang="en-US" altLang="zh-CN" sz="1600">
                <a:solidFill>
                  <a:schemeClr val="bg1"/>
                </a:solidFill>
                <a:effectLst>
                  <a:outerShdw blurRad="38100" dist="38100" dir="2700000" algn="tl">
                    <a:srgbClr val="9F9F9F"/>
                  </a:outerShdw>
                </a:effectLst>
                <a:latin typeface="Courier New" charset="0"/>
                <a:ea typeface="宋体" charset="-122"/>
              </a:rPr>
              <a:t>Before GlobalPlusPlus(), it is 1</a:t>
            </a:r>
            <a:endParaRPr lang="en-US" altLang="zh-CN" sz="16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600">
                <a:solidFill>
                  <a:schemeClr val="bg1"/>
                </a:solidFill>
                <a:effectLst>
                  <a:outerShdw blurRad="38100" dist="38100" dir="2700000" algn="tl">
                    <a:srgbClr val="9F9F9F"/>
                  </a:outerShdw>
                </a:effectLst>
                <a:latin typeface="Courier New" charset="0"/>
                <a:ea typeface="宋体" charset="-122"/>
              </a:rPr>
              <a:t>Before ++, it is 1</a:t>
            </a:r>
            <a:endParaRPr lang="en-US" altLang="zh-CN" sz="16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600">
                <a:solidFill>
                  <a:schemeClr val="bg1"/>
                </a:solidFill>
                <a:effectLst>
                  <a:outerShdw blurRad="38100" dist="38100" dir="2700000" algn="tl">
                    <a:srgbClr val="9F9F9F"/>
                  </a:outerShdw>
                </a:effectLst>
                <a:latin typeface="Courier New" charset="0"/>
                <a:ea typeface="宋体" charset="-122"/>
              </a:rPr>
              <a:t>After ++, it is 2</a:t>
            </a:r>
            <a:endParaRPr lang="en-US" altLang="zh-CN" sz="16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600">
                <a:solidFill>
                  <a:schemeClr val="bg1"/>
                </a:solidFill>
                <a:effectLst>
                  <a:outerShdw blurRad="38100" dist="38100" dir="2700000" algn="tl">
                    <a:srgbClr val="9F9F9F"/>
                  </a:outerShdw>
                </a:effectLst>
                <a:latin typeface="Courier New" charset="0"/>
                <a:ea typeface="宋体" charset="-122"/>
              </a:rPr>
              <a:t>After GlobalPlusPlus(), it is 2</a:t>
            </a:r>
            <a:endParaRPr lang="zh-CN" altLang="en-US" sz="1600">
              <a:solidFill>
                <a:schemeClr val="bg1"/>
              </a:solidFill>
              <a:effectLst>
                <a:outerShdw blurRad="38100" dist="38100" dir="2700000" algn="tl">
                  <a:srgbClr val="9F9F9F"/>
                </a:outerShdw>
              </a:effectLst>
              <a:latin typeface="Courier New" charset="0"/>
              <a:ea typeface="宋体" charset="-122"/>
            </a:endParaRPr>
          </a:p>
        </p:txBody>
      </p:sp>
      <p:sp>
        <p:nvSpPr>
          <p:cNvPr id="195589" name="Text Box 5"/>
          <p:cNvSpPr txBox="1"/>
          <p:nvPr/>
        </p:nvSpPr>
        <p:spPr bwMode="auto">
          <a:xfrm>
            <a:off x="4500563" y="1268413"/>
            <a:ext cx="4176712" cy="641350"/>
          </a:xfrm>
          <a:prstGeom prst="rect">
            <a:avLst/>
          </a:prstGeom>
          <a:solidFill>
            <a:schemeClr val="tx2"/>
          </a:solidFill>
          <a:ln w="12700">
            <a:noFill/>
            <a:miter lim="800000"/>
            <a:headEnd type="none" w="sm" len="sm"/>
            <a:tailEnd type="none" w="sm" len="sm"/>
          </a:ln>
          <a:effectLst/>
        </p:spPr>
        <p:txBody>
          <a:bodyPr>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nSpc>
                <a:spcPct val="100000"/>
              </a:lnSpc>
              <a:spcBef>
                <a:spcPct val="0"/>
              </a:spcBef>
              <a:buClrTx/>
              <a:buSzTx/>
              <a:buFontTx/>
              <a:buNone/>
            </a:pPr>
            <a:r>
              <a:rPr lang="zh-CN" altLang="en-US" sz="1800">
                <a:solidFill>
                  <a:schemeClr val="bg1"/>
                </a:solidFill>
                <a:effectLst>
                  <a:outerShdw blurRad="38100" dist="38100" dir="2700000" algn="tl">
                    <a:srgbClr val="9F9F9F"/>
                  </a:outerShdw>
                </a:effectLst>
              </a:rPr>
              <a:t>全局变量在程序员不指定初值的情况下自动初始化为零，在此初始化为</a:t>
            </a:r>
            <a:r>
              <a:rPr lang="en-US" altLang="zh-CN" sz="1800">
                <a:solidFill>
                  <a:schemeClr val="hlink"/>
                </a:solidFill>
                <a:effectLst>
                  <a:outerShdw blurRad="38100" dist="38100" dir="2700000" algn="tl">
                    <a:srgbClr val="FFFFFF"/>
                  </a:outerShdw>
                </a:effectLst>
              </a:rPr>
              <a:t>0</a:t>
            </a:r>
            <a:endParaRPr lang="en-US" altLang="zh-CN" sz="1800">
              <a:solidFill>
                <a:schemeClr val="hlink"/>
              </a:solidFill>
              <a:effectLst>
                <a:outerShdw blurRad="38100" dist="38100" dir="2700000" algn="tl">
                  <a:srgbClr val="FFFFFF"/>
                </a:outerShdw>
              </a:effectLst>
            </a:endParaRPr>
          </a:p>
        </p:txBody>
      </p:sp>
      <p:sp>
        <p:nvSpPr>
          <p:cNvPr id="195590" name="Line 6"/>
          <p:cNvSpPr/>
          <p:nvPr/>
        </p:nvSpPr>
        <p:spPr bwMode="auto">
          <a:xfrm flipH="1" flipV="1">
            <a:off x="1835150" y="908050"/>
            <a:ext cx="2665413" cy="360363"/>
          </a:xfrm>
          <a:prstGeom prst="line">
            <a:avLst/>
          </a:prstGeom>
          <a:noFill/>
          <a:ln w="25400">
            <a:solidFill>
              <a:srgbClr val="FF0000"/>
            </a:solidFill>
            <a:round/>
            <a:tailEnd type="stealth" w="med" len="med"/>
          </a:ln>
          <a:effectLst/>
        </p:spPr>
        <p:txBody>
          <a:bodyPr lIns="92075" tIns="46037" rIns="92075" bIns="46037"/>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2" name="日期占位符 1"/>
          <p:cNvSpPr/>
          <p:nvPr>
            <p:ph type="dt" sz="half" idx="10"/>
          </p:nvPr>
        </p:nvSpPr>
        <p:spPr/>
        <p:txBody>
          <a:bodyPr/>
          <a:lstStyle/>
          <a:p>
            <a:fld id="{FA03C5AF-3B9D-3947-B4D5-E81292D6942A}"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5588"/>
                                        </p:tgtEl>
                                        <p:attrNameLst>
                                          <p:attrName>style.visibility</p:attrName>
                                        </p:attrNameLst>
                                      </p:cBhvr>
                                      <p:to>
                                        <p:strVal val="visible"/>
                                      </p:to>
                                    </p:set>
                                    <p:animEffect transition="in" filter="wipe(up)">
                                      <p:cBhvr>
                                        <p:cTn id="7" dur="500"/>
                                        <p:tgtEl>
                                          <p:spTgt spid="1955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5589"/>
                                        </p:tgtEl>
                                        <p:attrNameLst>
                                          <p:attrName>style.visibility</p:attrName>
                                        </p:attrNameLst>
                                      </p:cBhvr>
                                      <p:to>
                                        <p:strVal val="visible"/>
                                      </p:to>
                                    </p:set>
                                    <p:animEffect transition="in" filter="wipe(up)">
                                      <p:cBhvr>
                                        <p:cTn id="12" dur="500"/>
                                        <p:tgtEl>
                                          <p:spTgt spid="19558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95590"/>
                                        </p:tgtEl>
                                        <p:attrNameLst>
                                          <p:attrName>style.visibility</p:attrName>
                                        </p:attrNameLst>
                                      </p:cBhvr>
                                      <p:to>
                                        <p:strVal val="visible"/>
                                      </p:to>
                                    </p:set>
                                    <p:animEffect transition="in" filter="dissolve">
                                      <p:cBhvr>
                                        <p:cTn id="17" dur="500"/>
                                        <p:tgtEl>
                                          <p:spTgt spid="1955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8" grpId="0" animBg="1"/>
      <p:bldP spid="195589"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6610" name="Rectangle 2"/>
          <p:cNvSpPr/>
          <p:nvPr>
            <p:ph type="title"/>
          </p:nvPr>
        </p:nvSpPr>
        <p:spPr>
          <a:xfrm>
            <a:off x="7019925" y="333375"/>
            <a:ext cx="1728788" cy="839788"/>
          </a:xfrm>
        </p:spPr>
        <p:txBody>
          <a:bodyPr/>
          <a:lstStyle/>
          <a:p>
            <a:pPr>
              <a:defRPr/>
            </a:pPr>
            <a:r>
              <a:rPr lang="zh-CN" altLang="en-US"/>
              <a:t>例</a:t>
            </a:r>
            <a:r>
              <a:rPr lang="en-US" altLang="zh-CN"/>
              <a:t>5.8 </a:t>
            </a:r>
            <a:endParaRPr lang="zh-CN" altLang="en-US"/>
          </a:p>
        </p:txBody>
      </p:sp>
      <p:sp>
        <p:nvSpPr>
          <p:cNvPr id="196611" name="Rectangle 3"/>
          <p:cNvSpPr/>
          <p:nvPr>
            <p:ph idx="1"/>
          </p:nvPr>
        </p:nvSpPr>
        <p:spPr>
          <a:xfrm>
            <a:off x="179388" y="188913"/>
            <a:ext cx="8280400" cy="6192837"/>
          </a:xfrm>
        </p:spPr>
        <p:txBody>
          <a:bodyPr>
            <a:normAutofit fontScale="77500" lnSpcReduction="20000"/>
          </a:bodyPr>
          <a:lstStyle/>
          <a:p>
            <a:pPr>
              <a:lnSpc>
                <a:spcPct val="75000"/>
              </a:lnSpc>
              <a:buFont typeface="Monotype Sorts" charset="2"/>
              <a:buNone/>
            </a:pPr>
            <a:r>
              <a:rPr lang="en-US" altLang="zh-CN" sz="1800">
                <a:solidFill>
                  <a:schemeClr val="tx1"/>
                </a:solidFill>
                <a:latin typeface="Courier New" charset="0"/>
                <a:ea typeface="宋体" charset="-122"/>
              </a:rPr>
              <a:t>#</a:t>
            </a:r>
            <a:r>
              <a:rPr lang="en-US" altLang="zh-CN" sz="1800">
                <a:solidFill>
                  <a:schemeClr val="accent2"/>
                </a:solidFill>
                <a:latin typeface="Courier New" charset="0"/>
                <a:ea typeface="宋体" charset="-122"/>
              </a:rPr>
              <a:t>include</a:t>
            </a:r>
            <a:r>
              <a:rPr lang="en-US" altLang="zh-CN" sz="1800">
                <a:solidFill>
                  <a:schemeClr val="tx1"/>
                </a:solidFill>
                <a:latin typeface="Courier New" charset="0"/>
                <a:ea typeface="宋体" charset="-122"/>
              </a:rPr>
              <a:t> &lt;stdio.h&gt;</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		</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accent2"/>
                </a:solidFill>
                <a:latin typeface="Courier New" charset="0"/>
                <a:ea typeface="宋体" charset="-122"/>
              </a:rPr>
              <a:t>void</a:t>
            </a:r>
            <a:r>
              <a:rPr lang="en-US" altLang="zh-CN" sz="1800">
                <a:solidFill>
                  <a:schemeClr val="tx1"/>
                </a:solidFill>
                <a:latin typeface="Courier New" charset="0"/>
                <a:ea typeface="宋体" charset="-122"/>
              </a:rPr>
              <a:t> GlobalPlusPlus(</a:t>
            </a:r>
            <a:r>
              <a:rPr lang="en-US" altLang="zh-CN" sz="1800">
                <a:solidFill>
                  <a:schemeClr val="accent2"/>
                </a:solidFill>
                <a:latin typeface="Courier New" charset="0"/>
                <a:ea typeface="宋体" charset="-122"/>
              </a:rPr>
              <a:t>void</a:t>
            </a:r>
            <a:r>
              <a:rPr lang="en-US" altLang="zh-CN" sz="1800">
                <a:solidFill>
                  <a:schemeClr val="tx1"/>
                </a:solidFill>
                <a:latin typeface="Courier New" charset="0"/>
                <a:ea typeface="宋体" charset="-122"/>
              </a:rPr>
              <a:t>);</a:t>
            </a:r>
            <a:endParaRPr lang="en-US" altLang="zh-CN" sz="1800">
              <a:solidFill>
                <a:schemeClr val="tx1"/>
              </a:solidFill>
              <a:latin typeface="Courier New" charset="0"/>
              <a:ea typeface="宋体" charset="-122"/>
            </a:endParaRPr>
          </a:p>
          <a:p>
            <a:pPr>
              <a:lnSpc>
                <a:spcPct val="75000"/>
              </a:lnSpc>
              <a:buFont typeface="Monotype Sorts" charset="2"/>
              <a:buNone/>
            </a:pP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main()</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	</a:t>
            </a:r>
            <a:r>
              <a:rPr lang="en-US" altLang="zh-CN" sz="1800">
                <a:solidFill>
                  <a:schemeClr val="hlink"/>
                </a:solidFill>
                <a:latin typeface="Courier New" charset="0"/>
                <a:ea typeface="宋体" charset="-122"/>
              </a:rPr>
              <a:t>int global = 1;</a:t>
            </a:r>
            <a:endParaRPr lang="en-US" altLang="zh-CN" sz="1800">
              <a:solidFill>
                <a:schemeClr val="hlink"/>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	</a:t>
            </a:r>
            <a:r>
              <a:rPr lang="en-US" altLang="zh-CN" sz="1800">
                <a:solidFill>
                  <a:schemeClr val="accent2"/>
                </a:solidFill>
                <a:latin typeface="Courier New" charset="0"/>
                <a:ea typeface="宋体" charset="-122"/>
              </a:rPr>
              <a:t>printf</a:t>
            </a:r>
            <a:r>
              <a:rPr lang="en-US" altLang="zh-CN" sz="1800">
                <a:solidFill>
                  <a:schemeClr val="tx1"/>
                </a:solidFill>
                <a:latin typeface="Courier New" charset="0"/>
                <a:ea typeface="宋体" charset="-122"/>
              </a:rPr>
              <a:t>("Before GlobalPlusPlus(), it is %d\n", global);</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	GlobalPlusPlus();</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	</a:t>
            </a:r>
            <a:r>
              <a:rPr lang="en-US" altLang="zh-CN" sz="1800">
                <a:solidFill>
                  <a:schemeClr val="accent2"/>
                </a:solidFill>
                <a:latin typeface="Courier New" charset="0"/>
                <a:ea typeface="宋体" charset="-122"/>
              </a:rPr>
              <a:t>printf</a:t>
            </a:r>
            <a:r>
              <a:rPr lang="en-US" altLang="zh-CN" sz="1800">
                <a:solidFill>
                  <a:schemeClr val="tx1"/>
                </a:solidFill>
                <a:latin typeface="Courier New" charset="0"/>
                <a:ea typeface="宋体" charset="-122"/>
              </a:rPr>
              <a:t>("After GlobalPlusPlus(), it is %d\n", global);</a:t>
            </a:r>
            <a:endParaRPr lang="fr-FR" altLang="zh-CN" sz="1800">
              <a:solidFill>
                <a:schemeClr val="tx1"/>
              </a:solidFill>
              <a:latin typeface="Courier New" charset="0"/>
              <a:ea typeface="宋体" charset="-122"/>
            </a:endParaRPr>
          </a:p>
          <a:p>
            <a:pPr>
              <a:lnSpc>
                <a:spcPct val="75000"/>
              </a:lnSpc>
              <a:buFont typeface="Monotype Sorts" charset="2"/>
              <a:buNone/>
            </a:pPr>
            <a:r>
              <a:rPr lang="fr-FR" altLang="zh-CN" sz="1800">
                <a:solidFill>
                  <a:schemeClr val="tx1"/>
                </a:solidFill>
                <a:latin typeface="Courier New" charset="0"/>
                <a:ea typeface="宋体" charset="-122"/>
              </a:rPr>
              <a:t>}</a:t>
            </a:r>
            <a:endParaRPr lang="fr-FR" altLang="zh-CN" sz="1800">
              <a:solidFill>
                <a:schemeClr val="tx1"/>
              </a:solidFill>
              <a:latin typeface="Courier New" charset="0"/>
              <a:ea typeface="宋体" charset="-122"/>
            </a:endParaRPr>
          </a:p>
          <a:p>
            <a:pPr>
              <a:lnSpc>
                <a:spcPct val="75000"/>
              </a:lnSpc>
              <a:buFont typeface="Monotype Sorts" charset="2"/>
              <a:buNone/>
            </a:pPr>
            <a:endParaRPr lang="fr-FR" altLang="zh-CN" sz="1800">
              <a:solidFill>
                <a:schemeClr val="tx1"/>
              </a:solidFill>
              <a:latin typeface="Courier New" charset="0"/>
              <a:ea typeface="宋体" charset="-122"/>
            </a:endParaRPr>
          </a:p>
          <a:p>
            <a:pPr>
              <a:lnSpc>
                <a:spcPct val="75000"/>
              </a:lnSpc>
              <a:buFont typeface="Monotype Sorts" charset="2"/>
              <a:buNone/>
            </a:pPr>
            <a:r>
              <a:rPr lang="fr-FR" altLang="zh-CN" sz="1800">
                <a:solidFill>
                  <a:schemeClr val="tx1"/>
                </a:solidFill>
                <a:latin typeface="Courier New" charset="0"/>
                <a:ea typeface="宋体" charset="-122"/>
              </a:rPr>
              <a:t>/* </a:t>
            </a:r>
            <a:r>
              <a:rPr lang="zh-CN" altLang="fr-FR" sz="1800">
                <a:solidFill>
                  <a:schemeClr val="tx1"/>
                </a:solidFill>
                <a:latin typeface="Courier New" charset="0"/>
                <a:ea typeface="宋体" charset="-122"/>
              </a:rPr>
              <a:t>函数功能：    对</a:t>
            </a:r>
            <a:r>
              <a:rPr lang="zh-CN" altLang="fr-FR" sz="1800">
                <a:solidFill>
                  <a:schemeClr val="hlink"/>
                </a:solidFill>
                <a:latin typeface="Courier New" charset="0"/>
                <a:ea typeface="宋体" charset="-122"/>
              </a:rPr>
              <a:t>局部变量</a:t>
            </a:r>
            <a:r>
              <a:rPr lang="fr-FR" altLang="zh-CN" sz="1800">
                <a:solidFill>
                  <a:schemeClr val="hlink"/>
                </a:solidFill>
                <a:latin typeface="Courier New" charset="0"/>
                <a:ea typeface="宋体" charset="-122"/>
              </a:rPr>
              <a:t>global</a:t>
            </a:r>
            <a:r>
              <a:rPr lang="zh-CN" altLang="fr-FR" sz="1800">
                <a:solidFill>
                  <a:schemeClr val="tx1"/>
                </a:solidFill>
                <a:latin typeface="Courier New" charset="0"/>
                <a:ea typeface="宋体" charset="-122"/>
              </a:rPr>
              <a:t>加</a:t>
            </a:r>
            <a:r>
              <a:rPr lang="fr-FR" altLang="zh-CN" sz="1800">
                <a:solidFill>
                  <a:schemeClr val="tx1"/>
                </a:solidFill>
                <a:latin typeface="Courier New" charset="0"/>
                <a:ea typeface="宋体" charset="-122"/>
              </a:rPr>
              <a:t>1</a:t>
            </a:r>
            <a:r>
              <a:rPr lang="zh-CN" altLang="fr-FR" sz="1800">
                <a:solidFill>
                  <a:schemeClr val="tx1"/>
                </a:solidFill>
                <a:latin typeface="Courier New" charset="0"/>
                <a:ea typeface="宋体" charset="-122"/>
              </a:rPr>
              <a:t>，并打印加</a:t>
            </a:r>
            <a:r>
              <a:rPr lang="fr-FR" altLang="zh-CN" sz="1800">
                <a:solidFill>
                  <a:schemeClr val="tx1"/>
                </a:solidFill>
                <a:latin typeface="Courier New" charset="0"/>
                <a:ea typeface="宋体" charset="-122"/>
              </a:rPr>
              <a:t>1</a:t>
            </a:r>
            <a:r>
              <a:rPr lang="zh-CN" altLang="fr-FR" sz="1800">
                <a:solidFill>
                  <a:schemeClr val="tx1"/>
                </a:solidFill>
                <a:latin typeface="Courier New" charset="0"/>
                <a:ea typeface="宋体" charset="-122"/>
              </a:rPr>
              <a:t>之前与之后的值</a:t>
            </a:r>
            <a:endParaRPr lang="zh-CN" altLang="fr-FR" sz="1800">
              <a:solidFill>
                <a:schemeClr val="tx1"/>
              </a:solidFill>
              <a:latin typeface="Courier New" charset="0"/>
              <a:ea typeface="宋体" charset="-122"/>
            </a:endParaRPr>
          </a:p>
          <a:p>
            <a:pPr>
              <a:lnSpc>
                <a:spcPct val="75000"/>
              </a:lnSpc>
              <a:buFont typeface="Monotype Sorts" charset="2"/>
              <a:buNone/>
            </a:pPr>
            <a:r>
              <a:rPr lang="zh-CN" altLang="fr-FR" sz="1800">
                <a:solidFill>
                  <a:schemeClr val="tx1"/>
                </a:solidFill>
                <a:latin typeface="Courier New" charset="0"/>
                <a:ea typeface="宋体" charset="-122"/>
              </a:rPr>
              <a:t>   函数入口参数： 无</a:t>
            </a:r>
            <a:endParaRPr lang="zh-CN" altLang="fr-FR" sz="1800">
              <a:solidFill>
                <a:schemeClr val="tx1"/>
              </a:solidFill>
              <a:latin typeface="Courier New" charset="0"/>
              <a:ea typeface="宋体" charset="-122"/>
            </a:endParaRPr>
          </a:p>
          <a:p>
            <a:pPr>
              <a:lnSpc>
                <a:spcPct val="75000"/>
              </a:lnSpc>
              <a:buFont typeface="Monotype Sorts" charset="2"/>
              <a:buNone/>
            </a:pPr>
            <a:r>
              <a:rPr lang="zh-CN" altLang="fr-FR" sz="1800">
                <a:solidFill>
                  <a:schemeClr val="tx1"/>
                </a:solidFill>
                <a:latin typeface="Courier New" charset="0"/>
                <a:ea typeface="宋体" charset="-122"/>
              </a:rPr>
              <a:t>   函数返回值：   无</a:t>
            </a:r>
            <a:endParaRPr lang="zh-CN" altLang="en-US" sz="1800">
              <a:solidFill>
                <a:schemeClr val="tx1"/>
              </a:solidFill>
              <a:latin typeface="Courier New" charset="0"/>
              <a:ea typeface="宋体" charset="-122"/>
            </a:endParaRPr>
          </a:p>
          <a:p>
            <a:pPr>
              <a:lnSpc>
                <a:spcPct val="75000"/>
              </a:lnSpc>
              <a:buFont typeface="Monotype Sorts" charset="2"/>
              <a:buNone/>
            </a:pPr>
            <a:r>
              <a:rPr lang="zh-CN" altLang="en-US" sz="1800">
                <a:solidFill>
                  <a:schemeClr val="tx1"/>
                </a:solidFill>
                <a:latin typeface="Courier New" charset="0"/>
                <a:ea typeface="宋体" charset="-122"/>
              </a:rPr>
              <a:t>*</a:t>
            </a:r>
            <a:r>
              <a:rPr lang="en-US" altLang="zh-CN" sz="1800">
                <a:solidFill>
                  <a:schemeClr val="tx1"/>
                </a:solidFill>
                <a:latin typeface="Courier New" charset="0"/>
                <a:ea typeface="宋体" charset="-122"/>
              </a:rPr>
              <a:t>/</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accent2"/>
                </a:solidFill>
                <a:latin typeface="Courier New" charset="0"/>
                <a:ea typeface="宋体" charset="-122"/>
              </a:rPr>
              <a:t>void</a:t>
            </a:r>
            <a:r>
              <a:rPr lang="en-US" altLang="zh-CN" sz="1800">
                <a:solidFill>
                  <a:schemeClr val="tx1"/>
                </a:solidFill>
                <a:latin typeface="Courier New" charset="0"/>
                <a:ea typeface="宋体" charset="-122"/>
              </a:rPr>
              <a:t> GlobalPlusPlus(</a:t>
            </a:r>
            <a:r>
              <a:rPr lang="en-US" altLang="zh-CN" sz="1800">
                <a:solidFill>
                  <a:schemeClr val="accent2"/>
                </a:solidFill>
                <a:latin typeface="Courier New" charset="0"/>
                <a:ea typeface="宋体" charset="-122"/>
              </a:rPr>
              <a:t>void</a:t>
            </a:r>
            <a:r>
              <a:rPr lang="en-US" altLang="zh-CN" sz="1800">
                <a:solidFill>
                  <a:schemeClr val="tx1"/>
                </a:solidFill>
                <a:latin typeface="Courier New" charset="0"/>
                <a:ea typeface="宋体" charset="-122"/>
              </a:rPr>
              <a:t>)</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	</a:t>
            </a:r>
            <a:r>
              <a:rPr lang="en-US" altLang="zh-CN" sz="1800">
                <a:solidFill>
                  <a:schemeClr val="hlink"/>
                </a:solidFill>
                <a:latin typeface="Courier New" charset="0"/>
                <a:ea typeface="宋体" charset="-122"/>
              </a:rPr>
              <a:t>int global = 1; </a:t>
            </a:r>
            <a:endParaRPr lang="en-US" altLang="zh-CN" sz="1800">
              <a:solidFill>
                <a:schemeClr val="hlink"/>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	</a:t>
            </a:r>
            <a:r>
              <a:rPr lang="en-US" altLang="zh-CN" sz="1800">
                <a:solidFill>
                  <a:schemeClr val="accent2"/>
                </a:solidFill>
                <a:latin typeface="Courier New" charset="0"/>
                <a:ea typeface="宋体" charset="-122"/>
              </a:rPr>
              <a:t>printf</a:t>
            </a:r>
            <a:r>
              <a:rPr lang="en-US" altLang="zh-CN" sz="1800">
                <a:solidFill>
                  <a:schemeClr val="tx1"/>
                </a:solidFill>
                <a:latin typeface="Courier New" charset="0"/>
                <a:ea typeface="宋体" charset="-122"/>
              </a:rPr>
              <a:t>("Before ++, it is %d\n", global);</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	global++;</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	</a:t>
            </a:r>
            <a:r>
              <a:rPr lang="en-US" altLang="zh-CN" sz="1800">
                <a:solidFill>
                  <a:schemeClr val="accent2"/>
                </a:solidFill>
                <a:latin typeface="Courier New" charset="0"/>
                <a:ea typeface="宋体" charset="-122"/>
              </a:rPr>
              <a:t>printf</a:t>
            </a:r>
            <a:r>
              <a:rPr lang="en-US" altLang="zh-CN" sz="1800">
                <a:solidFill>
                  <a:schemeClr val="tx1"/>
                </a:solidFill>
                <a:latin typeface="Courier New" charset="0"/>
                <a:ea typeface="宋体" charset="-122"/>
              </a:rPr>
              <a:t>("After ++, it is %d\n", global);</a:t>
            </a:r>
            <a:endParaRPr lang="en-US" altLang="zh-CN" sz="1800">
              <a:solidFill>
                <a:schemeClr val="tx1"/>
              </a:solidFill>
              <a:latin typeface="Courier New" charset="0"/>
              <a:ea typeface="宋体" charset="-122"/>
            </a:endParaRPr>
          </a:p>
          <a:p>
            <a:pPr>
              <a:lnSpc>
                <a:spcPct val="75000"/>
              </a:lnSpc>
              <a:buFont typeface="Monotype Sorts" charset="2"/>
              <a:buNone/>
            </a:pPr>
            <a:r>
              <a:rPr lang="en-US" altLang="zh-CN" sz="1800">
                <a:solidFill>
                  <a:schemeClr val="tx1"/>
                </a:solidFill>
                <a:latin typeface="Courier New" charset="0"/>
                <a:ea typeface="宋体" charset="-122"/>
              </a:rPr>
              <a:t>}</a:t>
            </a:r>
            <a:endParaRPr lang="zh-CN" altLang="en-US" sz="1800">
              <a:solidFill>
                <a:schemeClr val="tx1"/>
              </a:solidFill>
              <a:latin typeface="Courier New" charset="0"/>
              <a:ea typeface="宋体" charset="-122"/>
            </a:endParaRPr>
          </a:p>
        </p:txBody>
      </p:sp>
      <p:sp>
        <p:nvSpPr>
          <p:cNvPr id="196612" name="Text Box 4"/>
          <p:cNvSpPr txBox="1"/>
          <p:nvPr/>
        </p:nvSpPr>
        <p:spPr bwMode="auto">
          <a:xfrm>
            <a:off x="4902200" y="3789363"/>
            <a:ext cx="4176713" cy="1069975"/>
          </a:xfrm>
          <a:prstGeom prst="rect">
            <a:avLst/>
          </a:prstGeom>
          <a:solidFill>
            <a:schemeClr val="tx2"/>
          </a:solidFill>
          <a:ln w="12700">
            <a:noFill/>
            <a:miter lim="800000"/>
            <a:headEnd type="none" w="sm" len="sm"/>
            <a:tailEnd type="none" w="sm" len="sm"/>
          </a:ln>
          <a:effectLst/>
        </p:spPr>
        <p:txBody>
          <a:bodyPr>
            <a:spAutoFit/>
          </a:bodyPr>
          <a:lstStyle/>
          <a:p>
            <a:pPr>
              <a:lnSpc>
                <a:spcPct val="100000"/>
              </a:lnSpc>
              <a:spcBef>
                <a:spcPct val="0"/>
              </a:spcBef>
              <a:buClrTx/>
              <a:buSzTx/>
              <a:buFontTx/>
              <a:buNone/>
              <a:defRPr/>
            </a:pPr>
            <a:r>
              <a:rPr lang="en-US" altLang="zh-CN" sz="1600">
                <a:solidFill>
                  <a:schemeClr val="bg1"/>
                </a:solidFill>
                <a:effectLst>
                  <a:outerShdw blurRad="38100" dist="38100" dir="2700000" algn="tl">
                    <a:srgbClr val="9F9F9F"/>
                  </a:outerShdw>
                </a:effectLst>
                <a:latin typeface="Courier New" charset="0"/>
                <a:ea typeface="宋体" charset="-122"/>
              </a:rPr>
              <a:t>Before GlobalPlusPlus(), it is 1</a:t>
            </a:r>
            <a:endParaRPr lang="en-US" altLang="zh-CN" sz="16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600">
                <a:solidFill>
                  <a:schemeClr val="bg1"/>
                </a:solidFill>
                <a:effectLst>
                  <a:outerShdw blurRad="38100" dist="38100" dir="2700000" algn="tl">
                    <a:srgbClr val="9F9F9F"/>
                  </a:outerShdw>
                </a:effectLst>
                <a:latin typeface="Courier New" charset="0"/>
                <a:ea typeface="宋体" charset="-122"/>
              </a:rPr>
              <a:t>Before ++, it is 1</a:t>
            </a:r>
            <a:endParaRPr lang="en-US" altLang="zh-CN" sz="16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600">
                <a:solidFill>
                  <a:schemeClr val="bg1"/>
                </a:solidFill>
                <a:effectLst>
                  <a:outerShdw blurRad="38100" dist="38100" dir="2700000" algn="tl">
                    <a:srgbClr val="9F9F9F"/>
                  </a:outerShdw>
                </a:effectLst>
                <a:latin typeface="Courier New" charset="0"/>
                <a:ea typeface="宋体" charset="-122"/>
              </a:rPr>
              <a:t>After ++, it is 2</a:t>
            </a:r>
            <a:endParaRPr lang="en-US" altLang="zh-CN" sz="16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600">
                <a:solidFill>
                  <a:schemeClr val="bg1"/>
                </a:solidFill>
                <a:effectLst>
                  <a:outerShdw blurRad="38100" dist="38100" dir="2700000" algn="tl">
                    <a:srgbClr val="9F9F9F"/>
                  </a:outerShdw>
                </a:effectLst>
                <a:latin typeface="Courier New" charset="0"/>
                <a:ea typeface="宋体" charset="-122"/>
              </a:rPr>
              <a:t>After GlobalPlusPlus(), it is 1</a:t>
            </a:r>
            <a:endParaRPr lang="zh-CN" altLang="en-US" sz="1600">
              <a:solidFill>
                <a:schemeClr val="bg1"/>
              </a:solidFill>
              <a:effectLst>
                <a:outerShdw blurRad="38100" dist="38100" dir="2700000" algn="tl">
                  <a:srgbClr val="9F9F9F"/>
                </a:outerShdw>
              </a:effectLst>
              <a:latin typeface="Courier New" charset="0"/>
              <a:ea typeface="宋体" charset="-122"/>
            </a:endParaRPr>
          </a:p>
        </p:txBody>
      </p:sp>
      <p:sp>
        <p:nvSpPr>
          <p:cNvPr id="2" name="日期占位符 1"/>
          <p:cNvSpPr/>
          <p:nvPr>
            <p:ph type="dt" sz="half" idx="10"/>
          </p:nvPr>
        </p:nvSpPr>
        <p:spPr/>
        <p:txBody>
          <a:bodyPr/>
          <a:lstStyle/>
          <a:p>
            <a:fld id="{674230FF-846E-7D4F-A958-987BAF114C6C}"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6612"/>
                                        </p:tgtEl>
                                        <p:attrNameLst>
                                          <p:attrName>style.visibility</p:attrName>
                                        </p:attrNameLst>
                                      </p:cBhvr>
                                      <p:to>
                                        <p:strVal val="visible"/>
                                      </p:to>
                                    </p:set>
                                    <p:animEffect transition="in" filter="wipe(up)">
                                      <p:cBhvr>
                                        <p:cTn id="7" dur="500"/>
                                        <p:tgtEl>
                                          <p:spTgt spid="196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2"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442" name="Rectangle 2"/>
          <p:cNvSpPr/>
          <p:nvPr>
            <p:ph type="title"/>
          </p:nvPr>
        </p:nvSpPr>
        <p:spPr>
          <a:xfrm>
            <a:off x="685800" y="484632"/>
            <a:ext cx="7772400" cy="563118"/>
          </a:xfrm>
        </p:spPr>
        <p:txBody>
          <a:bodyPr>
            <a:normAutofit fontScale="90000"/>
          </a:bodyPr>
          <a:lstStyle/>
          <a:p>
            <a:r>
              <a:rPr lang="zh-CN" altLang="en-US"/>
              <a:t>变量的存储类型 </a:t>
            </a:r>
            <a:endParaRPr lang="zh-CN" altLang="en-US"/>
          </a:p>
        </p:txBody>
      </p:sp>
      <p:sp>
        <p:nvSpPr>
          <p:cNvPr id="189443" name="Rectangle 3"/>
          <p:cNvSpPr/>
          <p:nvPr>
            <p:ph idx="1"/>
          </p:nvPr>
        </p:nvSpPr>
        <p:spPr>
          <a:xfrm>
            <a:off x="250825" y="1168400"/>
            <a:ext cx="8569325" cy="2836863"/>
          </a:xfrm>
        </p:spPr>
        <p:txBody>
          <a:bodyPr/>
          <a:lstStyle/>
          <a:p>
            <a:r>
              <a:rPr lang="zh-CN" altLang="en-US" sz="2400">
                <a:ea typeface="宋体" charset="-122"/>
              </a:rPr>
              <a:t>指数据在内存中存储的方式</a:t>
            </a:r>
            <a:endParaRPr lang="zh-CN" altLang="en-US" sz="2400">
              <a:ea typeface="宋体" charset="-122"/>
            </a:endParaRPr>
          </a:p>
          <a:p>
            <a:r>
              <a:rPr lang="zh-CN" altLang="en-US" sz="2400">
                <a:ea typeface="宋体" charset="-122"/>
              </a:rPr>
              <a:t>即编译器为变量分配内存的方式，它决定变量的生存期</a:t>
            </a:r>
            <a:endParaRPr lang="zh-CN" altLang="en-US" sz="2400">
              <a:ea typeface="宋体" charset="-122"/>
            </a:endParaRPr>
          </a:p>
          <a:p>
            <a:r>
              <a:rPr lang="zh-CN" altLang="en-US" sz="2400">
                <a:ea typeface="宋体" charset="-122"/>
              </a:rPr>
              <a:t>动态存储</a:t>
            </a:r>
            <a:endParaRPr lang="zh-CN" altLang="en-US" sz="2400">
              <a:ea typeface="宋体" charset="-122"/>
            </a:endParaRPr>
          </a:p>
          <a:p>
            <a:pPr lvl="1"/>
            <a:r>
              <a:rPr lang="zh-CN" altLang="en-US" sz="2000">
                <a:ea typeface="宋体" charset="-122"/>
              </a:rPr>
              <a:t>根据需要临时分配存储空间，离开即释放</a:t>
            </a:r>
            <a:endParaRPr lang="zh-CN" altLang="en-US" sz="2000">
              <a:ea typeface="宋体" charset="-122"/>
            </a:endParaRPr>
          </a:p>
          <a:p>
            <a:r>
              <a:rPr lang="zh-CN" altLang="en-US" sz="2400">
                <a:ea typeface="宋体" charset="-122"/>
              </a:rPr>
              <a:t>静态存储</a:t>
            </a:r>
            <a:endParaRPr lang="zh-CN" altLang="en-US" sz="2400">
              <a:ea typeface="宋体" charset="-122"/>
            </a:endParaRPr>
          </a:p>
          <a:p>
            <a:pPr lvl="1"/>
            <a:r>
              <a:rPr lang="zh-CN" altLang="en-US" sz="2000">
                <a:ea typeface="宋体" charset="-122"/>
              </a:rPr>
              <a:t>在程序运行期间分配固定的存储空间不释放</a:t>
            </a:r>
            <a:endParaRPr lang="zh-CN" altLang="en-US" sz="2000">
              <a:ea typeface="宋体" charset="-122"/>
            </a:endParaRPr>
          </a:p>
        </p:txBody>
      </p:sp>
      <p:sp>
        <p:nvSpPr>
          <p:cNvPr id="48132" name="Rectangle 19"/>
          <p:cNvSpPr/>
          <p:nvPr/>
        </p:nvSpPr>
        <p:spPr bwMode="auto">
          <a:xfrm>
            <a:off x="3419475" y="3948113"/>
            <a:ext cx="2008188" cy="958850"/>
          </a:xfrm>
          <a:prstGeom prst="rect">
            <a:avLst/>
          </a:prstGeom>
          <a:solidFill>
            <a:srgbClr val="FFFF99"/>
          </a:solidFill>
          <a:ln w="9525">
            <a:solidFill>
              <a:schemeClr val="tx1"/>
            </a:solidFill>
            <a:miter lim="800000"/>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r>
              <a:rPr kumimoji="1" lang="zh-CN" altLang="en-US" sz="2800">
                <a:latin typeface="Times New Roman" pitchFamily="18" charset="0"/>
              </a:rPr>
              <a:t>程序区</a:t>
            </a:r>
            <a:endParaRPr kumimoji="1" lang="zh-CN" altLang="en-US" sz="2800" b="0">
              <a:latin typeface="Times New Roman" pitchFamily="18" charset="0"/>
            </a:endParaRPr>
          </a:p>
        </p:txBody>
      </p:sp>
      <p:sp>
        <p:nvSpPr>
          <p:cNvPr id="48133" name="Rectangle 20"/>
          <p:cNvSpPr/>
          <p:nvPr/>
        </p:nvSpPr>
        <p:spPr bwMode="auto">
          <a:xfrm>
            <a:off x="3419475" y="4906963"/>
            <a:ext cx="2008188" cy="958850"/>
          </a:xfrm>
          <a:prstGeom prst="rect">
            <a:avLst/>
          </a:prstGeom>
          <a:solidFill>
            <a:srgbClr val="FFFF99"/>
          </a:solidFill>
          <a:ln w="9525">
            <a:solidFill>
              <a:schemeClr val="tx1"/>
            </a:solidFill>
            <a:miter lim="800000"/>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r>
              <a:rPr kumimoji="1" lang="zh-CN" altLang="en-US" sz="2800">
                <a:latin typeface="Times New Roman" pitchFamily="18" charset="0"/>
              </a:rPr>
              <a:t>静态存储区</a:t>
            </a:r>
            <a:endParaRPr kumimoji="1" lang="zh-CN" altLang="en-US" sz="2800">
              <a:latin typeface="Times New Roman" pitchFamily="18" charset="0"/>
            </a:endParaRPr>
          </a:p>
        </p:txBody>
      </p:sp>
      <p:sp>
        <p:nvSpPr>
          <p:cNvPr id="48134" name="Rectangle 21"/>
          <p:cNvSpPr/>
          <p:nvPr/>
        </p:nvSpPr>
        <p:spPr bwMode="auto">
          <a:xfrm>
            <a:off x="3419475" y="5805488"/>
            <a:ext cx="2008188" cy="960437"/>
          </a:xfrm>
          <a:prstGeom prst="rect">
            <a:avLst/>
          </a:prstGeom>
          <a:solidFill>
            <a:srgbClr val="FFFF99"/>
          </a:solidFill>
          <a:ln w="9525">
            <a:solidFill>
              <a:schemeClr val="tx1"/>
            </a:solidFill>
            <a:miter lim="800000"/>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r>
              <a:rPr kumimoji="1" lang="zh-CN" altLang="en-US" sz="2800">
                <a:latin typeface="Times New Roman" pitchFamily="18" charset="0"/>
              </a:rPr>
              <a:t>动态存储区</a:t>
            </a:r>
            <a:endParaRPr kumimoji="1" lang="zh-CN" altLang="en-US" sz="2800">
              <a:latin typeface="Times New Roman" pitchFamily="18" charset="0"/>
            </a:endParaRPr>
          </a:p>
        </p:txBody>
      </p:sp>
      <p:sp>
        <p:nvSpPr>
          <p:cNvPr id="189463" name="Text Box 23"/>
          <p:cNvSpPr txBox="1"/>
          <p:nvPr/>
        </p:nvSpPr>
        <p:spPr bwMode="auto">
          <a:xfrm>
            <a:off x="6689725" y="5865813"/>
            <a:ext cx="18351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eaLnBrk="1" hangingPunct="1">
              <a:lnSpc>
                <a:spcPct val="100000"/>
              </a:lnSpc>
              <a:spcBef>
                <a:spcPct val="0"/>
              </a:spcBef>
              <a:buClrTx/>
              <a:buSzTx/>
              <a:buFontTx/>
              <a:buNone/>
            </a:pPr>
            <a:r>
              <a:rPr kumimoji="1" lang="zh-CN" altLang="en-US">
                <a:solidFill>
                  <a:schemeClr val="accent2"/>
                </a:solidFill>
                <a:latin typeface="Times New Roman" pitchFamily="18" charset="0"/>
              </a:rPr>
              <a:t>形参、自动变量、函数调用的现场等</a:t>
            </a:r>
            <a:endParaRPr kumimoji="1" lang="zh-CN" altLang="en-US">
              <a:solidFill>
                <a:schemeClr val="accent2"/>
              </a:solidFill>
              <a:latin typeface="Times New Roman" pitchFamily="18" charset="0"/>
            </a:endParaRPr>
          </a:p>
        </p:txBody>
      </p:sp>
      <p:sp>
        <p:nvSpPr>
          <p:cNvPr id="189464" name="Text Box 24"/>
          <p:cNvSpPr txBox="1"/>
          <p:nvPr/>
        </p:nvSpPr>
        <p:spPr bwMode="auto">
          <a:xfrm>
            <a:off x="6689725" y="4967288"/>
            <a:ext cx="1835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eaLnBrk="1" hangingPunct="1">
              <a:lnSpc>
                <a:spcPct val="100000"/>
              </a:lnSpc>
              <a:spcBef>
                <a:spcPct val="0"/>
              </a:spcBef>
              <a:buClrTx/>
              <a:buSzTx/>
              <a:buFontTx/>
              <a:buNone/>
            </a:pPr>
            <a:r>
              <a:rPr kumimoji="1" lang="zh-CN" altLang="en-US">
                <a:solidFill>
                  <a:schemeClr val="accent2"/>
                </a:solidFill>
                <a:latin typeface="Times New Roman" pitchFamily="18" charset="0"/>
              </a:rPr>
              <a:t>全局变量、</a:t>
            </a:r>
            <a:endParaRPr kumimoji="1" lang="zh-CN" altLang="en-US">
              <a:solidFill>
                <a:schemeClr val="accent2"/>
              </a:solidFill>
              <a:latin typeface="Times New Roman" pitchFamily="18" charset="0"/>
            </a:endParaRPr>
          </a:p>
          <a:p>
            <a:pPr eaLnBrk="1" hangingPunct="1">
              <a:lnSpc>
                <a:spcPct val="100000"/>
              </a:lnSpc>
              <a:spcBef>
                <a:spcPct val="0"/>
              </a:spcBef>
              <a:buClrTx/>
              <a:buSzTx/>
              <a:buFontTx/>
              <a:buNone/>
            </a:pPr>
            <a:r>
              <a:rPr kumimoji="1" lang="zh-CN" altLang="en-US">
                <a:solidFill>
                  <a:schemeClr val="accent2"/>
                </a:solidFill>
                <a:latin typeface="Times New Roman" pitchFamily="18" charset="0"/>
              </a:rPr>
              <a:t>静态变量</a:t>
            </a:r>
            <a:endParaRPr kumimoji="1" lang="zh-CN" altLang="en-US">
              <a:solidFill>
                <a:schemeClr val="accent2"/>
              </a:solidFill>
              <a:latin typeface="Times New Roman" pitchFamily="18" charset="0"/>
            </a:endParaRPr>
          </a:p>
        </p:txBody>
      </p:sp>
      <p:sp>
        <p:nvSpPr>
          <p:cNvPr id="189465" name="AutoShape 25"/>
          <p:cNvSpPr/>
          <p:nvPr/>
        </p:nvSpPr>
        <p:spPr bwMode="auto">
          <a:xfrm flipH="1">
            <a:off x="5427663" y="4967288"/>
            <a:ext cx="1089025" cy="8985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accent2"/>
              </a:gs>
              <a:gs pos="100000">
                <a:srgbClr val="FFFFFF"/>
              </a:gs>
            </a:gsLst>
            <a:lin ang="0" scaled="1"/>
          </a:gradFill>
          <a:ln w="9525">
            <a:solidFill>
              <a:schemeClr val="tx1"/>
            </a:solidFill>
            <a:miter lim="800000"/>
          </a:ln>
          <a:effectLst/>
        </p:spPr>
        <p:txBody>
          <a:bodyPr wrap="none" anchor="ct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189466" name="AutoShape 26"/>
          <p:cNvSpPr/>
          <p:nvPr/>
        </p:nvSpPr>
        <p:spPr bwMode="auto">
          <a:xfrm flipH="1">
            <a:off x="5427663" y="5986463"/>
            <a:ext cx="1089025" cy="8985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accent2"/>
              </a:gs>
              <a:gs pos="100000">
                <a:srgbClr val="FFFFFF"/>
              </a:gs>
            </a:gsLst>
            <a:lin ang="0" scaled="1"/>
          </a:gradFill>
          <a:ln w="9525">
            <a:solidFill>
              <a:schemeClr val="tx1"/>
            </a:solidFill>
            <a:miter lim="800000"/>
          </a:ln>
          <a:effectLst/>
        </p:spPr>
        <p:txBody>
          <a:bodyPr wrap="none" anchor="ct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2" name="日期占位符 1"/>
          <p:cNvSpPr/>
          <p:nvPr>
            <p:ph type="dt" sz="half" idx="10"/>
          </p:nvPr>
        </p:nvSpPr>
        <p:spPr/>
        <p:txBody>
          <a:bodyPr/>
          <a:lstStyle/>
          <a:p>
            <a:fld id="{E8A91D42-D51C-884C-9AF2-813F63237485}"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9443">
                                            <p:txEl>
                                              <p:pRg st="2" end="2"/>
                                            </p:txEl>
                                          </p:spTgt>
                                        </p:tgtEl>
                                        <p:attrNameLst>
                                          <p:attrName>style.visibility</p:attrName>
                                        </p:attrNameLst>
                                      </p:cBhvr>
                                      <p:to>
                                        <p:strVal val="visible"/>
                                      </p:to>
                                    </p:set>
                                    <p:animEffect transition="in" filter="wipe(left)">
                                      <p:cBhvr>
                                        <p:cTn id="7" dur="500"/>
                                        <p:tgtEl>
                                          <p:spTgt spid="189443">
                                            <p:txEl>
                                              <p:pRg st="2" end="2"/>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89443">
                                            <p:txEl>
                                              <p:pRg st="3" end="3"/>
                                            </p:txEl>
                                          </p:spTgt>
                                        </p:tgtEl>
                                        <p:attrNameLst>
                                          <p:attrName>style.visibility</p:attrName>
                                        </p:attrNameLst>
                                      </p:cBhvr>
                                      <p:to>
                                        <p:strVal val="visible"/>
                                      </p:to>
                                    </p:set>
                                    <p:animEffect transition="in" filter="wipe(left)">
                                      <p:cBhvr>
                                        <p:cTn id="10" dur="500"/>
                                        <p:tgtEl>
                                          <p:spTgt spid="189443">
                                            <p:txEl>
                                              <p:pRg st="3" end="3"/>
                                            </p:txEl>
                                          </p:spTgt>
                                        </p:tgtEl>
                                      </p:cBhvr>
                                    </p:animEffect>
                                  </p:childTnLst>
                                </p:cTn>
                              </p:par>
                            </p:childTnLst>
                          </p:cTn>
                        </p:par>
                        <p:par>
                          <p:cTn id="11" fill="hold">
                            <p:stCondLst>
                              <p:cond delay="500"/>
                            </p:stCondLst>
                            <p:childTnLst>
                              <p:par>
                                <p:cTn id="12" presetID="12" presetClass="entr" presetSubtype="2" fill="hold" grpId="0" nodeType="afterEffect">
                                  <p:stCondLst>
                                    <p:cond delay="0"/>
                                  </p:stCondLst>
                                  <p:childTnLst>
                                    <p:set>
                                      <p:cBhvr>
                                        <p:cTn id="13" dur="1" fill="hold">
                                          <p:stCondLst>
                                            <p:cond delay="0"/>
                                          </p:stCondLst>
                                        </p:cTn>
                                        <p:tgtEl>
                                          <p:spTgt spid="189466"/>
                                        </p:tgtEl>
                                        <p:attrNameLst>
                                          <p:attrName>style.visibility</p:attrName>
                                        </p:attrNameLst>
                                      </p:cBhvr>
                                      <p:to>
                                        <p:strVal val="visible"/>
                                      </p:to>
                                    </p:set>
                                    <p:animEffect transition="in" filter="slide(fromRight)">
                                      <p:cBhvr>
                                        <p:cTn id="14" dur="500"/>
                                        <p:tgtEl>
                                          <p:spTgt spid="189466"/>
                                        </p:tgtEl>
                                      </p:cBhvr>
                                    </p:animEffect>
                                  </p:childTnLst>
                                </p:cTn>
                              </p:par>
                            </p:childTnLst>
                          </p:cTn>
                        </p:par>
                        <p:par>
                          <p:cTn id="15" fill="hold">
                            <p:stCondLst>
                              <p:cond delay="1000"/>
                            </p:stCondLst>
                            <p:childTnLst>
                              <p:par>
                                <p:cTn id="16" presetID="1" presetClass="entr" presetSubtype="0" fill="hold" grpId="0" nodeType="afterEffect">
                                  <p:stCondLst>
                                    <p:cond delay="0"/>
                                  </p:stCondLst>
                                  <p:childTnLst>
                                    <p:set>
                                      <p:cBhvr>
                                        <p:cTn id="17" dur="1" fill="hold">
                                          <p:stCondLst>
                                            <p:cond delay="0"/>
                                          </p:stCondLst>
                                        </p:cTn>
                                        <p:tgtEl>
                                          <p:spTgt spid="18946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9443">
                                            <p:txEl>
                                              <p:pRg st="4" end="4"/>
                                            </p:txEl>
                                          </p:spTgt>
                                        </p:tgtEl>
                                        <p:attrNameLst>
                                          <p:attrName>style.visibility</p:attrName>
                                        </p:attrNameLst>
                                      </p:cBhvr>
                                      <p:to>
                                        <p:strVal val="visible"/>
                                      </p:to>
                                    </p:set>
                                    <p:animEffect transition="in" filter="wipe(left)">
                                      <p:cBhvr>
                                        <p:cTn id="22" dur="500"/>
                                        <p:tgtEl>
                                          <p:spTgt spid="189443">
                                            <p:txEl>
                                              <p:pRg st="4" end="4"/>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89443">
                                            <p:txEl>
                                              <p:pRg st="5" end="5"/>
                                            </p:txEl>
                                          </p:spTgt>
                                        </p:tgtEl>
                                        <p:attrNameLst>
                                          <p:attrName>style.visibility</p:attrName>
                                        </p:attrNameLst>
                                      </p:cBhvr>
                                      <p:to>
                                        <p:strVal val="visible"/>
                                      </p:to>
                                    </p:set>
                                    <p:animEffect transition="in" filter="wipe(left)">
                                      <p:cBhvr>
                                        <p:cTn id="25" dur="500"/>
                                        <p:tgtEl>
                                          <p:spTgt spid="189443">
                                            <p:txEl>
                                              <p:pRg st="5" end="5"/>
                                            </p:txEl>
                                          </p:spTgt>
                                        </p:tgtEl>
                                      </p:cBhvr>
                                    </p:animEffect>
                                  </p:childTnLst>
                                </p:cTn>
                              </p:par>
                            </p:childTnLst>
                          </p:cTn>
                        </p:par>
                        <p:par>
                          <p:cTn id="26" fill="hold">
                            <p:stCondLst>
                              <p:cond delay="500"/>
                            </p:stCondLst>
                            <p:childTnLst>
                              <p:par>
                                <p:cTn id="27" presetID="12" presetClass="entr" presetSubtype="2" fill="hold" grpId="0" nodeType="afterEffect">
                                  <p:stCondLst>
                                    <p:cond delay="0"/>
                                  </p:stCondLst>
                                  <p:childTnLst>
                                    <p:set>
                                      <p:cBhvr>
                                        <p:cTn id="28" dur="1" fill="hold">
                                          <p:stCondLst>
                                            <p:cond delay="0"/>
                                          </p:stCondLst>
                                        </p:cTn>
                                        <p:tgtEl>
                                          <p:spTgt spid="189465"/>
                                        </p:tgtEl>
                                        <p:attrNameLst>
                                          <p:attrName>style.visibility</p:attrName>
                                        </p:attrNameLst>
                                      </p:cBhvr>
                                      <p:to>
                                        <p:strVal val="visible"/>
                                      </p:to>
                                    </p:set>
                                    <p:animEffect transition="in" filter="slide(fromRight)">
                                      <p:cBhvr>
                                        <p:cTn id="29" dur="500"/>
                                        <p:tgtEl>
                                          <p:spTgt spid="189465"/>
                                        </p:tgtEl>
                                      </p:cBhvr>
                                    </p:animEffect>
                                  </p:childTnLst>
                                </p:cTn>
                              </p:par>
                            </p:childTnLst>
                          </p:cTn>
                        </p:par>
                        <p:par>
                          <p:cTn id="30" fill="hold">
                            <p:stCondLst>
                              <p:cond delay="1000"/>
                            </p:stCondLst>
                            <p:childTnLst>
                              <p:par>
                                <p:cTn id="31" presetID="1" presetClass="entr" presetSubtype="0" fill="hold" grpId="0" nodeType="afterEffect">
                                  <p:stCondLst>
                                    <p:cond delay="0"/>
                                  </p:stCondLst>
                                  <p:childTnLst>
                                    <p:set>
                                      <p:cBhvr>
                                        <p:cTn id="32" dur="1" fill="hold">
                                          <p:stCondLst>
                                            <p:cond delay="0"/>
                                          </p:stCondLst>
                                        </p:cTn>
                                        <p:tgtEl>
                                          <p:spTgt spid="1894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3" grpId="0" uiExpand="1" build="p"/>
      <p:bldP spid="189463" grpId="0"/>
      <p:bldP spid="189464" grpId="0"/>
      <p:bldP spid="189465" grpId="0" animBg="1"/>
      <p:bldP spid="189466"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0466" name="Rectangle 2"/>
          <p:cNvSpPr/>
          <p:nvPr>
            <p:ph type="title"/>
          </p:nvPr>
        </p:nvSpPr>
        <p:spPr>
          <a:xfrm>
            <a:off x="685800" y="484632"/>
            <a:ext cx="7772400" cy="1216176"/>
          </a:xfrm>
        </p:spPr>
        <p:txBody>
          <a:bodyPr/>
          <a:lstStyle/>
          <a:p>
            <a:r>
              <a:rPr lang="zh-CN" altLang="en-US" dirty="0"/>
              <a:t>自动变量 （</a:t>
            </a:r>
            <a:r>
              <a:rPr lang="en-US" altLang="zh-CN" dirty="0"/>
              <a:t>auto </a:t>
            </a:r>
            <a:r>
              <a:rPr lang="zh-CN" altLang="en-US" dirty="0"/>
              <a:t>）</a:t>
            </a:r>
            <a:endParaRPr lang="zh-CN" altLang="en-US" dirty="0"/>
          </a:p>
        </p:txBody>
      </p:sp>
      <p:sp>
        <p:nvSpPr>
          <p:cNvPr id="190467" name="Rectangle 3"/>
          <p:cNvSpPr/>
          <p:nvPr>
            <p:ph idx="1"/>
          </p:nvPr>
        </p:nvSpPr>
        <p:spPr>
          <a:xfrm>
            <a:off x="611188" y="1484313"/>
            <a:ext cx="8062912" cy="4611687"/>
          </a:xfrm>
        </p:spPr>
        <p:txBody>
          <a:bodyPr/>
          <a:lstStyle/>
          <a:p>
            <a:r>
              <a:rPr lang="zh-CN" altLang="en-US">
                <a:solidFill>
                  <a:schemeClr val="accent2"/>
                </a:solidFill>
                <a:ea typeface="宋体" charset="-122"/>
              </a:rPr>
              <a:t>“自动”体现在</a:t>
            </a:r>
            <a:endParaRPr lang="zh-CN" altLang="en-US">
              <a:solidFill>
                <a:schemeClr val="accent2"/>
              </a:solidFill>
              <a:ea typeface="宋体" charset="-122"/>
            </a:endParaRPr>
          </a:p>
          <a:p>
            <a:pPr lvl="1"/>
            <a:r>
              <a:rPr lang="zh-CN" altLang="en-US">
                <a:ea typeface="宋体" charset="-122"/>
              </a:rPr>
              <a:t>进入语句块时自动申请内存，退出时自动释放内存 </a:t>
            </a:r>
            <a:endParaRPr lang="zh-CN" altLang="en-US">
              <a:ea typeface="宋体" charset="-122"/>
            </a:endParaRPr>
          </a:p>
          <a:p>
            <a:endParaRPr lang="zh-CN" altLang="en-US">
              <a:solidFill>
                <a:schemeClr val="accent2"/>
              </a:solidFill>
              <a:latin typeface="Courier New" charset="0"/>
              <a:ea typeface="宋体" charset="-122"/>
            </a:endParaRPr>
          </a:p>
          <a:p>
            <a:r>
              <a:rPr lang="zh-CN" altLang="en-US">
                <a:solidFill>
                  <a:schemeClr val="accent2"/>
                </a:solidFill>
                <a:latin typeface="Courier New" charset="0"/>
                <a:ea typeface="宋体" charset="-122"/>
              </a:rPr>
              <a:t>标准定义格式</a:t>
            </a:r>
            <a:endParaRPr lang="zh-CN" altLang="en-US">
              <a:solidFill>
                <a:schemeClr val="accent2"/>
              </a:solidFill>
              <a:latin typeface="Courier New" charset="0"/>
              <a:ea typeface="宋体" charset="-122"/>
            </a:endParaRPr>
          </a:p>
          <a:p>
            <a:pPr lvl="1">
              <a:buFontTx/>
              <a:buNone/>
            </a:pPr>
            <a:r>
              <a:rPr lang="en-US" altLang="zh-CN">
                <a:solidFill>
                  <a:schemeClr val="tx1"/>
                </a:solidFill>
                <a:latin typeface="Courier New" charset="0"/>
                <a:ea typeface="宋体" charset="-122"/>
              </a:rPr>
              <a:t> auto </a:t>
            </a:r>
            <a:r>
              <a:rPr lang="zh-CN" altLang="en-US">
                <a:solidFill>
                  <a:schemeClr val="tx1"/>
                </a:solidFill>
                <a:latin typeface="Courier New" charset="0"/>
                <a:ea typeface="宋体" charset="-122"/>
              </a:rPr>
              <a:t>类型名 变量名</a:t>
            </a:r>
            <a:r>
              <a:rPr lang="en-US" altLang="zh-CN">
                <a:solidFill>
                  <a:schemeClr val="tx1"/>
                </a:solidFill>
                <a:latin typeface="Courier New" charset="0"/>
                <a:ea typeface="宋体" charset="-122"/>
              </a:rPr>
              <a:t>;</a:t>
            </a:r>
            <a:endParaRPr lang="en-US" altLang="zh-CN">
              <a:solidFill>
                <a:schemeClr val="tx1"/>
              </a:solidFill>
              <a:latin typeface="Courier New" charset="0"/>
              <a:ea typeface="宋体" charset="-122"/>
            </a:endParaRPr>
          </a:p>
          <a:p>
            <a:pPr lvl="1">
              <a:buFontTx/>
              <a:buNone/>
            </a:pPr>
            <a:endParaRPr lang="en-US" altLang="zh-CN">
              <a:solidFill>
                <a:schemeClr val="tx1"/>
              </a:solidFill>
              <a:latin typeface="Courier New" charset="0"/>
              <a:ea typeface="宋体" charset="-122"/>
            </a:endParaRPr>
          </a:p>
          <a:p>
            <a:pPr lvl="1"/>
            <a:r>
              <a:rPr lang="zh-CN" altLang="en-US">
                <a:solidFill>
                  <a:schemeClr val="hlink"/>
                </a:solidFill>
                <a:latin typeface="Courier New" charset="0"/>
                <a:ea typeface="宋体" charset="-122"/>
              </a:rPr>
              <a:t>动态局部变量</a:t>
            </a:r>
            <a:endParaRPr lang="zh-CN" altLang="en-US">
              <a:solidFill>
                <a:schemeClr val="hlink"/>
              </a:solidFill>
              <a:latin typeface="Courier New" charset="0"/>
              <a:ea typeface="宋体" charset="-122"/>
            </a:endParaRPr>
          </a:p>
          <a:p>
            <a:pPr lvl="1"/>
            <a:r>
              <a:rPr lang="zh-CN" altLang="en-US">
                <a:solidFill>
                  <a:schemeClr val="hlink"/>
                </a:solidFill>
                <a:latin typeface="Courier New" charset="0"/>
                <a:ea typeface="宋体" charset="-122"/>
              </a:rPr>
              <a:t>缺省的存储类型</a:t>
            </a:r>
            <a:endParaRPr lang="zh-CN" altLang="en-US">
              <a:solidFill>
                <a:schemeClr val="hlink"/>
              </a:solidFill>
              <a:latin typeface="Courier New" charset="0"/>
              <a:ea typeface="宋体" charset="-122"/>
            </a:endParaRPr>
          </a:p>
          <a:p>
            <a:pPr lvl="1"/>
            <a:r>
              <a:rPr lang="zh-CN" altLang="en-US">
                <a:solidFill>
                  <a:schemeClr val="hlink"/>
                </a:solidFill>
                <a:latin typeface="Courier New" charset="0"/>
                <a:ea typeface="宋体" charset="-122"/>
              </a:rPr>
              <a:t>不初始化时，值是随机不确定的</a:t>
            </a:r>
            <a:endParaRPr lang="zh-CN" altLang="en-US">
              <a:solidFill>
                <a:schemeClr val="hlink"/>
              </a:solidFill>
              <a:latin typeface="Courier New" charset="0"/>
              <a:ea typeface="宋体" charset="-122"/>
            </a:endParaRPr>
          </a:p>
        </p:txBody>
      </p:sp>
      <p:sp>
        <p:nvSpPr>
          <p:cNvPr id="2" name="日期占位符 1"/>
          <p:cNvSpPr/>
          <p:nvPr>
            <p:ph type="dt" sz="half" idx="10"/>
          </p:nvPr>
        </p:nvSpPr>
        <p:spPr/>
        <p:txBody>
          <a:bodyPr/>
          <a:lstStyle/>
          <a:p>
            <a:fld id="{3F25F4AF-E06C-4D43-A58E-FFC999D46E26}"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770" name="Rectangle 2"/>
          <p:cNvSpPr/>
          <p:nvPr>
            <p:ph type="title"/>
          </p:nvPr>
        </p:nvSpPr>
        <p:spPr>
          <a:xfrm>
            <a:off x="685800" y="484632"/>
            <a:ext cx="7772400" cy="999681"/>
          </a:xfrm>
        </p:spPr>
        <p:txBody>
          <a:bodyPr/>
          <a:lstStyle/>
          <a:p>
            <a:r>
              <a:rPr lang="zh-CN" altLang="en-US" dirty="0">
                <a:latin typeface="Courier New" charset="0"/>
              </a:rPr>
              <a:t>静态变量（</a:t>
            </a:r>
            <a:r>
              <a:rPr lang="en-US" altLang="zh-CN" dirty="0">
                <a:latin typeface="Courier New" charset="0"/>
              </a:rPr>
              <a:t>static</a:t>
            </a:r>
            <a:r>
              <a:rPr lang="zh-CN" altLang="en-US" dirty="0">
                <a:latin typeface="Courier New" charset="0"/>
              </a:rPr>
              <a:t>）</a:t>
            </a:r>
            <a:endParaRPr lang="zh-CN" altLang="en-US" dirty="0">
              <a:latin typeface="Courier New" charset="0"/>
            </a:endParaRPr>
          </a:p>
        </p:txBody>
      </p:sp>
      <p:sp>
        <p:nvSpPr>
          <p:cNvPr id="160771" name="Rectangle 3"/>
          <p:cNvSpPr/>
          <p:nvPr>
            <p:ph idx="1"/>
          </p:nvPr>
        </p:nvSpPr>
        <p:spPr>
          <a:xfrm>
            <a:off x="179388" y="1484313"/>
            <a:ext cx="8785225" cy="4611687"/>
          </a:xfrm>
        </p:spPr>
        <p:txBody>
          <a:bodyPr/>
          <a:lstStyle/>
          <a:p>
            <a:pPr>
              <a:lnSpc>
                <a:spcPct val="110000"/>
              </a:lnSpc>
            </a:pPr>
            <a:r>
              <a:rPr lang="zh-CN" altLang="en-US">
                <a:ea typeface="宋体" charset="-122"/>
              </a:rPr>
              <a:t>一般的内部变量</a:t>
            </a:r>
            <a:endParaRPr lang="zh-CN" altLang="en-US">
              <a:ea typeface="宋体" charset="-122"/>
            </a:endParaRPr>
          </a:p>
          <a:p>
            <a:pPr lvl="1">
              <a:lnSpc>
                <a:spcPct val="110000"/>
              </a:lnSpc>
            </a:pPr>
            <a:r>
              <a:rPr lang="zh-CN" altLang="en-US">
                <a:ea typeface="宋体" charset="-122"/>
              </a:rPr>
              <a:t>在函数退出后失效，再次进入函数，变量值重新初始化</a:t>
            </a:r>
            <a:endParaRPr lang="zh-CN" altLang="en-US">
              <a:ea typeface="宋体" charset="-122"/>
            </a:endParaRPr>
          </a:p>
          <a:p>
            <a:pPr>
              <a:lnSpc>
                <a:spcPct val="110000"/>
              </a:lnSpc>
            </a:pPr>
            <a:r>
              <a:rPr lang="zh-CN" altLang="en-US">
                <a:ea typeface="宋体" charset="-122"/>
              </a:rPr>
              <a:t>静态变量</a:t>
            </a:r>
            <a:endParaRPr lang="zh-CN" altLang="en-US">
              <a:ea typeface="宋体" charset="-122"/>
            </a:endParaRPr>
          </a:p>
          <a:p>
            <a:pPr lvl="1">
              <a:lnSpc>
                <a:spcPct val="110000"/>
              </a:lnSpc>
            </a:pPr>
            <a:r>
              <a:rPr lang="zh-CN" altLang="en-US">
                <a:ea typeface="宋体" charset="-122"/>
              </a:rPr>
              <a:t>在变量类型前面用</a:t>
            </a:r>
            <a:r>
              <a:rPr lang="en-US" altLang="zh-CN">
                <a:solidFill>
                  <a:schemeClr val="tx1"/>
                </a:solidFill>
                <a:latin typeface="Courier New" charset="0"/>
                <a:ea typeface="宋体" charset="-122"/>
              </a:rPr>
              <a:t>static</a:t>
            </a:r>
            <a:r>
              <a:rPr lang="zh-CN" altLang="en-US">
                <a:solidFill>
                  <a:schemeClr val="hlink"/>
                </a:solidFill>
                <a:latin typeface="Courier New" charset="0"/>
                <a:ea typeface="宋体" charset="-122"/>
              </a:rPr>
              <a:t>修饰</a:t>
            </a:r>
            <a:endParaRPr lang="zh-CN" altLang="en-US">
              <a:ea typeface="宋体" charset="-122"/>
            </a:endParaRPr>
          </a:p>
          <a:p>
            <a:pPr lvl="2">
              <a:lnSpc>
                <a:spcPct val="110000"/>
              </a:lnSpc>
            </a:pPr>
            <a:r>
              <a:rPr lang="en-US" altLang="zh-CN">
                <a:latin typeface="Courier New" charset="0"/>
                <a:ea typeface="宋体" charset="-122"/>
              </a:rPr>
              <a:t>static int i;</a:t>
            </a:r>
            <a:endParaRPr lang="en-US" altLang="zh-CN">
              <a:latin typeface="Courier New" charset="0"/>
              <a:ea typeface="宋体" charset="-122"/>
            </a:endParaRPr>
          </a:p>
          <a:p>
            <a:pPr lvl="1">
              <a:lnSpc>
                <a:spcPct val="110000"/>
              </a:lnSpc>
            </a:pPr>
            <a:r>
              <a:rPr lang="zh-CN" altLang="en-US">
                <a:solidFill>
                  <a:srgbClr val="000066"/>
                </a:solidFill>
                <a:ea typeface="宋体" charset="-122"/>
              </a:rPr>
              <a:t>变量的值可以保存到下次进入函数，使函数具有记忆功能</a:t>
            </a:r>
            <a:endParaRPr lang="zh-CN" altLang="en-US">
              <a:solidFill>
                <a:srgbClr val="000066"/>
              </a:solidFill>
              <a:ea typeface="宋体" charset="-122"/>
            </a:endParaRPr>
          </a:p>
        </p:txBody>
      </p:sp>
      <p:sp>
        <p:nvSpPr>
          <p:cNvPr id="2" name="日期占位符 1"/>
          <p:cNvSpPr/>
          <p:nvPr>
            <p:ph type="dt" sz="half" idx="10"/>
          </p:nvPr>
        </p:nvSpPr>
        <p:spPr/>
        <p:txBody>
          <a:bodyPr/>
          <a:lstStyle/>
          <a:p>
            <a:fld id="{76948A5E-269F-5345-ACA8-835A6BFCD7AD}"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7634" name="Rectangle 2"/>
          <p:cNvSpPr/>
          <p:nvPr>
            <p:ph type="title"/>
          </p:nvPr>
        </p:nvSpPr>
        <p:spPr>
          <a:xfrm>
            <a:off x="7092950" y="333375"/>
            <a:ext cx="1727200" cy="839788"/>
          </a:xfrm>
        </p:spPr>
        <p:txBody>
          <a:bodyPr/>
          <a:lstStyle/>
          <a:p>
            <a:pPr>
              <a:defRPr/>
            </a:pPr>
            <a:r>
              <a:rPr lang="zh-CN" altLang="en-US"/>
              <a:t>例</a:t>
            </a:r>
            <a:r>
              <a:rPr lang="en-US" altLang="zh-CN"/>
              <a:t>5.9 </a:t>
            </a:r>
            <a:endParaRPr lang="zh-CN" altLang="en-US"/>
          </a:p>
        </p:txBody>
      </p:sp>
      <p:sp>
        <p:nvSpPr>
          <p:cNvPr id="197635" name="Rectangle 3"/>
          <p:cNvSpPr/>
          <p:nvPr>
            <p:ph idx="1"/>
          </p:nvPr>
        </p:nvSpPr>
        <p:spPr>
          <a:xfrm>
            <a:off x="179388" y="115888"/>
            <a:ext cx="8642350" cy="6553200"/>
          </a:xfrm>
        </p:spPr>
        <p:txBody>
          <a:bodyPr>
            <a:normAutofit fontScale="85000" lnSpcReduction="20000"/>
          </a:bodyPr>
          <a:lstStyle/>
          <a:p>
            <a:pPr>
              <a:lnSpc>
                <a:spcPct val="75000"/>
              </a:lnSpc>
              <a:buFont typeface="Monotype Sorts" charset="2"/>
              <a:buNone/>
            </a:pPr>
            <a:r>
              <a:rPr lang="en-US" altLang="zh-CN" sz="2000" dirty="0">
                <a:solidFill>
                  <a:schemeClr val="tx1"/>
                </a:solidFill>
                <a:latin typeface="Courier New" charset="0"/>
                <a:ea typeface="宋体" charset="-122"/>
              </a:rPr>
              <a:t>#</a:t>
            </a:r>
            <a:r>
              <a:rPr lang="en-US" altLang="zh-CN" sz="2000" dirty="0">
                <a:solidFill>
                  <a:schemeClr val="accent2"/>
                </a:solidFill>
                <a:latin typeface="Courier New" charset="0"/>
                <a:ea typeface="宋体" charset="-122"/>
              </a:rPr>
              <a:t>include</a:t>
            </a:r>
            <a:r>
              <a:rPr lang="en-US" altLang="zh-CN" sz="2000" dirty="0">
                <a:solidFill>
                  <a:schemeClr val="tx1"/>
                </a:solidFill>
                <a:latin typeface="Courier New" charset="0"/>
                <a:ea typeface="宋体" charset="-122"/>
              </a:rPr>
              <a:t> &lt;</a:t>
            </a:r>
            <a:r>
              <a:rPr lang="en-US" altLang="zh-CN" sz="2000" dirty="0" err="1">
                <a:solidFill>
                  <a:schemeClr val="tx1"/>
                </a:solidFill>
                <a:latin typeface="Courier New" charset="0"/>
                <a:ea typeface="宋体" charset="-122"/>
              </a:rPr>
              <a:t>stdio.h</a:t>
            </a:r>
            <a:r>
              <a:rPr lang="en-US" altLang="zh-CN" sz="2000" dirty="0">
                <a:solidFill>
                  <a:schemeClr val="tx1"/>
                </a:solidFill>
                <a:latin typeface="Courier New" charset="0"/>
                <a:ea typeface="宋体" charset="-122"/>
              </a:rPr>
              <a:t>&gt;</a:t>
            </a:r>
            <a:endParaRPr lang="en-US" altLang="zh-CN" sz="2000" dirty="0">
              <a:solidFill>
                <a:schemeClr val="tx1"/>
              </a:solidFill>
              <a:latin typeface="Courier New" charset="0"/>
              <a:ea typeface="宋体" charset="-122"/>
            </a:endParaRPr>
          </a:p>
          <a:p>
            <a:pPr>
              <a:lnSpc>
                <a:spcPct val="75000"/>
              </a:lnSpc>
              <a:buFont typeface="Monotype Sorts" charset="2"/>
              <a:buNone/>
            </a:pPr>
            <a:r>
              <a:rPr lang="en-US" altLang="zh-CN" sz="2000" dirty="0">
                <a:solidFill>
                  <a:schemeClr val="accent2"/>
                </a:solidFill>
                <a:latin typeface="Courier New" charset="0"/>
                <a:ea typeface="宋体" charset="-122"/>
              </a:rPr>
              <a:t>void</a:t>
            </a:r>
            <a:r>
              <a:rPr lang="en-US" altLang="zh-CN" sz="2000" dirty="0">
                <a:solidFill>
                  <a:schemeClr val="tx1"/>
                </a:solidFill>
                <a:latin typeface="Courier New" charset="0"/>
                <a:ea typeface="宋体" charset="-122"/>
              </a:rPr>
              <a:t> </a:t>
            </a:r>
            <a:r>
              <a:rPr lang="en-US" altLang="zh-CN" sz="2000" dirty="0" err="1">
                <a:solidFill>
                  <a:schemeClr val="tx1"/>
                </a:solidFill>
                <a:latin typeface="Courier New" charset="0"/>
                <a:ea typeface="宋体" charset="-122"/>
              </a:rPr>
              <a:t>Func</a:t>
            </a:r>
            <a:r>
              <a:rPr lang="en-US" altLang="zh-CN" sz="2000" dirty="0">
                <a:solidFill>
                  <a:schemeClr val="tx1"/>
                </a:solidFill>
                <a:latin typeface="Courier New" charset="0"/>
                <a:ea typeface="宋体" charset="-122"/>
              </a:rPr>
              <a:t>(</a:t>
            </a:r>
            <a:r>
              <a:rPr lang="en-US" altLang="zh-CN" sz="2000" dirty="0">
                <a:solidFill>
                  <a:schemeClr val="accent2"/>
                </a:solidFill>
                <a:latin typeface="Courier New" charset="0"/>
                <a:ea typeface="宋体" charset="-122"/>
              </a:rPr>
              <a:t>void</a:t>
            </a:r>
            <a:r>
              <a:rPr lang="en-US" altLang="zh-CN" sz="2000" dirty="0">
                <a:solidFill>
                  <a:schemeClr val="tx1"/>
                </a:solidFill>
                <a:latin typeface="Courier New" charset="0"/>
                <a:ea typeface="宋体" charset="-122"/>
              </a:rPr>
              <a:t>);</a:t>
            </a:r>
            <a:endParaRPr lang="en-US" altLang="zh-CN" sz="2000" dirty="0">
              <a:solidFill>
                <a:schemeClr val="tx1"/>
              </a:solidFill>
              <a:latin typeface="Courier New" charset="0"/>
              <a:ea typeface="宋体" charset="-122"/>
            </a:endParaRPr>
          </a:p>
          <a:p>
            <a:pPr>
              <a:lnSpc>
                <a:spcPct val="75000"/>
              </a:lnSpc>
              <a:buFont typeface="Monotype Sorts" charset="2"/>
              <a:buNone/>
            </a:pPr>
            <a:r>
              <a:rPr lang="en-US" altLang="zh-CN" sz="2000" dirty="0">
                <a:solidFill>
                  <a:schemeClr val="tx1"/>
                </a:solidFill>
                <a:latin typeface="Courier New" charset="0"/>
                <a:ea typeface="宋体" charset="-122"/>
              </a:rPr>
              <a:t>main()</a:t>
            </a:r>
            <a:endParaRPr lang="en-US" altLang="zh-CN" sz="2000" dirty="0">
              <a:solidFill>
                <a:schemeClr val="tx1"/>
              </a:solidFill>
              <a:latin typeface="Courier New" charset="0"/>
              <a:ea typeface="宋体" charset="-122"/>
            </a:endParaRPr>
          </a:p>
          <a:p>
            <a:pPr>
              <a:lnSpc>
                <a:spcPct val="75000"/>
              </a:lnSpc>
              <a:buFont typeface="Monotype Sorts" charset="2"/>
              <a:buNone/>
            </a:pPr>
            <a:r>
              <a:rPr lang="en-US" altLang="zh-CN" sz="2000" dirty="0">
                <a:solidFill>
                  <a:schemeClr val="tx1"/>
                </a:solidFill>
                <a:latin typeface="Courier New" charset="0"/>
                <a:ea typeface="宋体" charset="-122"/>
              </a:rPr>
              <a:t>{</a:t>
            </a:r>
            <a:endParaRPr lang="en-US" altLang="zh-CN" sz="2000" dirty="0">
              <a:solidFill>
                <a:schemeClr val="tx1"/>
              </a:solidFill>
              <a:latin typeface="Courier New" charset="0"/>
              <a:ea typeface="宋体" charset="-122"/>
            </a:endParaRPr>
          </a:p>
          <a:p>
            <a:pPr>
              <a:lnSpc>
                <a:spcPct val="75000"/>
              </a:lnSpc>
              <a:buFont typeface="Monotype Sorts" charset="2"/>
              <a:buNone/>
            </a:pPr>
            <a:r>
              <a:rPr lang="en-US" altLang="zh-CN" sz="2000" dirty="0">
                <a:solidFill>
                  <a:schemeClr val="tx1"/>
                </a:solidFill>
                <a:latin typeface="Courier New" charset="0"/>
                <a:ea typeface="宋体" charset="-122"/>
              </a:rPr>
              <a:t>	</a:t>
            </a:r>
            <a:r>
              <a:rPr lang="en-US" altLang="zh-CN" sz="2000" dirty="0" err="1">
                <a:solidFill>
                  <a:schemeClr val="accent2"/>
                </a:solidFill>
                <a:latin typeface="Courier New" charset="0"/>
                <a:ea typeface="宋体" charset="-122"/>
              </a:rPr>
              <a:t>int</a:t>
            </a:r>
            <a:r>
              <a:rPr lang="en-US" altLang="zh-CN" sz="2000" dirty="0">
                <a:solidFill>
                  <a:schemeClr val="tx1"/>
                </a:solidFill>
                <a:latin typeface="Courier New" charset="0"/>
                <a:ea typeface="宋体" charset="-122"/>
              </a:rPr>
              <a:t> </a:t>
            </a:r>
            <a:r>
              <a:rPr lang="en-US" altLang="zh-CN" sz="2000" dirty="0" err="1">
                <a:solidFill>
                  <a:schemeClr val="tx1"/>
                </a:solidFill>
                <a:latin typeface="Courier New" charset="0"/>
                <a:ea typeface="宋体" charset="-122"/>
              </a:rPr>
              <a:t>i</a:t>
            </a:r>
            <a:r>
              <a:rPr lang="en-US" altLang="zh-CN" sz="2000" dirty="0">
                <a:solidFill>
                  <a:schemeClr val="tx1"/>
                </a:solidFill>
                <a:latin typeface="Courier New" charset="0"/>
                <a:ea typeface="宋体" charset="-122"/>
              </a:rPr>
              <a:t>;</a:t>
            </a:r>
            <a:endParaRPr lang="en-US" altLang="zh-CN" sz="2000" dirty="0">
              <a:solidFill>
                <a:schemeClr val="tx1"/>
              </a:solidFill>
              <a:latin typeface="Courier New" charset="0"/>
              <a:ea typeface="宋体" charset="-122"/>
            </a:endParaRPr>
          </a:p>
          <a:p>
            <a:pPr>
              <a:lnSpc>
                <a:spcPct val="75000"/>
              </a:lnSpc>
              <a:buFont typeface="Monotype Sorts" charset="2"/>
              <a:buNone/>
            </a:pPr>
            <a:endParaRPr lang="en-US" altLang="zh-CN" sz="2000" dirty="0">
              <a:solidFill>
                <a:schemeClr val="tx1"/>
              </a:solidFill>
              <a:latin typeface="Courier New" charset="0"/>
              <a:ea typeface="宋体" charset="-122"/>
            </a:endParaRPr>
          </a:p>
          <a:p>
            <a:pPr>
              <a:lnSpc>
                <a:spcPct val="75000"/>
              </a:lnSpc>
              <a:buFont typeface="Monotype Sorts" charset="2"/>
              <a:buNone/>
            </a:pPr>
            <a:r>
              <a:rPr lang="en-US" altLang="zh-CN" sz="2000" dirty="0">
                <a:solidFill>
                  <a:schemeClr val="tx1"/>
                </a:solidFill>
                <a:latin typeface="Courier New" charset="0"/>
                <a:ea typeface="宋体" charset="-122"/>
              </a:rPr>
              <a:t>	</a:t>
            </a:r>
            <a:r>
              <a:rPr lang="en-US" altLang="zh-CN" sz="2000" dirty="0">
                <a:solidFill>
                  <a:schemeClr val="accent2"/>
                </a:solidFill>
                <a:latin typeface="Courier New" charset="0"/>
                <a:ea typeface="宋体" charset="-122"/>
              </a:rPr>
              <a:t>for</a:t>
            </a:r>
            <a:r>
              <a:rPr lang="en-US" altLang="zh-CN" sz="2000" dirty="0">
                <a:solidFill>
                  <a:schemeClr val="tx1"/>
                </a:solidFill>
                <a:latin typeface="Courier New" charset="0"/>
                <a:ea typeface="宋体" charset="-122"/>
              </a:rPr>
              <a:t> (</a:t>
            </a:r>
            <a:r>
              <a:rPr lang="en-US" altLang="zh-CN" sz="2000" dirty="0" err="1">
                <a:solidFill>
                  <a:schemeClr val="tx1"/>
                </a:solidFill>
                <a:latin typeface="Courier New" charset="0"/>
                <a:ea typeface="宋体" charset="-122"/>
              </a:rPr>
              <a:t>i</a:t>
            </a:r>
            <a:r>
              <a:rPr lang="en-US" altLang="zh-CN" sz="2000" dirty="0">
                <a:solidFill>
                  <a:schemeClr val="tx1"/>
                </a:solidFill>
                <a:latin typeface="Courier New" charset="0"/>
                <a:ea typeface="宋体" charset="-122"/>
              </a:rPr>
              <a:t>=0; </a:t>
            </a:r>
            <a:r>
              <a:rPr lang="en-US" altLang="zh-CN" sz="2000" dirty="0" err="1">
                <a:solidFill>
                  <a:schemeClr val="tx1"/>
                </a:solidFill>
                <a:latin typeface="Courier New" charset="0"/>
                <a:ea typeface="宋体" charset="-122"/>
              </a:rPr>
              <a:t>i</a:t>
            </a:r>
            <a:r>
              <a:rPr lang="en-US" altLang="zh-CN" sz="2000" dirty="0">
                <a:solidFill>
                  <a:schemeClr val="tx1"/>
                </a:solidFill>
                <a:latin typeface="Courier New" charset="0"/>
                <a:ea typeface="宋体" charset="-122"/>
              </a:rPr>
              <a:t>&lt;10; </a:t>
            </a:r>
            <a:r>
              <a:rPr lang="en-US" altLang="zh-CN" sz="2000" dirty="0" err="1">
                <a:solidFill>
                  <a:schemeClr val="tx1"/>
                </a:solidFill>
                <a:latin typeface="Courier New" charset="0"/>
                <a:ea typeface="宋体" charset="-122"/>
              </a:rPr>
              <a:t>i</a:t>
            </a:r>
            <a:r>
              <a:rPr lang="en-US" altLang="zh-CN" sz="2000" dirty="0">
                <a:solidFill>
                  <a:schemeClr val="tx1"/>
                </a:solidFill>
                <a:latin typeface="Courier New" charset="0"/>
                <a:ea typeface="宋体" charset="-122"/>
              </a:rPr>
              <a:t>++)</a:t>
            </a:r>
            <a:endParaRPr lang="en-US" altLang="zh-CN" sz="2000" dirty="0">
              <a:solidFill>
                <a:schemeClr val="tx1"/>
              </a:solidFill>
              <a:latin typeface="Courier New" charset="0"/>
              <a:ea typeface="宋体" charset="-122"/>
            </a:endParaRPr>
          </a:p>
          <a:p>
            <a:pPr>
              <a:lnSpc>
                <a:spcPct val="75000"/>
              </a:lnSpc>
              <a:buFont typeface="Monotype Sorts" charset="2"/>
              <a:buNone/>
            </a:pPr>
            <a:r>
              <a:rPr lang="en-US" altLang="zh-CN" sz="2000" dirty="0">
                <a:solidFill>
                  <a:schemeClr val="tx1"/>
                </a:solidFill>
                <a:latin typeface="Courier New" charset="0"/>
                <a:ea typeface="宋体" charset="-122"/>
              </a:rPr>
              <a:t>	{</a:t>
            </a:r>
            <a:endParaRPr lang="en-US" altLang="zh-CN" sz="2000" dirty="0">
              <a:solidFill>
                <a:schemeClr val="tx1"/>
              </a:solidFill>
              <a:latin typeface="Courier New" charset="0"/>
              <a:ea typeface="宋体" charset="-122"/>
            </a:endParaRPr>
          </a:p>
          <a:p>
            <a:pPr>
              <a:lnSpc>
                <a:spcPct val="75000"/>
              </a:lnSpc>
              <a:buFont typeface="Monotype Sorts" charset="2"/>
              <a:buNone/>
            </a:pPr>
            <a:r>
              <a:rPr lang="en-US" altLang="zh-CN" sz="2000" dirty="0">
                <a:solidFill>
                  <a:schemeClr val="tx1"/>
                </a:solidFill>
                <a:latin typeface="Courier New" charset="0"/>
                <a:ea typeface="宋体" charset="-122"/>
              </a:rPr>
              <a:t>		</a:t>
            </a:r>
            <a:r>
              <a:rPr lang="en-US" altLang="zh-CN" sz="2000" dirty="0" err="1">
                <a:solidFill>
                  <a:schemeClr val="tx1"/>
                </a:solidFill>
                <a:latin typeface="Courier New" charset="0"/>
                <a:ea typeface="宋体" charset="-122"/>
              </a:rPr>
              <a:t>Func</a:t>
            </a:r>
            <a:r>
              <a:rPr lang="en-US" altLang="zh-CN" sz="2000" dirty="0">
                <a:solidFill>
                  <a:schemeClr val="tx1"/>
                </a:solidFill>
                <a:latin typeface="Courier New" charset="0"/>
                <a:ea typeface="宋体" charset="-122"/>
              </a:rPr>
              <a:t>();</a:t>
            </a:r>
            <a:endParaRPr lang="en-US" altLang="zh-CN" sz="2000" dirty="0">
              <a:solidFill>
                <a:schemeClr val="tx1"/>
              </a:solidFill>
              <a:latin typeface="Courier New" charset="0"/>
              <a:ea typeface="宋体" charset="-122"/>
            </a:endParaRPr>
          </a:p>
          <a:p>
            <a:pPr>
              <a:lnSpc>
                <a:spcPct val="75000"/>
              </a:lnSpc>
              <a:buFont typeface="Monotype Sorts" charset="2"/>
              <a:buNone/>
            </a:pPr>
            <a:r>
              <a:rPr lang="en-US" altLang="zh-CN" sz="2000" dirty="0">
                <a:solidFill>
                  <a:schemeClr val="tx1"/>
                </a:solidFill>
                <a:latin typeface="Courier New" charset="0"/>
                <a:ea typeface="宋体" charset="-122"/>
              </a:rPr>
              <a:t>	}</a:t>
            </a:r>
            <a:endParaRPr lang="en-US" altLang="zh-CN" sz="2000" dirty="0">
              <a:solidFill>
                <a:schemeClr val="tx1"/>
              </a:solidFill>
              <a:latin typeface="Courier New" charset="0"/>
              <a:ea typeface="宋体" charset="-122"/>
            </a:endParaRPr>
          </a:p>
          <a:p>
            <a:pPr>
              <a:lnSpc>
                <a:spcPct val="75000"/>
              </a:lnSpc>
              <a:buFont typeface="Monotype Sorts" charset="2"/>
              <a:buNone/>
            </a:pPr>
            <a:r>
              <a:rPr lang="en-US" altLang="zh-CN" sz="2000" dirty="0">
                <a:solidFill>
                  <a:schemeClr val="tx1"/>
                </a:solidFill>
                <a:latin typeface="Courier New" charset="0"/>
                <a:ea typeface="宋体" charset="-122"/>
              </a:rPr>
              <a:t>}</a:t>
            </a:r>
            <a:endParaRPr lang="en-US" altLang="zh-CN" sz="2000" dirty="0">
              <a:solidFill>
                <a:schemeClr val="tx1"/>
              </a:solidFill>
              <a:latin typeface="Courier New" charset="0"/>
              <a:ea typeface="宋体" charset="-122"/>
            </a:endParaRPr>
          </a:p>
          <a:p>
            <a:pPr>
              <a:lnSpc>
                <a:spcPct val="75000"/>
              </a:lnSpc>
              <a:buFont typeface="Monotype Sorts" charset="2"/>
              <a:buNone/>
            </a:pPr>
            <a:endParaRPr lang="en-US" altLang="zh-CN" sz="2000" dirty="0">
              <a:solidFill>
                <a:schemeClr val="tx1"/>
              </a:solidFill>
              <a:latin typeface="Courier New" charset="0"/>
              <a:ea typeface="宋体" charset="-122"/>
            </a:endParaRPr>
          </a:p>
          <a:p>
            <a:pPr>
              <a:lnSpc>
                <a:spcPct val="75000"/>
              </a:lnSpc>
              <a:buFont typeface="Monotype Sorts" charset="2"/>
              <a:buNone/>
            </a:pPr>
            <a:r>
              <a:rPr lang="en-US" altLang="zh-CN" sz="2000" dirty="0">
                <a:solidFill>
                  <a:schemeClr val="tx1"/>
                </a:solidFill>
                <a:latin typeface="Courier New" charset="0"/>
                <a:ea typeface="宋体" charset="-122"/>
              </a:rPr>
              <a:t>/* </a:t>
            </a:r>
            <a:r>
              <a:rPr lang="zh-CN" altLang="fr-FR" sz="2000" dirty="0">
                <a:solidFill>
                  <a:schemeClr val="tx1"/>
                </a:solidFill>
                <a:latin typeface="Courier New" charset="0"/>
                <a:ea typeface="宋体" charset="-122"/>
              </a:rPr>
              <a:t>函数功能</a:t>
            </a:r>
            <a:r>
              <a:rPr lang="zh-CN" altLang="en-US" sz="2000" dirty="0">
                <a:solidFill>
                  <a:schemeClr val="tx1"/>
                </a:solidFill>
                <a:latin typeface="Courier New" charset="0"/>
                <a:ea typeface="宋体" charset="-122"/>
              </a:rPr>
              <a:t>：    </a:t>
            </a:r>
            <a:r>
              <a:rPr lang="zh-CN" altLang="fr-FR" sz="2000" dirty="0">
                <a:solidFill>
                  <a:schemeClr val="tx1"/>
                </a:solidFill>
                <a:latin typeface="Courier New" charset="0"/>
                <a:ea typeface="宋体" charset="-122"/>
              </a:rPr>
              <a:t>打印被调用的次数</a:t>
            </a:r>
            <a:endParaRPr lang="zh-CN" altLang="en-US" sz="2000" dirty="0">
              <a:solidFill>
                <a:schemeClr val="tx1"/>
              </a:solidFill>
              <a:latin typeface="Courier New" charset="0"/>
              <a:ea typeface="宋体" charset="-122"/>
            </a:endParaRPr>
          </a:p>
          <a:p>
            <a:pPr>
              <a:lnSpc>
                <a:spcPct val="75000"/>
              </a:lnSpc>
              <a:buFont typeface="Monotype Sorts" charset="2"/>
              <a:buNone/>
            </a:pPr>
            <a:r>
              <a:rPr lang="zh-CN" altLang="en-US" sz="2000" dirty="0">
                <a:solidFill>
                  <a:schemeClr val="tx1"/>
                </a:solidFill>
                <a:latin typeface="Courier New" charset="0"/>
                <a:ea typeface="宋体" charset="-122"/>
              </a:rPr>
              <a:t>   </a:t>
            </a:r>
            <a:r>
              <a:rPr lang="zh-CN" altLang="fr-FR" sz="2000" dirty="0">
                <a:solidFill>
                  <a:schemeClr val="tx1"/>
                </a:solidFill>
                <a:latin typeface="Courier New" charset="0"/>
                <a:ea typeface="宋体" charset="-122"/>
              </a:rPr>
              <a:t>函数入口参数： 无</a:t>
            </a:r>
            <a:endParaRPr lang="zh-CN" altLang="fr-FR" sz="2000" dirty="0">
              <a:solidFill>
                <a:schemeClr val="tx1"/>
              </a:solidFill>
              <a:latin typeface="Courier New" charset="0"/>
              <a:ea typeface="宋体" charset="-122"/>
            </a:endParaRPr>
          </a:p>
          <a:p>
            <a:pPr>
              <a:lnSpc>
                <a:spcPct val="75000"/>
              </a:lnSpc>
              <a:buFont typeface="Monotype Sorts" charset="2"/>
              <a:buNone/>
            </a:pPr>
            <a:r>
              <a:rPr lang="zh-CN" altLang="fr-FR" sz="2000" dirty="0">
                <a:solidFill>
                  <a:schemeClr val="tx1"/>
                </a:solidFill>
                <a:latin typeface="Courier New" charset="0"/>
                <a:ea typeface="宋体" charset="-122"/>
              </a:rPr>
              <a:t>   函数返回值：   无</a:t>
            </a:r>
            <a:endParaRPr lang="zh-CN" altLang="fr-FR" sz="2000" dirty="0">
              <a:solidFill>
                <a:schemeClr val="tx1"/>
              </a:solidFill>
              <a:latin typeface="Courier New" charset="0"/>
              <a:ea typeface="宋体" charset="-122"/>
            </a:endParaRPr>
          </a:p>
          <a:p>
            <a:pPr>
              <a:lnSpc>
                <a:spcPct val="75000"/>
              </a:lnSpc>
              <a:buFont typeface="Monotype Sorts" charset="2"/>
              <a:buNone/>
            </a:pPr>
            <a:r>
              <a:rPr lang="zh-CN" altLang="fr-FR" sz="2000" dirty="0">
                <a:solidFill>
                  <a:schemeClr val="tx1"/>
                </a:solidFill>
                <a:latin typeface="Courier New" charset="0"/>
                <a:ea typeface="宋体" charset="-122"/>
              </a:rPr>
              <a:t>*</a:t>
            </a:r>
            <a:r>
              <a:rPr lang="fr-FR" altLang="zh-CN" sz="2000" dirty="0">
                <a:solidFill>
                  <a:schemeClr val="tx1"/>
                </a:solidFill>
                <a:latin typeface="Courier New" charset="0"/>
                <a:ea typeface="宋体" charset="-122"/>
              </a:rPr>
              <a:t>/</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err="1">
                <a:solidFill>
                  <a:schemeClr val="accent2"/>
                </a:solidFill>
                <a:latin typeface="Courier New" charset="0"/>
                <a:ea typeface="宋体" charset="-122"/>
              </a:rPr>
              <a:t>void</a:t>
            </a:r>
            <a:r>
              <a:rPr lang="fr-FR" altLang="zh-CN" sz="2000" dirty="0">
                <a:solidFill>
                  <a:schemeClr val="tx1"/>
                </a:solidFill>
                <a:latin typeface="Courier New" charset="0"/>
                <a:ea typeface="宋体" charset="-122"/>
              </a:rPr>
              <a:t> </a:t>
            </a:r>
            <a:r>
              <a:rPr lang="fr-FR" altLang="zh-CN" sz="2000" dirty="0" err="1">
                <a:solidFill>
                  <a:schemeClr val="tx1"/>
                </a:solidFill>
                <a:latin typeface="Courier New" charset="0"/>
                <a:ea typeface="宋体" charset="-122"/>
              </a:rPr>
              <a:t>Func</a:t>
            </a:r>
            <a:r>
              <a:rPr lang="fr-FR" altLang="zh-CN" sz="2000" dirty="0">
                <a:solidFill>
                  <a:schemeClr val="tx1"/>
                </a:solidFill>
                <a:latin typeface="Courier New" charset="0"/>
                <a:ea typeface="宋体" charset="-122"/>
              </a:rPr>
              <a:t>(</a:t>
            </a:r>
            <a:r>
              <a:rPr lang="fr-FR" altLang="zh-CN" sz="2000" dirty="0" err="1">
                <a:solidFill>
                  <a:schemeClr val="accent2"/>
                </a:solidFill>
                <a:latin typeface="Courier New" charset="0"/>
                <a:ea typeface="宋体" charset="-122"/>
              </a:rPr>
              <a:t>void</a:t>
            </a:r>
            <a:r>
              <a:rPr lang="fr-FR" altLang="zh-CN" sz="2000" dirty="0">
                <a:solidFill>
                  <a:schemeClr val="tx1"/>
                </a:solidFill>
                <a:latin typeface="Courier New" charset="0"/>
                <a:ea typeface="宋体" charset="-122"/>
              </a:rPr>
              <a:t>)</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	</a:t>
            </a:r>
            <a:r>
              <a:rPr lang="fr-FR" altLang="zh-CN" sz="2000" dirty="0" err="1">
                <a:solidFill>
                  <a:schemeClr val="accent2"/>
                </a:solidFill>
                <a:latin typeface="Courier New" charset="0"/>
                <a:ea typeface="宋体" charset="-122"/>
              </a:rPr>
              <a:t>int</a:t>
            </a:r>
            <a:r>
              <a:rPr lang="fr-FR" altLang="zh-CN" sz="2000" dirty="0">
                <a:solidFill>
                  <a:schemeClr val="tx1"/>
                </a:solidFill>
                <a:latin typeface="Courier New" charset="0"/>
                <a:ea typeface="宋体" charset="-122"/>
              </a:rPr>
              <a:t> times = 1;		</a:t>
            </a:r>
            <a:r>
              <a:rPr lang="fr-FR" altLang="zh-CN" sz="2000" dirty="0">
                <a:solidFill>
                  <a:schemeClr val="hlink"/>
                </a:solidFill>
                <a:latin typeface="Courier New" charset="0"/>
                <a:ea typeface="宋体" charset="-122"/>
              </a:rPr>
              <a:t>/*</a:t>
            </a:r>
            <a:r>
              <a:rPr lang="zh-CN" altLang="en-US" sz="2000" dirty="0">
                <a:solidFill>
                  <a:schemeClr val="hlink"/>
                </a:solidFill>
                <a:latin typeface="Courier New" charset="0"/>
                <a:ea typeface="宋体" charset="-122"/>
              </a:rPr>
              <a:t>普通变量</a:t>
            </a:r>
            <a:r>
              <a:rPr lang="zh-CN" altLang="fr-FR" sz="2000" dirty="0">
                <a:solidFill>
                  <a:schemeClr val="hlink"/>
                </a:solidFill>
                <a:latin typeface="Courier New" charset="0"/>
                <a:ea typeface="宋体" charset="-122"/>
              </a:rPr>
              <a:t>*</a:t>
            </a:r>
            <a:r>
              <a:rPr lang="fr-FR" altLang="zh-CN" sz="2000" dirty="0">
                <a:solidFill>
                  <a:schemeClr val="hlink"/>
                </a:solidFill>
                <a:latin typeface="Courier New" charset="0"/>
                <a:ea typeface="宋体" charset="-122"/>
              </a:rPr>
              <a:t>/</a:t>
            </a:r>
            <a:endParaRPr lang="fr-FR" altLang="zh-CN" sz="2000" dirty="0">
              <a:solidFill>
                <a:schemeClr val="hlink"/>
              </a:solidFill>
              <a:latin typeface="Courier New" charset="0"/>
              <a:ea typeface="宋体" charset="-122"/>
            </a:endParaRPr>
          </a:p>
          <a:p>
            <a:pPr>
              <a:lnSpc>
                <a:spcPct val="75000"/>
              </a:lnSpc>
              <a:buFont typeface="Monotype Sorts" charset="2"/>
              <a:buNone/>
            </a:pP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	</a:t>
            </a:r>
            <a:r>
              <a:rPr lang="fr-FR" altLang="zh-CN" sz="2000" dirty="0" err="1">
                <a:solidFill>
                  <a:schemeClr val="accent2"/>
                </a:solidFill>
                <a:latin typeface="Courier New" charset="0"/>
                <a:ea typeface="宋体" charset="-122"/>
              </a:rPr>
              <a:t>printf</a:t>
            </a:r>
            <a:r>
              <a:rPr lang="fr-FR" altLang="zh-CN" sz="2000" dirty="0">
                <a:solidFill>
                  <a:schemeClr val="tx1"/>
                </a:solidFill>
                <a:latin typeface="Courier New" charset="0"/>
                <a:ea typeface="宋体" charset="-122"/>
              </a:rPr>
              <a:t>("</a:t>
            </a:r>
            <a:r>
              <a:rPr lang="fr-FR" altLang="zh-CN" sz="2000" dirty="0" err="1">
                <a:solidFill>
                  <a:schemeClr val="tx1"/>
                </a:solidFill>
                <a:latin typeface="Courier New" charset="0"/>
                <a:ea typeface="宋体" charset="-122"/>
              </a:rPr>
              <a:t>Func</a:t>
            </a:r>
            <a:r>
              <a:rPr lang="fr-FR" altLang="zh-CN" sz="2000" dirty="0">
                <a:solidFill>
                  <a:schemeClr val="tx1"/>
                </a:solidFill>
                <a:latin typeface="Courier New" charset="0"/>
                <a:ea typeface="宋体" charset="-122"/>
              </a:rPr>
              <a:t>() </a:t>
            </a:r>
            <a:r>
              <a:rPr lang="fr-FR" altLang="zh-CN" sz="2000" dirty="0" err="1">
                <a:solidFill>
                  <a:schemeClr val="tx1"/>
                </a:solidFill>
                <a:latin typeface="Courier New" charset="0"/>
                <a:ea typeface="宋体" charset="-122"/>
              </a:rPr>
              <a:t>was</a:t>
            </a:r>
            <a:r>
              <a:rPr lang="fr-FR" altLang="zh-CN" sz="2000" dirty="0">
                <a:solidFill>
                  <a:schemeClr val="tx1"/>
                </a:solidFill>
                <a:latin typeface="Courier New" charset="0"/>
                <a:ea typeface="宋体" charset="-122"/>
              </a:rPr>
              <a:t> </a:t>
            </a:r>
            <a:r>
              <a:rPr lang="fr-FR" altLang="zh-CN" sz="2000" dirty="0" err="1">
                <a:solidFill>
                  <a:schemeClr val="tx1"/>
                </a:solidFill>
                <a:latin typeface="Courier New" charset="0"/>
                <a:ea typeface="宋体" charset="-122"/>
              </a:rPr>
              <a:t>called</a:t>
            </a:r>
            <a:r>
              <a:rPr lang="fr-FR" altLang="zh-CN" sz="2000" dirty="0">
                <a:solidFill>
                  <a:schemeClr val="tx1"/>
                </a:solidFill>
                <a:latin typeface="Courier New" charset="0"/>
                <a:ea typeface="宋体" charset="-122"/>
              </a:rPr>
              <a:t> %d time(s).\n", times++);</a:t>
            </a:r>
            <a:endParaRPr lang="fr-FR" altLang="zh-CN" sz="2000" dirty="0">
              <a:solidFill>
                <a:schemeClr val="tx1"/>
              </a:solidFill>
              <a:latin typeface="Courier New" charset="0"/>
              <a:ea typeface="宋体" charset="-122"/>
            </a:endParaRPr>
          </a:p>
          <a:p>
            <a:pPr>
              <a:lnSpc>
                <a:spcPct val="75000"/>
              </a:lnSpc>
              <a:buFont typeface="Monotype Sorts" charset="2"/>
              <a:buNone/>
            </a:pPr>
            <a:r>
              <a:rPr lang="fr-FR" altLang="zh-CN" sz="2000" dirty="0">
                <a:solidFill>
                  <a:schemeClr val="tx1"/>
                </a:solidFill>
                <a:latin typeface="Courier New" charset="0"/>
                <a:ea typeface="宋体" charset="-122"/>
              </a:rPr>
              <a:t>}</a:t>
            </a:r>
            <a:endParaRPr lang="zh-CN" altLang="en-US" sz="2000" dirty="0">
              <a:solidFill>
                <a:schemeClr val="tx1"/>
              </a:solidFill>
              <a:latin typeface="Courier New" charset="0"/>
              <a:ea typeface="宋体" charset="-122"/>
            </a:endParaRPr>
          </a:p>
        </p:txBody>
      </p:sp>
      <p:sp>
        <p:nvSpPr>
          <p:cNvPr id="197637" name="Text Box 5"/>
          <p:cNvSpPr txBox="1"/>
          <p:nvPr/>
        </p:nvSpPr>
        <p:spPr bwMode="auto">
          <a:xfrm>
            <a:off x="4946650" y="1268413"/>
            <a:ext cx="4176713" cy="2838450"/>
          </a:xfrm>
          <a:prstGeom prst="rect">
            <a:avLst/>
          </a:prstGeom>
          <a:solidFill>
            <a:schemeClr val="tx2"/>
          </a:solidFill>
          <a:ln w="12700">
            <a:noFill/>
            <a:miter lim="800000"/>
            <a:headEnd type="none" w="sm" len="sm"/>
            <a:tailEnd type="none" w="sm" len="sm"/>
          </a:ln>
          <a:effectLst/>
        </p:spPr>
        <p:txBody>
          <a:bodyPr>
            <a:spAutoFit/>
          </a:bodyPr>
          <a:lstStyle/>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1 time(s).</a:t>
            </a:r>
            <a:endParaRPr lang="en-US" altLang="zh-CN" sz="18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1 time(s).</a:t>
            </a:r>
            <a:endParaRPr lang="en-US" altLang="zh-CN" sz="18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1 time(s).</a:t>
            </a:r>
            <a:endParaRPr lang="en-US" altLang="zh-CN" sz="18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1 time(s).</a:t>
            </a:r>
            <a:endParaRPr lang="en-US" altLang="zh-CN" sz="18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1 time(s).</a:t>
            </a:r>
            <a:endParaRPr lang="en-US" altLang="zh-CN" sz="18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1 time(s).</a:t>
            </a:r>
            <a:endParaRPr lang="en-US" altLang="zh-CN" sz="18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1 time(s).</a:t>
            </a:r>
            <a:endParaRPr lang="en-US" altLang="zh-CN" sz="18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1 time(s).</a:t>
            </a:r>
            <a:endParaRPr lang="en-US" altLang="zh-CN" sz="18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1 time(s).</a:t>
            </a:r>
            <a:endParaRPr lang="en-US" altLang="zh-CN" sz="18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1 time(s).</a:t>
            </a:r>
            <a:r>
              <a:rPr lang="en-US" altLang="zh-CN" sz="1600">
                <a:solidFill>
                  <a:schemeClr val="bg1"/>
                </a:solidFill>
                <a:effectLst>
                  <a:outerShdw blurRad="38100" dist="38100" dir="2700000" algn="tl">
                    <a:srgbClr val="9F9F9F"/>
                  </a:outerShdw>
                </a:effectLst>
                <a:latin typeface="Courier New" charset="0"/>
                <a:ea typeface="宋体" charset="-122"/>
              </a:rPr>
              <a:t> </a:t>
            </a:r>
            <a:endParaRPr lang="zh-CN" altLang="en-US" sz="1600">
              <a:solidFill>
                <a:schemeClr val="bg1"/>
              </a:solidFill>
              <a:effectLst>
                <a:outerShdw blurRad="38100" dist="38100" dir="2700000" algn="tl">
                  <a:srgbClr val="9F9F9F"/>
                </a:outerShdw>
              </a:effectLst>
              <a:latin typeface="Courier New" charset="0"/>
              <a:ea typeface="宋体" charset="-122"/>
            </a:endParaRPr>
          </a:p>
        </p:txBody>
      </p:sp>
      <p:sp>
        <p:nvSpPr>
          <p:cNvPr id="2" name="日期占位符 1"/>
          <p:cNvSpPr/>
          <p:nvPr>
            <p:ph type="dt" sz="half" idx="10"/>
          </p:nvPr>
        </p:nvSpPr>
        <p:spPr/>
        <p:txBody>
          <a:bodyPr/>
          <a:lstStyle/>
          <a:p>
            <a:fld id="{B1E74E1E-9DDB-4241-92D9-7E207C1F53E0}"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7637"/>
                                        </p:tgtEl>
                                        <p:attrNameLst>
                                          <p:attrName>style.visibility</p:attrName>
                                        </p:attrNameLst>
                                      </p:cBhvr>
                                      <p:to>
                                        <p:strVal val="visible"/>
                                      </p:to>
                                    </p:set>
                                    <p:animEffect transition="in" filter="wipe(up)">
                                      <p:cBhvr>
                                        <p:cTn id="7" dur="500"/>
                                        <p:tgtEl>
                                          <p:spTgt spid="197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7"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9010" name="Rectangle 2"/>
          <p:cNvSpPr/>
          <p:nvPr>
            <p:ph type="title"/>
          </p:nvPr>
        </p:nvSpPr>
        <p:spPr>
          <a:xfrm>
            <a:off x="7092950" y="333375"/>
            <a:ext cx="1727200" cy="839788"/>
          </a:xfrm>
        </p:spPr>
        <p:txBody>
          <a:bodyPr/>
          <a:lstStyle/>
          <a:p>
            <a:pPr>
              <a:defRPr/>
            </a:pPr>
            <a:r>
              <a:rPr lang="zh-CN" altLang="en-US"/>
              <a:t>例</a:t>
            </a:r>
            <a:r>
              <a:rPr lang="en-US" altLang="zh-CN"/>
              <a:t>5.9 </a:t>
            </a:r>
            <a:endParaRPr lang="zh-CN" altLang="en-US"/>
          </a:p>
        </p:txBody>
      </p:sp>
      <p:sp>
        <p:nvSpPr>
          <p:cNvPr id="299011" name="Rectangle 3"/>
          <p:cNvSpPr/>
          <p:nvPr>
            <p:ph idx="1"/>
          </p:nvPr>
        </p:nvSpPr>
        <p:spPr>
          <a:xfrm>
            <a:off x="179388" y="115888"/>
            <a:ext cx="8642350" cy="6553200"/>
          </a:xfrm>
        </p:spPr>
        <p:txBody>
          <a:bodyPr>
            <a:normAutofit fontScale="85000" lnSpcReduction="20000"/>
          </a:bodyPr>
          <a:lstStyle/>
          <a:p>
            <a:pPr>
              <a:lnSpc>
                <a:spcPct val="75000"/>
              </a:lnSpc>
              <a:buFont typeface="Monotype Sorts" charset="2"/>
              <a:buNone/>
            </a:pPr>
            <a:r>
              <a:rPr lang="en-US" altLang="zh-CN" sz="2000">
                <a:solidFill>
                  <a:schemeClr val="tx1"/>
                </a:solidFill>
                <a:latin typeface="Courier New" charset="0"/>
                <a:ea typeface="宋体" charset="-122"/>
              </a:rPr>
              <a:t>#</a:t>
            </a:r>
            <a:r>
              <a:rPr lang="en-US" altLang="zh-CN" sz="2000">
                <a:solidFill>
                  <a:schemeClr val="accent2"/>
                </a:solidFill>
                <a:latin typeface="Courier New" charset="0"/>
                <a:ea typeface="宋体" charset="-122"/>
              </a:rPr>
              <a:t>include</a:t>
            </a:r>
            <a:r>
              <a:rPr lang="en-US" altLang="zh-CN" sz="2000">
                <a:solidFill>
                  <a:schemeClr val="tx1"/>
                </a:solidFill>
                <a:latin typeface="Courier New" charset="0"/>
                <a:ea typeface="宋体" charset="-122"/>
              </a:rPr>
              <a:t> &lt;stdio.h&gt;</a:t>
            </a: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accent2"/>
                </a:solidFill>
                <a:latin typeface="Courier New" charset="0"/>
                <a:ea typeface="宋体" charset="-122"/>
              </a:rPr>
              <a:t>void</a:t>
            </a:r>
            <a:r>
              <a:rPr lang="en-US" altLang="zh-CN" sz="2000">
                <a:solidFill>
                  <a:schemeClr val="tx1"/>
                </a:solidFill>
                <a:latin typeface="Courier New" charset="0"/>
                <a:ea typeface="宋体" charset="-122"/>
              </a:rPr>
              <a:t> Func(</a:t>
            </a:r>
            <a:r>
              <a:rPr lang="en-US" altLang="zh-CN" sz="2000">
                <a:solidFill>
                  <a:schemeClr val="accent2"/>
                </a:solidFill>
                <a:latin typeface="Courier New" charset="0"/>
                <a:ea typeface="宋体" charset="-122"/>
              </a:rPr>
              <a:t>void</a:t>
            </a:r>
            <a:r>
              <a:rPr lang="en-US" altLang="zh-CN" sz="2000">
                <a:solidFill>
                  <a:schemeClr val="tx1"/>
                </a:solidFill>
                <a:latin typeface="Courier New" charset="0"/>
                <a:ea typeface="宋体" charset="-122"/>
              </a:rPr>
              <a:t>);</a:t>
            </a: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tx1"/>
                </a:solidFill>
                <a:latin typeface="Courier New" charset="0"/>
                <a:ea typeface="宋体" charset="-122"/>
              </a:rPr>
              <a:t>main()</a:t>
            </a: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tx1"/>
                </a:solidFill>
                <a:latin typeface="Courier New" charset="0"/>
                <a:ea typeface="宋体" charset="-122"/>
              </a:rPr>
              <a:t>{</a:t>
            </a: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tx1"/>
                </a:solidFill>
                <a:latin typeface="Courier New" charset="0"/>
                <a:ea typeface="宋体" charset="-122"/>
              </a:rPr>
              <a:t>	</a:t>
            </a:r>
            <a:r>
              <a:rPr lang="en-US" altLang="zh-CN" sz="2000">
                <a:solidFill>
                  <a:schemeClr val="accent2"/>
                </a:solidFill>
                <a:latin typeface="Courier New" charset="0"/>
                <a:ea typeface="宋体" charset="-122"/>
              </a:rPr>
              <a:t>int</a:t>
            </a:r>
            <a:r>
              <a:rPr lang="en-US" altLang="zh-CN" sz="2000">
                <a:solidFill>
                  <a:schemeClr val="tx1"/>
                </a:solidFill>
                <a:latin typeface="Courier New" charset="0"/>
                <a:ea typeface="宋体" charset="-122"/>
              </a:rPr>
              <a:t> i;</a:t>
            </a:r>
            <a:endParaRPr lang="en-US" altLang="zh-CN" sz="2000">
              <a:solidFill>
                <a:schemeClr val="tx1"/>
              </a:solidFill>
              <a:latin typeface="Courier New" charset="0"/>
              <a:ea typeface="宋体" charset="-122"/>
            </a:endParaRPr>
          </a:p>
          <a:p>
            <a:pPr>
              <a:lnSpc>
                <a:spcPct val="75000"/>
              </a:lnSpc>
              <a:buFont typeface="Monotype Sorts" charset="2"/>
              <a:buNone/>
            </a:pP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tx1"/>
                </a:solidFill>
                <a:latin typeface="Courier New" charset="0"/>
                <a:ea typeface="宋体" charset="-122"/>
              </a:rPr>
              <a:t>	</a:t>
            </a:r>
            <a:r>
              <a:rPr lang="en-US" altLang="zh-CN" sz="2000">
                <a:solidFill>
                  <a:schemeClr val="accent2"/>
                </a:solidFill>
                <a:latin typeface="Courier New" charset="0"/>
                <a:ea typeface="宋体" charset="-122"/>
              </a:rPr>
              <a:t>for</a:t>
            </a:r>
            <a:r>
              <a:rPr lang="en-US" altLang="zh-CN" sz="2000">
                <a:solidFill>
                  <a:schemeClr val="tx1"/>
                </a:solidFill>
                <a:latin typeface="Courier New" charset="0"/>
                <a:ea typeface="宋体" charset="-122"/>
              </a:rPr>
              <a:t> (i=0; i&lt;10; i++)</a:t>
            </a: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tx1"/>
                </a:solidFill>
                <a:latin typeface="Courier New" charset="0"/>
                <a:ea typeface="宋体" charset="-122"/>
              </a:rPr>
              <a:t>	{</a:t>
            </a: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tx1"/>
                </a:solidFill>
                <a:latin typeface="Courier New" charset="0"/>
                <a:ea typeface="宋体" charset="-122"/>
              </a:rPr>
              <a:t>		Func();</a:t>
            </a: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tx1"/>
                </a:solidFill>
                <a:latin typeface="Courier New" charset="0"/>
                <a:ea typeface="宋体" charset="-122"/>
              </a:rPr>
              <a:t>	}</a:t>
            </a: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tx1"/>
                </a:solidFill>
                <a:latin typeface="Courier New" charset="0"/>
                <a:ea typeface="宋体" charset="-122"/>
              </a:rPr>
              <a:t>}</a:t>
            </a:r>
            <a:endParaRPr lang="en-US" altLang="zh-CN" sz="2000">
              <a:solidFill>
                <a:schemeClr val="tx1"/>
              </a:solidFill>
              <a:latin typeface="Courier New" charset="0"/>
              <a:ea typeface="宋体" charset="-122"/>
            </a:endParaRPr>
          </a:p>
          <a:p>
            <a:pPr>
              <a:lnSpc>
                <a:spcPct val="75000"/>
              </a:lnSpc>
              <a:buFont typeface="Monotype Sorts" charset="2"/>
              <a:buNone/>
            </a:pP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tx1"/>
                </a:solidFill>
                <a:latin typeface="Courier New" charset="0"/>
                <a:ea typeface="宋体" charset="-122"/>
              </a:rPr>
              <a:t>/* </a:t>
            </a:r>
            <a:r>
              <a:rPr lang="zh-CN" altLang="fr-FR" sz="2000">
                <a:solidFill>
                  <a:schemeClr val="tx1"/>
                </a:solidFill>
                <a:latin typeface="Courier New" charset="0"/>
                <a:ea typeface="宋体" charset="-122"/>
              </a:rPr>
              <a:t>函数功能</a:t>
            </a:r>
            <a:r>
              <a:rPr lang="zh-CN" altLang="en-US" sz="2000">
                <a:solidFill>
                  <a:schemeClr val="tx1"/>
                </a:solidFill>
                <a:latin typeface="Courier New" charset="0"/>
                <a:ea typeface="宋体" charset="-122"/>
              </a:rPr>
              <a:t>：    </a:t>
            </a:r>
            <a:r>
              <a:rPr lang="zh-CN" altLang="fr-FR" sz="2000">
                <a:solidFill>
                  <a:schemeClr val="tx1"/>
                </a:solidFill>
                <a:latin typeface="Courier New" charset="0"/>
                <a:ea typeface="宋体" charset="-122"/>
              </a:rPr>
              <a:t>打印被调用的次数</a:t>
            </a:r>
            <a:endParaRPr lang="zh-CN" altLang="en-US" sz="2000">
              <a:solidFill>
                <a:schemeClr val="tx1"/>
              </a:solidFill>
              <a:latin typeface="Courier New" charset="0"/>
              <a:ea typeface="宋体" charset="-122"/>
            </a:endParaRPr>
          </a:p>
          <a:p>
            <a:pPr>
              <a:lnSpc>
                <a:spcPct val="75000"/>
              </a:lnSpc>
              <a:buFont typeface="Monotype Sorts" charset="2"/>
              <a:buNone/>
            </a:pPr>
            <a:r>
              <a:rPr lang="zh-CN" altLang="en-US" sz="2000">
                <a:solidFill>
                  <a:schemeClr val="tx1"/>
                </a:solidFill>
                <a:latin typeface="Courier New" charset="0"/>
                <a:ea typeface="宋体" charset="-122"/>
              </a:rPr>
              <a:t>   </a:t>
            </a:r>
            <a:r>
              <a:rPr lang="zh-CN" altLang="fr-FR" sz="2000">
                <a:solidFill>
                  <a:schemeClr val="tx1"/>
                </a:solidFill>
                <a:latin typeface="Courier New" charset="0"/>
                <a:ea typeface="宋体" charset="-122"/>
              </a:rPr>
              <a:t>函数入口参数： 无</a:t>
            </a:r>
            <a:endParaRPr lang="zh-CN" altLang="fr-FR" sz="2000">
              <a:solidFill>
                <a:schemeClr val="tx1"/>
              </a:solidFill>
              <a:latin typeface="Courier New" charset="0"/>
              <a:ea typeface="宋体" charset="-122"/>
            </a:endParaRPr>
          </a:p>
          <a:p>
            <a:pPr>
              <a:lnSpc>
                <a:spcPct val="75000"/>
              </a:lnSpc>
              <a:buFont typeface="Monotype Sorts" charset="2"/>
              <a:buNone/>
            </a:pPr>
            <a:r>
              <a:rPr lang="zh-CN" altLang="fr-FR" sz="2000">
                <a:solidFill>
                  <a:schemeClr val="tx1"/>
                </a:solidFill>
                <a:latin typeface="Courier New" charset="0"/>
                <a:ea typeface="宋体" charset="-122"/>
              </a:rPr>
              <a:t>   函数返回值：   无</a:t>
            </a:r>
            <a:endParaRPr lang="zh-CN" altLang="fr-FR" sz="2000">
              <a:solidFill>
                <a:schemeClr val="tx1"/>
              </a:solidFill>
              <a:latin typeface="Courier New" charset="0"/>
              <a:ea typeface="宋体" charset="-122"/>
            </a:endParaRPr>
          </a:p>
          <a:p>
            <a:pPr>
              <a:lnSpc>
                <a:spcPct val="75000"/>
              </a:lnSpc>
              <a:buFont typeface="Monotype Sorts" charset="2"/>
              <a:buNone/>
            </a:pPr>
            <a:r>
              <a:rPr lang="zh-CN" altLang="fr-FR" sz="2000">
                <a:solidFill>
                  <a:schemeClr val="tx1"/>
                </a:solidFill>
                <a:latin typeface="Courier New" charset="0"/>
                <a:ea typeface="宋体" charset="-122"/>
              </a:rPr>
              <a:t>*</a:t>
            </a:r>
            <a:r>
              <a:rPr lang="fr-FR" altLang="zh-CN" sz="2000">
                <a:solidFill>
                  <a:schemeClr val="tx1"/>
                </a:solidFill>
                <a:latin typeface="Courier New" charset="0"/>
                <a:ea typeface="宋体" charset="-122"/>
              </a:rPr>
              <a:t>/</a:t>
            </a:r>
            <a:endParaRPr lang="fr-FR" altLang="zh-CN" sz="2000">
              <a:solidFill>
                <a:schemeClr val="tx1"/>
              </a:solidFill>
              <a:latin typeface="Courier New" charset="0"/>
              <a:ea typeface="宋体" charset="-122"/>
            </a:endParaRPr>
          </a:p>
          <a:p>
            <a:pPr>
              <a:lnSpc>
                <a:spcPct val="75000"/>
              </a:lnSpc>
              <a:buFont typeface="Monotype Sorts" charset="2"/>
              <a:buNone/>
            </a:pPr>
            <a:r>
              <a:rPr lang="fr-FR" altLang="zh-CN" sz="2000">
                <a:solidFill>
                  <a:schemeClr val="accent2"/>
                </a:solidFill>
                <a:latin typeface="Courier New" charset="0"/>
                <a:ea typeface="宋体" charset="-122"/>
              </a:rPr>
              <a:t>void</a:t>
            </a:r>
            <a:r>
              <a:rPr lang="fr-FR" altLang="zh-CN" sz="2000">
                <a:solidFill>
                  <a:schemeClr val="tx1"/>
                </a:solidFill>
                <a:latin typeface="Courier New" charset="0"/>
                <a:ea typeface="宋体" charset="-122"/>
              </a:rPr>
              <a:t> Func(</a:t>
            </a:r>
            <a:r>
              <a:rPr lang="fr-FR" altLang="zh-CN" sz="2000">
                <a:solidFill>
                  <a:schemeClr val="accent2"/>
                </a:solidFill>
                <a:latin typeface="Courier New" charset="0"/>
                <a:ea typeface="宋体" charset="-122"/>
              </a:rPr>
              <a:t>void</a:t>
            </a:r>
            <a:r>
              <a:rPr lang="fr-FR" altLang="zh-CN" sz="2000">
                <a:solidFill>
                  <a:schemeClr val="tx1"/>
                </a:solidFill>
                <a:latin typeface="Courier New" charset="0"/>
                <a:ea typeface="宋体" charset="-122"/>
              </a:rPr>
              <a:t>)</a:t>
            </a:r>
            <a:endParaRPr lang="fr-FR" altLang="zh-CN" sz="2000">
              <a:solidFill>
                <a:schemeClr val="tx1"/>
              </a:solidFill>
              <a:latin typeface="Courier New" charset="0"/>
              <a:ea typeface="宋体" charset="-122"/>
            </a:endParaRPr>
          </a:p>
          <a:p>
            <a:pPr>
              <a:lnSpc>
                <a:spcPct val="75000"/>
              </a:lnSpc>
              <a:buFont typeface="Monotype Sorts" charset="2"/>
              <a:buNone/>
            </a:pPr>
            <a:r>
              <a:rPr lang="fr-FR" altLang="zh-CN" sz="2000">
                <a:solidFill>
                  <a:schemeClr val="tx1"/>
                </a:solidFill>
                <a:latin typeface="Courier New" charset="0"/>
                <a:ea typeface="宋体" charset="-122"/>
              </a:rPr>
              <a:t>{</a:t>
            </a:r>
            <a:endParaRPr lang="fr-FR" altLang="zh-CN" sz="2000">
              <a:solidFill>
                <a:schemeClr val="tx1"/>
              </a:solidFill>
              <a:latin typeface="Courier New" charset="0"/>
              <a:ea typeface="宋体" charset="-122"/>
            </a:endParaRPr>
          </a:p>
          <a:p>
            <a:pPr>
              <a:lnSpc>
                <a:spcPct val="75000"/>
              </a:lnSpc>
              <a:buFont typeface="Monotype Sorts" charset="2"/>
              <a:buNone/>
            </a:pPr>
            <a:r>
              <a:rPr lang="fr-FR" altLang="zh-CN" sz="2000">
                <a:solidFill>
                  <a:schemeClr val="tx1"/>
                </a:solidFill>
                <a:latin typeface="Courier New" charset="0"/>
                <a:ea typeface="宋体" charset="-122"/>
              </a:rPr>
              <a:t>	</a:t>
            </a:r>
            <a:r>
              <a:rPr lang="fr-FR" altLang="zh-CN" sz="2000">
                <a:solidFill>
                  <a:schemeClr val="hlink"/>
                </a:solidFill>
                <a:latin typeface="Courier New" charset="0"/>
                <a:ea typeface="宋体" charset="-122"/>
              </a:rPr>
              <a:t>static</a:t>
            </a:r>
            <a:r>
              <a:rPr lang="fr-FR" altLang="zh-CN" sz="2000">
                <a:solidFill>
                  <a:schemeClr val="tx1"/>
                </a:solidFill>
                <a:latin typeface="Courier New" charset="0"/>
                <a:ea typeface="宋体" charset="-122"/>
              </a:rPr>
              <a:t> </a:t>
            </a:r>
            <a:r>
              <a:rPr lang="fr-FR" altLang="zh-CN" sz="2000">
                <a:solidFill>
                  <a:schemeClr val="accent2"/>
                </a:solidFill>
                <a:latin typeface="Courier New" charset="0"/>
                <a:ea typeface="宋体" charset="-122"/>
              </a:rPr>
              <a:t>int</a:t>
            </a:r>
            <a:r>
              <a:rPr lang="fr-FR" altLang="zh-CN" sz="2000">
                <a:solidFill>
                  <a:schemeClr val="tx1"/>
                </a:solidFill>
                <a:latin typeface="Courier New" charset="0"/>
                <a:ea typeface="宋体" charset="-122"/>
              </a:rPr>
              <a:t> times = 1;		</a:t>
            </a:r>
            <a:r>
              <a:rPr lang="fr-FR" altLang="zh-CN" sz="2000">
                <a:solidFill>
                  <a:schemeClr val="hlink"/>
                </a:solidFill>
                <a:latin typeface="Courier New" charset="0"/>
                <a:ea typeface="宋体" charset="-122"/>
              </a:rPr>
              <a:t>/*</a:t>
            </a:r>
            <a:r>
              <a:rPr lang="zh-CN" altLang="en-US" sz="2000">
                <a:solidFill>
                  <a:schemeClr val="hlink"/>
                </a:solidFill>
                <a:latin typeface="Courier New" charset="0"/>
                <a:ea typeface="宋体" charset="-122"/>
              </a:rPr>
              <a:t>静态局部变量</a:t>
            </a:r>
            <a:r>
              <a:rPr lang="zh-CN" altLang="fr-FR" sz="2000">
                <a:solidFill>
                  <a:schemeClr val="hlink"/>
                </a:solidFill>
                <a:latin typeface="Courier New" charset="0"/>
                <a:ea typeface="宋体" charset="-122"/>
              </a:rPr>
              <a:t>*</a:t>
            </a:r>
            <a:r>
              <a:rPr lang="fr-FR" altLang="zh-CN" sz="2000">
                <a:solidFill>
                  <a:schemeClr val="hlink"/>
                </a:solidFill>
                <a:latin typeface="Courier New" charset="0"/>
                <a:ea typeface="宋体" charset="-122"/>
              </a:rPr>
              <a:t>/</a:t>
            </a:r>
            <a:endParaRPr lang="fr-FR" altLang="zh-CN" sz="2000">
              <a:solidFill>
                <a:schemeClr val="hlink"/>
              </a:solidFill>
              <a:latin typeface="Courier New" charset="0"/>
              <a:ea typeface="宋体" charset="-122"/>
            </a:endParaRPr>
          </a:p>
          <a:p>
            <a:pPr>
              <a:lnSpc>
                <a:spcPct val="75000"/>
              </a:lnSpc>
              <a:buFont typeface="Monotype Sorts" charset="2"/>
              <a:buNone/>
            </a:pPr>
            <a:endParaRPr lang="fr-FR" altLang="zh-CN" sz="2000">
              <a:solidFill>
                <a:schemeClr val="tx1"/>
              </a:solidFill>
              <a:latin typeface="Courier New" charset="0"/>
              <a:ea typeface="宋体" charset="-122"/>
            </a:endParaRPr>
          </a:p>
          <a:p>
            <a:pPr>
              <a:lnSpc>
                <a:spcPct val="75000"/>
              </a:lnSpc>
              <a:buFont typeface="Monotype Sorts" charset="2"/>
              <a:buNone/>
            </a:pPr>
            <a:r>
              <a:rPr lang="fr-FR" altLang="zh-CN" sz="2000">
                <a:solidFill>
                  <a:schemeClr val="tx1"/>
                </a:solidFill>
                <a:latin typeface="Courier New" charset="0"/>
                <a:ea typeface="宋体" charset="-122"/>
              </a:rPr>
              <a:t>	</a:t>
            </a:r>
            <a:r>
              <a:rPr lang="fr-FR" altLang="zh-CN" sz="2000">
                <a:solidFill>
                  <a:schemeClr val="accent2"/>
                </a:solidFill>
                <a:latin typeface="Courier New" charset="0"/>
                <a:ea typeface="宋体" charset="-122"/>
              </a:rPr>
              <a:t>printf</a:t>
            </a:r>
            <a:r>
              <a:rPr lang="fr-FR" altLang="zh-CN" sz="2000">
                <a:solidFill>
                  <a:schemeClr val="tx1"/>
                </a:solidFill>
                <a:latin typeface="Courier New" charset="0"/>
                <a:ea typeface="宋体" charset="-122"/>
              </a:rPr>
              <a:t>("Func() was called %d time(s).\n", times++);</a:t>
            </a:r>
            <a:endParaRPr lang="fr-FR" altLang="zh-CN" sz="2000">
              <a:solidFill>
                <a:schemeClr val="tx1"/>
              </a:solidFill>
              <a:latin typeface="Courier New" charset="0"/>
              <a:ea typeface="宋体" charset="-122"/>
            </a:endParaRPr>
          </a:p>
          <a:p>
            <a:pPr>
              <a:lnSpc>
                <a:spcPct val="75000"/>
              </a:lnSpc>
              <a:buFont typeface="Monotype Sorts" charset="2"/>
              <a:buNone/>
            </a:pPr>
            <a:r>
              <a:rPr lang="fr-FR" altLang="zh-CN" sz="2000">
                <a:solidFill>
                  <a:schemeClr val="tx1"/>
                </a:solidFill>
                <a:latin typeface="Courier New" charset="0"/>
                <a:ea typeface="宋体" charset="-122"/>
              </a:rPr>
              <a:t>}</a:t>
            </a:r>
            <a:endParaRPr lang="zh-CN" altLang="en-US" sz="2000">
              <a:solidFill>
                <a:schemeClr val="tx1"/>
              </a:solidFill>
              <a:latin typeface="Courier New" charset="0"/>
              <a:ea typeface="宋体" charset="-122"/>
            </a:endParaRPr>
          </a:p>
        </p:txBody>
      </p:sp>
      <p:sp>
        <p:nvSpPr>
          <p:cNvPr id="299012" name="Text Box 4"/>
          <p:cNvSpPr txBox="1"/>
          <p:nvPr/>
        </p:nvSpPr>
        <p:spPr bwMode="auto">
          <a:xfrm>
            <a:off x="4946650" y="1268413"/>
            <a:ext cx="4176713" cy="2838450"/>
          </a:xfrm>
          <a:prstGeom prst="rect">
            <a:avLst/>
          </a:prstGeom>
          <a:solidFill>
            <a:schemeClr val="tx2"/>
          </a:solidFill>
          <a:ln w="12700">
            <a:noFill/>
            <a:miter lim="800000"/>
            <a:headEnd type="none" w="sm" len="sm"/>
            <a:tailEnd type="none" w="sm" len="sm"/>
          </a:ln>
          <a:effectLst/>
        </p:spPr>
        <p:txBody>
          <a:bodyPr>
            <a:spAutoFit/>
          </a:bodyPr>
          <a:lstStyle/>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1 time(s).</a:t>
            </a:r>
            <a:endParaRPr lang="en-US" altLang="zh-CN" sz="18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2 time(s).</a:t>
            </a:r>
            <a:endParaRPr lang="en-US" altLang="zh-CN" sz="18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3 time(s).</a:t>
            </a:r>
            <a:endParaRPr lang="en-US" altLang="zh-CN" sz="18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4 time(s).</a:t>
            </a:r>
            <a:endParaRPr lang="en-US" altLang="zh-CN" sz="18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5 time(s).</a:t>
            </a:r>
            <a:endParaRPr lang="en-US" altLang="zh-CN" sz="18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6 time(s).</a:t>
            </a:r>
            <a:endParaRPr lang="en-US" altLang="zh-CN" sz="18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7 time(s).</a:t>
            </a:r>
            <a:endParaRPr lang="en-US" altLang="zh-CN" sz="18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8 time(s).</a:t>
            </a:r>
            <a:endParaRPr lang="en-US" altLang="zh-CN" sz="18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9 time(s).</a:t>
            </a:r>
            <a:endParaRPr lang="en-US" altLang="zh-CN" sz="1800">
              <a:solidFill>
                <a:schemeClr val="bg1"/>
              </a:solidFill>
              <a:effectLst>
                <a:outerShdw blurRad="38100" dist="38100" dir="2700000" algn="tl">
                  <a:srgbClr val="9F9F9F"/>
                </a:outerShdw>
              </a:effectLst>
              <a:latin typeface="Courier New" charset="0"/>
              <a:ea typeface="宋体" charset="-122"/>
            </a:endParaRP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charset="0"/>
                <a:ea typeface="宋体" charset="-122"/>
              </a:rPr>
              <a:t>Func() was called 10 time(s).</a:t>
            </a:r>
            <a:r>
              <a:rPr lang="en-US" altLang="zh-CN" sz="1600">
                <a:solidFill>
                  <a:schemeClr val="bg1"/>
                </a:solidFill>
                <a:effectLst>
                  <a:outerShdw blurRad="38100" dist="38100" dir="2700000" algn="tl">
                    <a:srgbClr val="9F9F9F"/>
                  </a:outerShdw>
                </a:effectLst>
                <a:latin typeface="Courier New" charset="0"/>
                <a:ea typeface="宋体" charset="-122"/>
              </a:rPr>
              <a:t> </a:t>
            </a:r>
            <a:endParaRPr lang="zh-CN" altLang="en-US" sz="1600">
              <a:solidFill>
                <a:schemeClr val="bg1"/>
              </a:solidFill>
              <a:effectLst>
                <a:outerShdw blurRad="38100" dist="38100" dir="2700000" algn="tl">
                  <a:srgbClr val="9F9F9F"/>
                </a:outerShdw>
              </a:effectLst>
              <a:latin typeface="Courier New" charset="0"/>
              <a:ea typeface="宋体" charset="-122"/>
            </a:endParaRPr>
          </a:p>
        </p:txBody>
      </p:sp>
      <p:sp>
        <p:nvSpPr>
          <p:cNvPr id="2" name="日期占位符 1"/>
          <p:cNvSpPr/>
          <p:nvPr>
            <p:ph type="dt" sz="half" idx="10"/>
          </p:nvPr>
        </p:nvSpPr>
        <p:spPr/>
        <p:txBody>
          <a:bodyPr/>
          <a:lstStyle/>
          <a:p>
            <a:fld id="{AB8F2ABA-2C3D-5C4D-B5A4-D7F726F07D8C}"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99012"/>
                                        </p:tgtEl>
                                        <p:attrNameLst>
                                          <p:attrName>style.visibility</p:attrName>
                                        </p:attrNameLst>
                                      </p:cBhvr>
                                      <p:to>
                                        <p:strVal val="visible"/>
                                      </p:to>
                                    </p:set>
                                    <p:animEffect transition="in" filter="wipe(up)">
                                      <p:cBhvr>
                                        <p:cTn id="7" dur="500"/>
                                        <p:tgtEl>
                                          <p:spTgt spid="299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2"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4306" name="Rectangle 2"/>
          <p:cNvSpPr/>
          <p:nvPr>
            <p:ph type="title"/>
          </p:nvPr>
        </p:nvSpPr>
        <p:spPr>
          <a:xfrm>
            <a:off x="685800" y="484632"/>
            <a:ext cx="7772400" cy="752603"/>
          </a:xfrm>
        </p:spPr>
        <p:txBody>
          <a:bodyPr/>
          <a:lstStyle/>
          <a:p>
            <a:r>
              <a:rPr lang="zh-CN" altLang="en-US">
                <a:latin typeface="Courier New" charset="0"/>
              </a:rPr>
              <a:t>静态变量</a:t>
            </a:r>
            <a:endParaRPr lang="zh-CN" altLang="en-US">
              <a:latin typeface="Courier New" charset="0"/>
            </a:endParaRPr>
          </a:p>
        </p:txBody>
      </p:sp>
      <p:sp>
        <p:nvSpPr>
          <p:cNvPr id="354307" name="Rectangle 3"/>
          <p:cNvSpPr/>
          <p:nvPr>
            <p:ph idx="1"/>
          </p:nvPr>
        </p:nvSpPr>
        <p:spPr>
          <a:xfrm>
            <a:off x="179388" y="2135760"/>
            <a:ext cx="8785225" cy="3960240"/>
          </a:xfrm>
        </p:spPr>
        <p:txBody>
          <a:bodyPr/>
          <a:lstStyle/>
          <a:p>
            <a:r>
              <a:rPr lang="zh-CN" altLang="en-US">
                <a:ea typeface="宋体" charset="-122"/>
              </a:rPr>
              <a:t>静态变量和全局变量都是静态存储类型</a:t>
            </a:r>
            <a:endParaRPr lang="zh-CN" altLang="en-US">
              <a:ea typeface="宋体" charset="-122"/>
            </a:endParaRPr>
          </a:p>
          <a:p>
            <a:pPr lvl="1"/>
            <a:r>
              <a:rPr lang="zh-CN" altLang="en-US" dirty="0">
                <a:ea typeface="宋体" charset="-122"/>
              </a:rPr>
              <a:t>自动初始化为</a:t>
            </a:r>
            <a:r>
              <a:rPr lang="en-US" altLang="zh-CN" dirty="0">
                <a:ea typeface="宋体" charset="-122"/>
              </a:rPr>
              <a:t>0</a:t>
            </a:r>
            <a:endParaRPr lang="en-US" altLang="zh-CN" dirty="0">
              <a:ea typeface="宋体" charset="-122"/>
            </a:endParaRPr>
          </a:p>
          <a:p>
            <a:pPr lvl="1"/>
            <a:r>
              <a:rPr lang="zh-CN" altLang="en-US" dirty="0">
                <a:ea typeface="宋体" charset="-122"/>
              </a:rPr>
              <a:t>从静态存储区分配，生存期为整个程序运行期间</a:t>
            </a:r>
            <a:endParaRPr lang="zh-CN" altLang="en-US" dirty="0">
              <a:ea typeface="宋体" charset="-122"/>
            </a:endParaRPr>
          </a:p>
          <a:p>
            <a:pPr lvl="1"/>
            <a:r>
              <a:rPr lang="zh-CN" altLang="en-US" u="sng" dirty="0">
                <a:solidFill>
                  <a:schemeClr val="tx1"/>
                </a:solidFill>
                <a:ea typeface="宋体" charset="-122"/>
              </a:rPr>
              <a:t>但作用域不同</a:t>
            </a:r>
            <a:endParaRPr lang="zh-CN" altLang="en-US" u="sng" dirty="0">
              <a:solidFill>
                <a:schemeClr val="tx1"/>
              </a:solidFill>
              <a:ea typeface="宋体" charset="-122"/>
            </a:endParaRPr>
          </a:p>
        </p:txBody>
      </p:sp>
      <p:sp>
        <p:nvSpPr>
          <p:cNvPr id="53252" name="Rectangle 4"/>
          <p:cNvSpPr/>
          <p:nvPr/>
        </p:nvSpPr>
        <p:spPr bwMode="auto">
          <a:xfrm>
            <a:off x="3419475" y="3948113"/>
            <a:ext cx="2008188" cy="958850"/>
          </a:xfrm>
          <a:prstGeom prst="rect">
            <a:avLst/>
          </a:prstGeom>
          <a:solidFill>
            <a:srgbClr val="FFFF99"/>
          </a:solidFill>
          <a:ln w="9525">
            <a:solidFill>
              <a:schemeClr val="tx1"/>
            </a:solidFill>
            <a:miter lim="800000"/>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r>
              <a:rPr kumimoji="1" lang="zh-CN" altLang="en-US" sz="2800">
                <a:latin typeface="Times New Roman" pitchFamily="18" charset="0"/>
              </a:rPr>
              <a:t>程序区</a:t>
            </a:r>
            <a:endParaRPr kumimoji="1" lang="zh-CN" altLang="en-US" sz="2800" b="0">
              <a:latin typeface="Times New Roman" pitchFamily="18" charset="0"/>
            </a:endParaRPr>
          </a:p>
        </p:txBody>
      </p:sp>
      <p:sp>
        <p:nvSpPr>
          <p:cNvPr id="53253" name="Rectangle 5"/>
          <p:cNvSpPr/>
          <p:nvPr/>
        </p:nvSpPr>
        <p:spPr bwMode="auto">
          <a:xfrm>
            <a:off x="3419475" y="4906963"/>
            <a:ext cx="2008188" cy="958850"/>
          </a:xfrm>
          <a:prstGeom prst="rect">
            <a:avLst/>
          </a:prstGeom>
          <a:solidFill>
            <a:srgbClr val="FFFF99"/>
          </a:solidFill>
          <a:ln w="9525">
            <a:solidFill>
              <a:schemeClr val="tx1"/>
            </a:solidFill>
            <a:miter lim="800000"/>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r>
              <a:rPr kumimoji="1" lang="zh-CN" altLang="en-US" sz="2800">
                <a:latin typeface="Times New Roman" pitchFamily="18" charset="0"/>
              </a:rPr>
              <a:t>静态存储区</a:t>
            </a:r>
            <a:endParaRPr kumimoji="1" lang="zh-CN" altLang="en-US" sz="2800">
              <a:latin typeface="Times New Roman" pitchFamily="18" charset="0"/>
            </a:endParaRPr>
          </a:p>
        </p:txBody>
      </p:sp>
      <p:sp>
        <p:nvSpPr>
          <p:cNvPr id="53254" name="Rectangle 6"/>
          <p:cNvSpPr/>
          <p:nvPr/>
        </p:nvSpPr>
        <p:spPr bwMode="auto">
          <a:xfrm>
            <a:off x="3419475" y="5805488"/>
            <a:ext cx="2008188" cy="960437"/>
          </a:xfrm>
          <a:prstGeom prst="rect">
            <a:avLst/>
          </a:prstGeom>
          <a:solidFill>
            <a:srgbClr val="FFFF99"/>
          </a:solidFill>
          <a:ln w="9525">
            <a:solidFill>
              <a:schemeClr val="tx1"/>
            </a:solidFill>
            <a:miter lim="800000"/>
          </a:ln>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eaLnBrk="1" hangingPunct="1">
              <a:lnSpc>
                <a:spcPct val="100000"/>
              </a:lnSpc>
              <a:spcBef>
                <a:spcPct val="0"/>
              </a:spcBef>
              <a:buClrTx/>
              <a:buSzTx/>
              <a:buFontTx/>
              <a:buNone/>
            </a:pPr>
            <a:r>
              <a:rPr kumimoji="1" lang="zh-CN" altLang="en-US" sz="2800">
                <a:latin typeface="Times New Roman" pitchFamily="18" charset="0"/>
              </a:rPr>
              <a:t>动态存储区</a:t>
            </a:r>
            <a:endParaRPr kumimoji="1" lang="zh-CN" altLang="en-US" sz="2800">
              <a:latin typeface="Times New Roman" pitchFamily="18" charset="0"/>
            </a:endParaRPr>
          </a:p>
        </p:txBody>
      </p:sp>
      <p:sp>
        <p:nvSpPr>
          <p:cNvPr id="53255" name="Text Box 7"/>
          <p:cNvSpPr txBox="1"/>
          <p:nvPr/>
        </p:nvSpPr>
        <p:spPr bwMode="auto">
          <a:xfrm>
            <a:off x="6689725" y="5865813"/>
            <a:ext cx="18351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eaLnBrk="1" hangingPunct="1">
              <a:lnSpc>
                <a:spcPct val="100000"/>
              </a:lnSpc>
              <a:spcBef>
                <a:spcPct val="0"/>
              </a:spcBef>
              <a:buClrTx/>
              <a:buSzTx/>
              <a:buFontTx/>
              <a:buNone/>
            </a:pPr>
            <a:r>
              <a:rPr kumimoji="1" lang="zh-CN" altLang="en-US">
                <a:solidFill>
                  <a:schemeClr val="accent2"/>
                </a:solidFill>
                <a:latin typeface="Times New Roman" pitchFamily="18" charset="0"/>
              </a:rPr>
              <a:t>形参、自动变量、函数调用的现场等</a:t>
            </a:r>
            <a:endParaRPr kumimoji="1" lang="zh-CN" altLang="en-US">
              <a:solidFill>
                <a:schemeClr val="accent2"/>
              </a:solidFill>
              <a:latin typeface="Times New Roman" pitchFamily="18" charset="0"/>
            </a:endParaRPr>
          </a:p>
        </p:txBody>
      </p:sp>
      <p:sp>
        <p:nvSpPr>
          <p:cNvPr id="53256" name="Text Box 8"/>
          <p:cNvSpPr txBox="1"/>
          <p:nvPr/>
        </p:nvSpPr>
        <p:spPr bwMode="auto">
          <a:xfrm>
            <a:off x="6689725" y="4967288"/>
            <a:ext cx="1835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eaLnBrk="1" hangingPunct="1">
              <a:lnSpc>
                <a:spcPct val="100000"/>
              </a:lnSpc>
              <a:spcBef>
                <a:spcPct val="0"/>
              </a:spcBef>
              <a:buClrTx/>
              <a:buSzTx/>
              <a:buFontTx/>
              <a:buNone/>
            </a:pPr>
            <a:r>
              <a:rPr kumimoji="1" lang="zh-CN" altLang="en-US">
                <a:solidFill>
                  <a:schemeClr val="accent2"/>
                </a:solidFill>
                <a:latin typeface="Times New Roman" pitchFamily="18" charset="0"/>
              </a:rPr>
              <a:t>全局变量、</a:t>
            </a:r>
            <a:endParaRPr kumimoji="1" lang="zh-CN" altLang="en-US">
              <a:solidFill>
                <a:schemeClr val="accent2"/>
              </a:solidFill>
              <a:latin typeface="Times New Roman" pitchFamily="18" charset="0"/>
            </a:endParaRPr>
          </a:p>
          <a:p>
            <a:pPr eaLnBrk="1" hangingPunct="1">
              <a:lnSpc>
                <a:spcPct val="100000"/>
              </a:lnSpc>
              <a:spcBef>
                <a:spcPct val="0"/>
              </a:spcBef>
              <a:buClrTx/>
              <a:buSzTx/>
              <a:buFontTx/>
              <a:buNone/>
            </a:pPr>
            <a:r>
              <a:rPr kumimoji="1" lang="zh-CN" altLang="en-US">
                <a:solidFill>
                  <a:schemeClr val="accent2"/>
                </a:solidFill>
                <a:latin typeface="Times New Roman" pitchFamily="18" charset="0"/>
              </a:rPr>
              <a:t>静态变量</a:t>
            </a:r>
            <a:endParaRPr kumimoji="1" lang="zh-CN" altLang="en-US">
              <a:solidFill>
                <a:schemeClr val="accent2"/>
              </a:solidFill>
              <a:latin typeface="Times New Roman" pitchFamily="18" charset="0"/>
            </a:endParaRPr>
          </a:p>
        </p:txBody>
      </p:sp>
      <p:sp>
        <p:nvSpPr>
          <p:cNvPr id="354313" name="AutoShape 9"/>
          <p:cNvSpPr/>
          <p:nvPr/>
        </p:nvSpPr>
        <p:spPr bwMode="auto">
          <a:xfrm flipH="1">
            <a:off x="5427663" y="4967288"/>
            <a:ext cx="1089025" cy="8985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accent2"/>
              </a:gs>
              <a:gs pos="100000">
                <a:srgbClr val="FFFFFF"/>
              </a:gs>
            </a:gsLst>
            <a:lin ang="0" scaled="1"/>
          </a:gradFill>
          <a:ln w="9525">
            <a:solidFill>
              <a:schemeClr val="tx1"/>
            </a:solidFill>
            <a:miter lim="800000"/>
          </a:ln>
          <a:effectLst/>
        </p:spPr>
        <p:txBody>
          <a:bodyPr wrap="none" anchor="ct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354314" name="AutoShape 10"/>
          <p:cNvSpPr/>
          <p:nvPr/>
        </p:nvSpPr>
        <p:spPr bwMode="auto">
          <a:xfrm flipH="1">
            <a:off x="5427663" y="5986463"/>
            <a:ext cx="1089025" cy="8985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accent2"/>
              </a:gs>
              <a:gs pos="100000">
                <a:srgbClr val="FFFFFF"/>
              </a:gs>
            </a:gsLst>
            <a:lin ang="0" scaled="1"/>
          </a:gradFill>
          <a:ln w="9525">
            <a:solidFill>
              <a:schemeClr val="tx1"/>
            </a:solidFill>
            <a:miter lim="800000"/>
          </a:ln>
          <a:effectLst/>
        </p:spPr>
        <p:txBody>
          <a:bodyPr wrap="none" anchor="ct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2" name="日期占位符 1"/>
          <p:cNvSpPr/>
          <p:nvPr>
            <p:ph type="dt" sz="half" idx="10"/>
          </p:nvPr>
        </p:nvSpPr>
        <p:spPr/>
        <p:txBody>
          <a:bodyPr/>
          <a:lstStyle/>
          <a:p>
            <a:fld id="{AC57A459-2BA1-3B45-A6A9-D4936CC967D2}"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a:xfrm>
            <a:off x="685800" y="484632"/>
            <a:ext cx="7772400" cy="712120"/>
          </a:xfrm>
        </p:spPr>
        <p:txBody>
          <a:bodyPr/>
          <a:lstStyle/>
          <a:p>
            <a:r>
              <a:rPr kumimoji="1" lang="zh-CN" altLang="en-US" dirty="0"/>
              <a:t>模块</a:t>
            </a:r>
            <a:endParaRPr kumimoji="1" lang="zh-CN" altLang="en-US" dirty="0"/>
          </a:p>
        </p:txBody>
      </p:sp>
      <p:sp>
        <p:nvSpPr>
          <p:cNvPr id="4" name="日期占位符 3"/>
          <p:cNvSpPr/>
          <p:nvPr>
            <p:ph type="dt" sz="half" idx="10"/>
          </p:nvPr>
        </p:nvSpPr>
        <p:spPr/>
        <p:txBody>
          <a:bodyPr/>
          <a:lstStyle/>
          <a:p>
            <a:fld id="{22B4B6E7-AF89-454F-98AE-AFED4239F98D}" type="datetime1">
              <a:rPr lang="zh-CN" altLang="en-US" smtClean="0"/>
            </a:fld>
            <a:endParaRPr lang="en-US" dirty="0"/>
          </a:p>
        </p:txBody>
      </p:sp>
      <p:sp>
        <p:nvSpPr>
          <p:cNvPr id="5" name="幻灯片编号占位符 4"/>
          <p:cNvSpPr/>
          <p:nvPr>
            <p:ph type="sldNum" sz="quarter" idx="12"/>
          </p:nvPr>
        </p:nvSpPr>
        <p:spPr/>
        <p:txBody>
          <a:bodyPr/>
          <a:lstStyle/>
          <a:p>
            <a:fld id="{4FAB73BC-B049-4115-A692-8D63A059BFB8}" type="slidenum">
              <a:rPr lang="en-US" smtClean="0"/>
            </a:fld>
            <a:endParaRPr lang="en-US" dirty="0"/>
          </a:p>
        </p:txBody>
      </p:sp>
      <p:pic>
        <p:nvPicPr>
          <p:cNvPr id="6" name="图片 5"/>
          <p:cNvPicPr>
            <a:picLocks noChangeAspect="1"/>
          </p:cNvPicPr>
          <p:nvPr/>
        </p:nvPicPr>
        <p:blipFill>
          <a:blip r:embed="rId1"/>
          <a:stretch>
            <a:fillRect/>
          </a:stretch>
        </p:blipFill>
        <p:spPr>
          <a:xfrm>
            <a:off x="35040" y="1289304"/>
            <a:ext cx="9144000" cy="5129269"/>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p:nvPr>
            <p:ph type="title"/>
          </p:nvPr>
        </p:nvSpPr>
        <p:spPr>
          <a:xfrm>
            <a:off x="685800" y="484632"/>
            <a:ext cx="7772400" cy="928144"/>
          </a:xfrm>
        </p:spPr>
        <p:txBody>
          <a:bodyPr/>
          <a:lstStyle/>
          <a:p>
            <a:r>
              <a:rPr lang="zh-CN" altLang="en-US"/>
              <a:t>模块化程序设计方法</a:t>
            </a:r>
            <a:endParaRPr lang="zh-CN" altLang="en-US"/>
          </a:p>
        </p:txBody>
      </p:sp>
      <p:sp>
        <p:nvSpPr>
          <p:cNvPr id="222211" name="Rectangle 3"/>
          <p:cNvSpPr/>
          <p:nvPr>
            <p:ph idx="1"/>
          </p:nvPr>
        </p:nvSpPr>
        <p:spPr>
          <a:xfrm>
            <a:off x="179388" y="2348880"/>
            <a:ext cx="8569325" cy="3747120"/>
          </a:xfrm>
        </p:spPr>
        <p:txBody>
          <a:bodyPr/>
          <a:lstStyle/>
          <a:p>
            <a:pPr>
              <a:lnSpc>
                <a:spcPct val="110000"/>
              </a:lnSpc>
            </a:pPr>
            <a:r>
              <a:rPr lang="zh-CN" altLang="en-US" dirty="0">
                <a:ea typeface="宋体" charset="-122"/>
              </a:rPr>
              <a:t>什么时候需要模块化？</a:t>
            </a:r>
            <a:endParaRPr lang="zh-CN" altLang="en-US" dirty="0">
              <a:ea typeface="宋体" charset="-122"/>
            </a:endParaRPr>
          </a:p>
          <a:p>
            <a:pPr lvl="1">
              <a:lnSpc>
                <a:spcPct val="110000"/>
              </a:lnSpc>
            </a:pPr>
            <a:r>
              <a:rPr lang="zh-CN" altLang="en-US" dirty="0">
                <a:ea typeface="宋体" charset="-122"/>
              </a:rPr>
              <a:t>某一功能，如果重复实现</a:t>
            </a:r>
            <a:r>
              <a:rPr lang="en-US" altLang="zh-CN" dirty="0">
                <a:ea typeface="宋体" charset="-122"/>
              </a:rPr>
              <a:t>3</a:t>
            </a:r>
            <a:r>
              <a:rPr lang="zh-CN" altLang="en-US" dirty="0">
                <a:ea typeface="宋体" charset="-122"/>
              </a:rPr>
              <a:t>遍以上，即应考虑模块化，将它写成通用函数，并向小组成员发布</a:t>
            </a:r>
            <a:endParaRPr lang="zh-CN" altLang="en-US" dirty="0">
              <a:ea typeface="宋体" charset="-122"/>
            </a:endParaRPr>
          </a:p>
          <a:p>
            <a:pPr>
              <a:lnSpc>
                <a:spcPct val="110000"/>
              </a:lnSpc>
            </a:pPr>
            <a:r>
              <a:rPr lang="zh-CN" altLang="en-US" dirty="0">
                <a:ea typeface="宋体" charset="-122"/>
              </a:rPr>
              <a:t>要尽可能</a:t>
            </a:r>
            <a:r>
              <a:rPr lang="zh-CN" altLang="en-US" dirty="0">
                <a:solidFill>
                  <a:srgbClr val="880000"/>
                </a:solidFill>
                <a:ea typeface="宋体" charset="-122"/>
              </a:rPr>
              <a:t>复用</a:t>
            </a:r>
            <a:r>
              <a:rPr lang="zh-CN" altLang="en-US" dirty="0">
                <a:ea typeface="宋体" charset="-122"/>
              </a:rPr>
              <a:t>其它人的现成模块。</a:t>
            </a:r>
            <a:endParaRPr lang="zh-CN" altLang="en-US" dirty="0">
              <a:ea typeface="宋体" charset="-122"/>
            </a:endParaRPr>
          </a:p>
        </p:txBody>
      </p:sp>
      <p:sp>
        <p:nvSpPr>
          <p:cNvPr id="2" name="日期占位符 1"/>
          <p:cNvSpPr/>
          <p:nvPr>
            <p:ph type="dt" sz="half" idx="10"/>
          </p:nvPr>
        </p:nvSpPr>
        <p:spPr/>
        <p:txBody>
          <a:bodyPr/>
          <a:lstStyle/>
          <a:p>
            <a:fld id="{7512FC06-A326-9448-92BE-D14E7C018F6F}"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1" name="Rectangle 3"/>
          <p:cNvSpPr/>
          <p:nvPr>
            <p:ph idx="1"/>
          </p:nvPr>
        </p:nvSpPr>
        <p:spPr>
          <a:xfrm>
            <a:off x="323850" y="1341438"/>
            <a:ext cx="8569325" cy="5327650"/>
          </a:xfrm>
        </p:spPr>
        <p:txBody>
          <a:bodyPr>
            <a:normAutofit fontScale="92500" lnSpcReduction="20000"/>
          </a:bodyPr>
          <a:lstStyle/>
          <a:p>
            <a:pPr>
              <a:lnSpc>
                <a:spcPct val="75000"/>
              </a:lnSpc>
            </a:pPr>
            <a:r>
              <a:rPr lang="zh-CN" altLang="en-US">
                <a:ea typeface="宋体" charset="-122"/>
              </a:rPr>
              <a:t>计算</a:t>
            </a:r>
            <a:endParaRPr lang="zh-CN" altLang="en-US">
              <a:ea typeface="宋体" charset="-122"/>
            </a:endParaRPr>
          </a:p>
          <a:p>
            <a:pPr>
              <a:lnSpc>
                <a:spcPct val="75000"/>
              </a:lnSpc>
              <a:buFont typeface="Monotype Sorts" charset="2"/>
              <a:buNone/>
            </a:pPr>
            <a:endParaRPr lang="en-US" altLang="zh-CN">
              <a:solidFill>
                <a:schemeClr val="tx1"/>
              </a:solidFill>
              <a:latin typeface="Courier New" charset="0"/>
              <a:ea typeface="宋体" charset="-122"/>
            </a:endParaRPr>
          </a:p>
          <a:p>
            <a:pPr>
              <a:lnSpc>
                <a:spcPct val="75000"/>
              </a:lnSpc>
              <a:buFont typeface="Monotype Sorts" charset="2"/>
              <a:buNone/>
            </a:pPr>
            <a:r>
              <a:rPr lang="zh-CN" altLang="en-US" sz="2000">
                <a:solidFill>
                  <a:schemeClr val="tx1"/>
                </a:solidFill>
                <a:latin typeface="Courier New" charset="0"/>
                <a:ea typeface="宋体" charset="-122"/>
              </a:rPr>
              <a:t>复用</a:t>
            </a:r>
            <a:r>
              <a:rPr lang="en-US" altLang="zh-CN" sz="2000">
                <a:solidFill>
                  <a:schemeClr val="tx1"/>
                </a:solidFill>
                <a:latin typeface="Courier New" charset="0"/>
                <a:ea typeface="宋体" charset="-122"/>
              </a:rPr>
              <a:t>Factorial</a:t>
            </a:r>
            <a:r>
              <a:rPr lang="zh-CN" altLang="en-US" sz="2000">
                <a:solidFill>
                  <a:schemeClr val="tx1"/>
                </a:solidFill>
                <a:latin typeface="Courier New" charset="0"/>
                <a:ea typeface="宋体" charset="-122"/>
              </a:rPr>
              <a:t>函数的代码</a:t>
            </a:r>
            <a:endParaRPr lang="zh-CN" altLang="en-US" sz="2400">
              <a:ea typeface="宋体" charset="-122"/>
            </a:endParaRPr>
          </a:p>
          <a:p>
            <a:pPr>
              <a:lnSpc>
                <a:spcPct val="75000"/>
              </a:lnSpc>
            </a:pP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accent2"/>
                </a:solidFill>
                <a:latin typeface="Courier New" charset="0"/>
                <a:ea typeface="宋体" charset="-122"/>
              </a:rPr>
              <a:t>unsigned long</a:t>
            </a:r>
            <a:r>
              <a:rPr lang="en-US" altLang="zh-CN" sz="2000">
                <a:solidFill>
                  <a:schemeClr val="tx1"/>
                </a:solidFill>
                <a:latin typeface="Courier New" charset="0"/>
                <a:ea typeface="宋体" charset="-122"/>
              </a:rPr>
              <a:t> Factorial(</a:t>
            </a:r>
            <a:r>
              <a:rPr lang="en-US" altLang="zh-CN" sz="2000">
                <a:solidFill>
                  <a:schemeClr val="accent2"/>
                </a:solidFill>
                <a:latin typeface="Courier New" charset="0"/>
                <a:ea typeface="宋体" charset="-122"/>
              </a:rPr>
              <a:t>unsigned</a:t>
            </a:r>
            <a:r>
              <a:rPr lang="en-US" altLang="zh-CN" sz="2000">
                <a:solidFill>
                  <a:schemeClr val="tx1"/>
                </a:solidFill>
                <a:latin typeface="Courier New" charset="0"/>
                <a:ea typeface="宋体" charset="-122"/>
              </a:rPr>
              <a:t> </a:t>
            </a:r>
            <a:r>
              <a:rPr lang="en-US" altLang="zh-CN" sz="2000">
                <a:solidFill>
                  <a:schemeClr val="accent2"/>
                </a:solidFill>
                <a:latin typeface="Courier New" charset="0"/>
                <a:ea typeface="宋体" charset="-122"/>
              </a:rPr>
              <a:t>int</a:t>
            </a:r>
            <a:r>
              <a:rPr lang="en-US" altLang="zh-CN" sz="2000">
                <a:solidFill>
                  <a:schemeClr val="tx1"/>
                </a:solidFill>
                <a:latin typeface="Courier New" charset="0"/>
                <a:ea typeface="宋体" charset="-122"/>
              </a:rPr>
              <a:t> number);  </a:t>
            </a:r>
            <a:endParaRPr lang="en-US" altLang="zh-CN" sz="2000">
              <a:solidFill>
                <a:schemeClr val="tx1"/>
              </a:solidFill>
              <a:latin typeface="Courier New" charset="0"/>
              <a:ea typeface="宋体" charset="-122"/>
            </a:endParaRPr>
          </a:p>
          <a:p>
            <a:pPr>
              <a:lnSpc>
                <a:spcPct val="75000"/>
              </a:lnSpc>
              <a:buFont typeface="Monotype Sorts" charset="2"/>
              <a:buNone/>
            </a:pP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tx1"/>
                </a:solidFill>
                <a:latin typeface="Courier New" charset="0"/>
                <a:ea typeface="宋体" charset="-122"/>
              </a:rPr>
              <a:t>main()</a:t>
            </a: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tx1"/>
                </a:solidFill>
                <a:latin typeface="Courier New" charset="0"/>
                <a:ea typeface="宋体" charset="-122"/>
              </a:rPr>
              <a:t>{</a:t>
            </a: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tx1"/>
                </a:solidFill>
                <a:latin typeface="Courier New" charset="0"/>
                <a:ea typeface="宋体" charset="-122"/>
              </a:rPr>
              <a:t>	</a:t>
            </a:r>
            <a:r>
              <a:rPr lang="en-US" altLang="zh-CN" sz="2000">
                <a:solidFill>
                  <a:schemeClr val="accent2"/>
                </a:solidFill>
                <a:latin typeface="Courier New" charset="0"/>
                <a:ea typeface="宋体" charset="-122"/>
              </a:rPr>
              <a:t>unsigned int</a:t>
            </a:r>
            <a:r>
              <a:rPr lang="en-US" altLang="zh-CN" sz="2000">
                <a:solidFill>
                  <a:schemeClr val="tx1"/>
                </a:solidFill>
                <a:latin typeface="Courier New" charset="0"/>
                <a:ea typeface="宋体" charset="-122"/>
              </a:rPr>
              <a:t> m, k;</a:t>
            </a: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tx1"/>
                </a:solidFill>
                <a:latin typeface="Courier New" charset="0"/>
                <a:ea typeface="宋体" charset="-122"/>
              </a:rPr>
              <a:t>	</a:t>
            </a:r>
            <a:r>
              <a:rPr lang="en-US" altLang="zh-CN" sz="2000">
                <a:solidFill>
                  <a:schemeClr val="accent2"/>
                </a:solidFill>
                <a:latin typeface="Courier New" charset="0"/>
                <a:ea typeface="宋体" charset="-122"/>
              </a:rPr>
              <a:t>unsigned long</a:t>
            </a:r>
            <a:r>
              <a:rPr lang="en-US" altLang="zh-CN" sz="2000">
                <a:solidFill>
                  <a:schemeClr val="tx1"/>
                </a:solidFill>
                <a:latin typeface="Courier New" charset="0"/>
                <a:ea typeface="宋体" charset="-122"/>
              </a:rPr>
              <a:t> p;</a:t>
            </a:r>
            <a:endParaRPr lang="en-US" altLang="zh-CN" sz="2000">
              <a:solidFill>
                <a:schemeClr val="tx1"/>
              </a:solidFill>
              <a:latin typeface="Courier New" charset="0"/>
              <a:ea typeface="宋体" charset="-122"/>
            </a:endParaRPr>
          </a:p>
          <a:p>
            <a:pPr>
              <a:lnSpc>
                <a:spcPct val="75000"/>
              </a:lnSpc>
              <a:buFont typeface="Monotype Sorts" charset="2"/>
              <a:buNone/>
            </a:pP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tx1"/>
                </a:solidFill>
                <a:latin typeface="Courier New" charset="0"/>
                <a:ea typeface="宋体" charset="-122"/>
              </a:rPr>
              <a:t>	printf("Please input m, k:");</a:t>
            </a: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tx1"/>
                </a:solidFill>
                <a:latin typeface="Courier New" charset="0"/>
                <a:ea typeface="宋体" charset="-122"/>
              </a:rPr>
              <a:t>	scanf("%u, %u", &amp;m, &amp;k);</a:t>
            </a: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tx1"/>
                </a:solidFill>
                <a:latin typeface="Courier New" charset="0"/>
                <a:ea typeface="宋体" charset="-122"/>
              </a:rPr>
              <a:t>	</a:t>
            </a: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tx1"/>
                </a:solidFill>
                <a:latin typeface="Courier New" charset="0"/>
                <a:ea typeface="宋体" charset="-122"/>
              </a:rPr>
              <a:t>	p = Factorial(k) / Factorial (m-k);</a:t>
            </a: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tx1"/>
                </a:solidFill>
                <a:latin typeface="Courier New" charset="0"/>
                <a:ea typeface="宋体" charset="-122"/>
              </a:rPr>
              <a:t>	printf("p=%lu\n", p);</a:t>
            </a:r>
            <a:endParaRPr lang="en-US" altLang="zh-CN" sz="2000">
              <a:solidFill>
                <a:schemeClr val="tx1"/>
              </a:solidFill>
              <a:latin typeface="Courier New" charset="0"/>
              <a:ea typeface="宋体" charset="-122"/>
            </a:endParaRPr>
          </a:p>
          <a:p>
            <a:pPr>
              <a:lnSpc>
                <a:spcPct val="75000"/>
              </a:lnSpc>
              <a:buFont typeface="Monotype Sorts" charset="2"/>
              <a:buNone/>
            </a:pPr>
            <a:r>
              <a:rPr lang="en-US" altLang="zh-CN" sz="2000">
                <a:solidFill>
                  <a:schemeClr val="tx1"/>
                </a:solidFill>
                <a:latin typeface="Courier New" charset="0"/>
                <a:ea typeface="宋体" charset="-122"/>
              </a:rPr>
              <a:t>}</a:t>
            </a:r>
            <a:endParaRPr lang="zh-CN" altLang="en-US" sz="2000">
              <a:solidFill>
                <a:schemeClr val="tx1"/>
              </a:solidFill>
              <a:latin typeface="Courier New" charset="0"/>
              <a:ea typeface="宋体" charset="-122"/>
            </a:endParaRPr>
          </a:p>
        </p:txBody>
      </p:sp>
      <p:sp>
        <p:nvSpPr>
          <p:cNvPr id="339972" name="Rectangle 4"/>
          <p:cNvSpPr/>
          <p:nvPr/>
        </p:nvSpPr>
        <p:spPr bwMode="auto">
          <a:xfrm>
            <a:off x="0" y="0"/>
            <a:ext cx="9144000" cy="0"/>
          </a:xfrm>
          <a:prstGeom prst="rect">
            <a:avLst/>
          </a:prstGeom>
          <a:noFill/>
          <a:ln w="12700">
            <a:noFill/>
            <a:miter lim="800000"/>
            <a:headEnd type="none" w="sm" len="sm"/>
            <a:tailEnd type="none" w="sm" len="sm"/>
          </a:ln>
          <a:effectLst/>
        </p:spPr>
        <p:txBody>
          <a:bodyPr wrap="none" anchor="ctr">
            <a:spAutoFit/>
          </a:bodyPr>
          <a:lstStyle/>
          <a:p>
            <a:pPr>
              <a:defRPr/>
            </a:pPr>
            <a:endParaRPr lang="zh-CN" altLang="en-US">
              <a:effectLst>
                <a:outerShdw blurRad="38100" dist="38100" dir="2700000" algn="tl">
                  <a:srgbClr val="000000">
                    <a:alpha val="43137"/>
                  </a:srgbClr>
                </a:outerShdw>
              </a:effectLst>
              <a:latin typeface="Courier New" charset="0"/>
              <a:ea typeface="宋体" charset="-122"/>
            </a:endParaRPr>
          </a:p>
        </p:txBody>
      </p:sp>
      <p:sp>
        <p:nvSpPr>
          <p:cNvPr id="2" name="日期占位符 1"/>
          <p:cNvSpPr/>
          <p:nvPr>
            <p:ph type="dt" sz="half" idx="10"/>
          </p:nvPr>
        </p:nvSpPr>
        <p:spPr/>
        <p:txBody>
          <a:bodyPr/>
          <a:lstStyle/>
          <a:p>
            <a:fld id="{F1491456-6084-C74B-8F87-5D49CF57314C}"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p:nvPr>
            <p:ph type="title" idx="4294967295"/>
          </p:nvPr>
        </p:nvSpPr>
        <p:spPr>
          <a:xfrm>
            <a:off x="1346200" y="333375"/>
            <a:ext cx="7797800" cy="839788"/>
          </a:xfrm>
        </p:spPr>
        <p:txBody>
          <a:bodyPr/>
          <a:lstStyle/>
          <a:p>
            <a:r>
              <a:rPr lang="zh-CN" altLang="en-US"/>
              <a:t>用函数完成此题</a:t>
            </a:r>
            <a:endParaRPr lang="en-US" altLang="zh-CN"/>
          </a:p>
        </p:txBody>
      </p:sp>
      <p:sp>
        <p:nvSpPr>
          <p:cNvPr id="189443" name="Rectangle 3"/>
          <p:cNvSpPr/>
          <p:nvPr>
            <p:ph type="body" idx="4294967295"/>
          </p:nvPr>
        </p:nvSpPr>
        <p:spPr>
          <a:xfrm>
            <a:off x="0" y="1484313"/>
            <a:ext cx="7772400" cy="4611687"/>
          </a:xfrm>
        </p:spPr>
        <p:txBody>
          <a:bodyPr/>
          <a:lstStyle/>
          <a:p>
            <a:pPr eaLnBrk="1" hangingPunct="1"/>
            <a:r>
              <a:rPr lang="zh-CN" altLang="en-US">
                <a:ea typeface="宋体" charset="-122"/>
              </a:rPr>
              <a:t>先由计算机“想”一个</a:t>
            </a:r>
            <a:r>
              <a:rPr lang="en-US" altLang="zh-CN">
                <a:ea typeface="宋体" charset="-122"/>
              </a:rPr>
              <a:t>1</a:t>
            </a:r>
            <a:r>
              <a:rPr lang="zh-CN" altLang="en-US">
                <a:ea typeface="宋体" charset="-122"/>
              </a:rPr>
              <a:t>到</a:t>
            </a:r>
            <a:r>
              <a:rPr lang="en-US" altLang="zh-CN">
                <a:ea typeface="宋体" charset="-122"/>
              </a:rPr>
              <a:t>100</a:t>
            </a:r>
            <a:r>
              <a:rPr lang="zh-CN" altLang="en-US">
                <a:ea typeface="宋体" charset="-122"/>
              </a:rPr>
              <a:t>之间的数请人猜。</a:t>
            </a:r>
            <a:endParaRPr lang="en-US" altLang="zh-CN">
              <a:ea typeface="宋体" charset="-122"/>
            </a:endParaRPr>
          </a:p>
          <a:p>
            <a:pPr eaLnBrk="1" hangingPunct="1"/>
            <a:r>
              <a:rPr lang="zh-CN" altLang="en-US">
                <a:ea typeface="宋体" charset="-122"/>
              </a:rPr>
              <a:t>如果猜对了，显示“正确！”，并赞美一番；否则显示“错误！”，并提示所猜的数是大了还是小了。</a:t>
            </a:r>
            <a:endParaRPr lang="zh-CN" altLang="en-US">
              <a:ea typeface="宋体" charset="-122"/>
            </a:endParaRPr>
          </a:p>
          <a:p>
            <a:pPr eaLnBrk="1" hangingPunct="1"/>
            <a:r>
              <a:rPr lang="zh-CN" altLang="en-US">
                <a:ea typeface="宋体" charset="-122"/>
              </a:rPr>
              <a:t>最多可以猜</a:t>
            </a:r>
            <a:r>
              <a:rPr lang="en-US" altLang="zh-CN">
                <a:ea typeface="宋体" charset="-122"/>
              </a:rPr>
              <a:t>7</a:t>
            </a:r>
            <a:r>
              <a:rPr lang="zh-CN" altLang="en-US">
                <a:ea typeface="宋体" charset="-122"/>
              </a:rPr>
              <a:t>次。如</a:t>
            </a:r>
            <a:r>
              <a:rPr lang="en-US" altLang="zh-CN">
                <a:ea typeface="宋体" charset="-122"/>
              </a:rPr>
              <a:t>7</a:t>
            </a:r>
            <a:r>
              <a:rPr lang="zh-CN" altLang="en-US">
                <a:ea typeface="宋体" charset="-122"/>
              </a:rPr>
              <a:t>次仍未猜中，则停止本次猜数，并告知游戏者。</a:t>
            </a:r>
            <a:endParaRPr lang="zh-CN" altLang="en-US">
              <a:ea typeface="宋体" charset="-122"/>
            </a:endParaRPr>
          </a:p>
          <a:p>
            <a:pPr eaLnBrk="1" hangingPunct="1"/>
            <a:r>
              <a:rPr lang="zh-CN" altLang="en-US">
                <a:ea typeface="宋体" charset="-122"/>
              </a:rPr>
              <a:t>每次运行程序可以反复猜多个数，直到游戏者想停止时才结束。</a:t>
            </a:r>
            <a:endParaRPr lang="zh-CN" altLang="en-US">
              <a:ea typeface="宋体" charset="-122"/>
            </a:endParaRPr>
          </a:p>
        </p:txBody>
      </p:sp>
      <p:sp>
        <p:nvSpPr>
          <p:cNvPr id="2" name="日期占位符 1"/>
          <p:cNvSpPr/>
          <p:nvPr>
            <p:ph type="dt" sz="half" idx="10"/>
          </p:nvPr>
        </p:nvSpPr>
        <p:spPr/>
        <p:txBody>
          <a:bodyPr/>
          <a:lstStyle/>
          <a:p>
            <a:fld id="{CB6D407F-EB25-EF4F-B60C-7E15A7DA5487}" type="datetime1">
              <a:rPr lang="zh-CN" altLang="en-US" smtClean="0"/>
            </a:fld>
            <a:endParaRPr lang="en-US"/>
          </a:p>
        </p:txBody>
      </p:sp>
      <p:sp>
        <p:nvSpPr>
          <p:cNvPr id="3" name="幻灯片编号占位符 2"/>
          <p:cNvSpPr/>
          <p:nvPr>
            <p:ph type="sldNum" sz="quarter" idx="12"/>
          </p:nvPr>
        </p:nvSpPr>
        <p:spPr/>
        <p:txBody>
          <a:bodyPr/>
          <a:lstStyle/>
          <a:p>
            <a:fld id="{4FAB73BC-B049-4115-A692-8D63A059BFB8}" type="slidenum">
              <a:rPr lang="en-US" smtClean="0"/>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p:nvPr>
            <p:ph type="title" idx="4294967295"/>
          </p:nvPr>
        </p:nvSpPr>
        <p:spPr>
          <a:xfrm>
            <a:off x="1346200" y="333375"/>
            <a:ext cx="7797800" cy="839788"/>
          </a:xfrm>
        </p:spPr>
        <p:txBody>
          <a:bodyPr/>
          <a:lstStyle/>
          <a:p>
            <a:pPr>
              <a:defRPr/>
            </a:pPr>
            <a:r>
              <a:rPr lang="zh-CN" altLang="en-US"/>
              <a:t>程序框架流程</a:t>
            </a:r>
            <a:endParaRPr lang="en-US" altLang="zh-CN"/>
          </a:p>
        </p:txBody>
      </p:sp>
      <p:sp>
        <p:nvSpPr>
          <p:cNvPr id="190471" name="AutoShape 7"/>
          <p:cNvSpPr/>
          <p:nvPr/>
        </p:nvSpPr>
        <p:spPr bwMode="auto">
          <a:xfrm>
            <a:off x="3743325" y="1628775"/>
            <a:ext cx="1655763" cy="431800"/>
          </a:xfrm>
          <a:prstGeom prst="flowChartTerminator">
            <a:avLst/>
          </a:prstGeom>
          <a:noFill/>
          <a:ln w="38100">
            <a:solidFill>
              <a:schemeClr val="tx1"/>
            </a:solidFill>
            <a:miter lim="800000"/>
            <a:headEnd type="none" w="sm" len="sm"/>
            <a:tailEnd type="none" w="sm" len="sm"/>
          </a:ln>
          <a:effectLst/>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pitchFamily="18" charset="0"/>
              </a:rPr>
              <a:t>开始</a:t>
            </a:r>
            <a:endParaRPr lang="zh-CN" altLang="en-US" sz="2400">
              <a:effectLst>
                <a:outerShdw blurRad="38100" dist="38100" dir="2700000" algn="tl">
                  <a:srgbClr val="C0C0C0"/>
                </a:outerShdw>
              </a:effectLst>
              <a:latin typeface="Times New Roman" pitchFamily="18" charset="0"/>
            </a:endParaRPr>
          </a:p>
        </p:txBody>
      </p:sp>
      <p:sp>
        <p:nvSpPr>
          <p:cNvPr id="190472" name="AutoShape 8"/>
          <p:cNvSpPr/>
          <p:nvPr/>
        </p:nvSpPr>
        <p:spPr bwMode="auto">
          <a:xfrm>
            <a:off x="3743325" y="5229225"/>
            <a:ext cx="1655763" cy="431800"/>
          </a:xfrm>
          <a:prstGeom prst="flowChartTerminator">
            <a:avLst/>
          </a:prstGeom>
          <a:noFill/>
          <a:ln w="38100">
            <a:solidFill>
              <a:schemeClr val="tx1"/>
            </a:solidFill>
            <a:miter lim="800000"/>
            <a:headEnd type="none" w="sm" len="sm"/>
            <a:tailEnd type="none" w="sm" len="sm"/>
          </a:ln>
          <a:effectLst/>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pitchFamily="18" charset="0"/>
              </a:rPr>
              <a:t>结束</a:t>
            </a:r>
            <a:endParaRPr lang="zh-CN" altLang="en-US" sz="2400">
              <a:effectLst>
                <a:outerShdw blurRad="38100" dist="38100" dir="2700000" algn="tl">
                  <a:srgbClr val="C0C0C0"/>
                </a:outerShdw>
              </a:effectLst>
              <a:latin typeface="Times New Roman" pitchFamily="18" charset="0"/>
            </a:endParaRPr>
          </a:p>
        </p:txBody>
      </p:sp>
      <p:sp>
        <p:nvSpPr>
          <p:cNvPr id="190473" name="AutoShape 9"/>
          <p:cNvSpPr/>
          <p:nvPr/>
        </p:nvSpPr>
        <p:spPr bwMode="auto">
          <a:xfrm>
            <a:off x="3851275" y="2473325"/>
            <a:ext cx="1441450" cy="504825"/>
          </a:xfrm>
          <a:prstGeom prst="flowChartProcess">
            <a:avLst/>
          </a:prstGeom>
          <a:noFill/>
          <a:ln w="38100" algn="ctr">
            <a:solidFill>
              <a:schemeClr val="tx1"/>
            </a:solidFill>
            <a:miter lim="800000"/>
          </a:ln>
          <a:effectLst/>
        </p:spPr>
        <p:txBody>
          <a:bodyPr wrap="none" anchor="ctr"/>
          <a:lstStyle/>
          <a:p>
            <a:pPr algn="ctr">
              <a:lnSpc>
                <a:spcPct val="100000"/>
              </a:lnSpc>
              <a:spcBef>
                <a:spcPct val="0"/>
              </a:spcBef>
              <a:buClrTx/>
              <a:buSzTx/>
              <a:buFontTx/>
              <a:buNone/>
              <a:defRPr/>
            </a:pPr>
            <a:r>
              <a:rPr lang="zh-CN" altLang="en-US" sz="2400">
                <a:effectLst>
                  <a:outerShdw blurRad="38100" dist="38100" dir="2700000" algn="tl">
                    <a:srgbClr val="C0C0C0"/>
                  </a:outerShdw>
                </a:effectLst>
                <a:latin typeface="Times New Roman" pitchFamily="18" charset="0"/>
                <a:ea typeface="宋体" charset="-122"/>
              </a:rPr>
              <a:t>初始化</a:t>
            </a:r>
            <a:endParaRPr lang="zh-CN" altLang="en-US" sz="2400">
              <a:effectLst>
                <a:outerShdw blurRad="38100" dist="38100" dir="2700000" algn="tl">
                  <a:srgbClr val="C0C0C0"/>
                </a:outerShdw>
              </a:effectLst>
              <a:latin typeface="Times New Roman" pitchFamily="18" charset="0"/>
              <a:ea typeface="宋体" charset="-122"/>
            </a:endParaRPr>
          </a:p>
        </p:txBody>
      </p:sp>
      <p:sp>
        <p:nvSpPr>
          <p:cNvPr id="190474" name="AutoShape 10"/>
          <p:cNvSpPr/>
          <p:nvPr/>
        </p:nvSpPr>
        <p:spPr bwMode="auto">
          <a:xfrm>
            <a:off x="3851275" y="4311650"/>
            <a:ext cx="1441450" cy="503238"/>
          </a:xfrm>
          <a:prstGeom prst="flowChartProcess">
            <a:avLst/>
          </a:prstGeom>
          <a:noFill/>
          <a:ln w="38100" algn="ctr">
            <a:solidFill>
              <a:schemeClr val="tx1"/>
            </a:solidFill>
            <a:miter lim="800000"/>
          </a:ln>
          <a:effectLst/>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pitchFamily="18" charset="0"/>
              </a:rPr>
              <a:t>退出处理</a:t>
            </a:r>
            <a:endParaRPr lang="zh-CN" altLang="en-US" sz="2400">
              <a:effectLst>
                <a:outerShdw blurRad="38100" dist="38100" dir="2700000" algn="tl">
                  <a:srgbClr val="C0C0C0"/>
                </a:outerShdw>
              </a:effectLst>
              <a:latin typeface="Times New Roman" pitchFamily="18" charset="0"/>
            </a:endParaRPr>
          </a:p>
        </p:txBody>
      </p:sp>
      <p:sp>
        <p:nvSpPr>
          <p:cNvPr id="190475" name="AutoShape 11"/>
          <p:cNvSpPr/>
          <p:nvPr/>
        </p:nvSpPr>
        <p:spPr bwMode="auto">
          <a:xfrm>
            <a:off x="3851275" y="3392488"/>
            <a:ext cx="1441450" cy="504825"/>
          </a:xfrm>
          <a:prstGeom prst="flowChartProcess">
            <a:avLst/>
          </a:prstGeom>
          <a:noFill/>
          <a:ln w="38100" algn="ctr">
            <a:solidFill>
              <a:schemeClr val="tx1"/>
            </a:solidFill>
            <a:miter lim="800000"/>
          </a:ln>
          <a:effectLst/>
        </p:spPr>
        <p:txBody>
          <a:bodyPr wrap="none" anchor="ctr"/>
          <a:lstStyle/>
          <a:p>
            <a:pPr algn="ctr">
              <a:lnSpc>
                <a:spcPct val="100000"/>
              </a:lnSpc>
              <a:spcBef>
                <a:spcPct val="0"/>
              </a:spcBef>
              <a:buClrTx/>
              <a:buSzTx/>
              <a:buFontTx/>
              <a:buNone/>
              <a:defRPr/>
            </a:pPr>
            <a:r>
              <a:rPr lang="zh-CN" altLang="en-US" sz="2400">
                <a:effectLst>
                  <a:outerShdw blurRad="38100" dist="38100" dir="2700000" algn="tl">
                    <a:srgbClr val="C0C0C0"/>
                  </a:outerShdw>
                </a:effectLst>
                <a:latin typeface="Times New Roman" pitchFamily="18" charset="0"/>
                <a:ea typeface="宋体" charset="-122"/>
              </a:rPr>
              <a:t>主功能</a:t>
            </a:r>
            <a:endParaRPr lang="zh-CN" altLang="en-US" sz="2400">
              <a:effectLst>
                <a:outerShdw blurRad="38100" dist="38100" dir="2700000" algn="tl">
                  <a:srgbClr val="C0C0C0"/>
                </a:outerShdw>
              </a:effectLst>
              <a:latin typeface="Times New Roman" pitchFamily="18" charset="0"/>
              <a:ea typeface="宋体" charset="-122"/>
            </a:endParaRPr>
          </a:p>
        </p:txBody>
      </p:sp>
      <p:cxnSp>
        <p:nvCxnSpPr>
          <p:cNvPr id="190477" name="AutoShape 13"/>
          <p:cNvCxnSpPr>
            <a:cxnSpLocks xmlns:a14="http://schemas.microsoft.com/office/drawing/2010/main" noChangeShapeType="1"/>
            <a:stCxn id="190471" idx="2"/>
            <a:endCxn id="190473" idx="0"/>
          </p:cNvCxnSpPr>
          <p:nvPr/>
        </p:nvCxnSpPr>
        <p:spPr bwMode="auto">
          <a:xfrm>
            <a:off x="4572000" y="2079625"/>
            <a:ext cx="0" cy="374650"/>
          </a:xfrm>
          <a:prstGeom prst="straightConnector1">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cxnSp>
      <p:cxnSp>
        <p:nvCxnSpPr>
          <p:cNvPr id="190478" name="AutoShape 14"/>
          <p:cNvCxnSpPr>
            <a:cxnSpLocks xmlns:a14="http://schemas.microsoft.com/office/drawing/2010/main" noChangeShapeType="1"/>
            <a:stCxn id="190473" idx="2"/>
            <a:endCxn id="190475" idx="0"/>
          </p:cNvCxnSpPr>
          <p:nvPr/>
        </p:nvCxnSpPr>
        <p:spPr bwMode="auto">
          <a:xfrm>
            <a:off x="4572000" y="2997200"/>
            <a:ext cx="0" cy="376238"/>
          </a:xfrm>
          <a:prstGeom prst="straightConnector1">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cxnSp>
      <p:cxnSp>
        <p:nvCxnSpPr>
          <p:cNvPr id="190479" name="AutoShape 15"/>
          <p:cNvCxnSpPr>
            <a:cxnSpLocks xmlns:a14="http://schemas.microsoft.com/office/drawing/2010/main" noChangeShapeType="1"/>
            <a:stCxn id="190475" idx="2"/>
            <a:endCxn id="190474" idx="0"/>
          </p:cNvCxnSpPr>
          <p:nvPr/>
        </p:nvCxnSpPr>
        <p:spPr bwMode="auto">
          <a:xfrm>
            <a:off x="4572000" y="3916363"/>
            <a:ext cx="0" cy="376237"/>
          </a:xfrm>
          <a:prstGeom prst="straightConnector1">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cxnSp>
      <p:cxnSp>
        <p:nvCxnSpPr>
          <p:cNvPr id="190480" name="AutoShape 16"/>
          <p:cNvCxnSpPr>
            <a:cxnSpLocks xmlns:a14="http://schemas.microsoft.com/office/drawing/2010/main" noChangeShapeType="1"/>
            <a:stCxn id="190474" idx="2"/>
            <a:endCxn id="190472" idx="0"/>
          </p:cNvCxnSpPr>
          <p:nvPr/>
        </p:nvCxnSpPr>
        <p:spPr bwMode="auto">
          <a:xfrm>
            <a:off x="4572000" y="4833938"/>
            <a:ext cx="0" cy="376237"/>
          </a:xfrm>
          <a:prstGeom prst="straightConnector1">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cxnSp>
      <p:sp>
        <p:nvSpPr>
          <p:cNvPr id="190481" name="AutoShape 17"/>
          <p:cNvSpPr/>
          <p:nvPr/>
        </p:nvSpPr>
        <p:spPr bwMode="auto">
          <a:xfrm>
            <a:off x="468313" y="1125538"/>
            <a:ext cx="2376487" cy="1655762"/>
          </a:xfrm>
          <a:prstGeom prst="wedgeEllipseCallout">
            <a:avLst>
              <a:gd name="adj1" fmla="val 88074"/>
              <a:gd name="adj2" fmla="val 50769"/>
            </a:avLst>
          </a:prstGeom>
          <a:solidFill>
            <a:schemeClr val="accent1"/>
          </a:solidFill>
          <a:ln w="38100">
            <a:solidFill>
              <a:schemeClr val="tx1"/>
            </a:solidFill>
            <a:miter lim="800000"/>
          </a:ln>
        </p:spPr>
        <p:txBody>
          <a:bodyPr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zh-CN" altLang="en-US" sz="2400">
                <a:latin typeface="Times New Roman" pitchFamily="18" charset="0"/>
              </a:rPr>
              <a:t>为程序运行所作的准备工作</a:t>
            </a:r>
            <a:endParaRPr lang="en-US" altLang="zh-CN" sz="2400">
              <a:latin typeface="Times New Roman" pitchFamily="18" charset="0"/>
            </a:endParaRPr>
          </a:p>
        </p:txBody>
      </p:sp>
      <p:sp>
        <p:nvSpPr>
          <p:cNvPr id="190482" name="AutoShape 18"/>
          <p:cNvSpPr/>
          <p:nvPr/>
        </p:nvSpPr>
        <p:spPr bwMode="auto">
          <a:xfrm>
            <a:off x="6443663" y="2276475"/>
            <a:ext cx="2089150" cy="1439863"/>
          </a:xfrm>
          <a:prstGeom prst="wedgeEllipseCallout">
            <a:avLst>
              <a:gd name="adj1" fmla="val -95667"/>
              <a:gd name="adj2" fmla="val 50551"/>
            </a:avLst>
          </a:prstGeom>
          <a:solidFill>
            <a:schemeClr val="accent1"/>
          </a:solidFill>
          <a:ln w="38100">
            <a:solidFill>
              <a:schemeClr val="tx1"/>
            </a:solidFill>
            <a:miter lim="800000"/>
          </a:ln>
        </p:spPr>
        <p:txBody>
          <a:bodyPr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zh-CN" altLang="en-US" sz="2400">
                <a:latin typeface="Times New Roman" pitchFamily="18" charset="0"/>
              </a:rPr>
              <a:t>程序的主体功能</a:t>
            </a:r>
            <a:endParaRPr lang="en-US" altLang="zh-CN" sz="2400">
              <a:latin typeface="Times New Roman" pitchFamily="18" charset="0"/>
            </a:endParaRPr>
          </a:p>
        </p:txBody>
      </p:sp>
      <p:sp>
        <p:nvSpPr>
          <p:cNvPr id="190483" name="AutoShape 19"/>
          <p:cNvSpPr/>
          <p:nvPr/>
        </p:nvSpPr>
        <p:spPr bwMode="auto">
          <a:xfrm>
            <a:off x="611188" y="4508500"/>
            <a:ext cx="2736850" cy="1800225"/>
          </a:xfrm>
          <a:prstGeom prst="wedgeEllipseCallout">
            <a:avLst>
              <a:gd name="adj1" fmla="val 62065"/>
              <a:gd name="adj2" fmla="val -45236"/>
            </a:avLst>
          </a:prstGeom>
          <a:solidFill>
            <a:schemeClr val="accent1"/>
          </a:solidFill>
          <a:ln w="38100">
            <a:solidFill>
              <a:schemeClr val="tx1"/>
            </a:solidFill>
            <a:miter lim="800000"/>
          </a:ln>
        </p:spPr>
        <p:txBody>
          <a:bodyPr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zh-CN" altLang="en-US" sz="2400">
                <a:latin typeface="Times New Roman" pitchFamily="18" charset="0"/>
              </a:rPr>
              <a:t>在退出前要做的事情，如打印结果资源释放</a:t>
            </a:r>
            <a:endParaRPr lang="en-US" altLang="zh-CN" sz="2400">
              <a:latin typeface="Times New Roman" pitchFamily="18" charset="0"/>
            </a:endParaRPr>
          </a:p>
        </p:txBody>
      </p:sp>
      <p:sp>
        <p:nvSpPr>
          <p:cNvPr id="2" name="日期占位符 1"/>
          <p:cNvSpPr/>
          <p:nvPr>
            <p:ph type="dt" sz="half" idx="10"/>
          </p:nvPr>
        </p:nvSpPr>
        <p:spPr/>
        <p:txBody>
          <a:bodyPr/>
          <a:lstStyle/>
          <a:p>
            <a:fld id="{A1480806-09FD-664F-BC22-A4A4307A3312}" type="datetime1">
              <a:rPr lang="zh-CN" altLang="en-US" smtClean="0"/>
            </a:fld>
            <a:endParaRPr lang="en-US"/>
          </a:p>
        </p:txBody>
      </p:sp>
      <p:sp>
        <p:nvSpPr>
          <p:cNvPr id="3" name="幻灯片编号占位符 2"/>
          <p:cNvSpPr/>
          <p:nvPr>
            <p:ph type="sldNum" sz="quarter" idx="12"/>
          </p:nvPr>
        </p:nvSpPr>
        <p:spPr/>
        <p:txBody>
          <a:bodyPr/>
          <a:lstStyle/>
          <a:p>
            <a:fld id="{4FAB73BC-B049-4115-A692-8D63A059BFB8}" type="slidenum">
              <a:rPr lang="en-US" smtClean="0"/>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p:nvPr>
            <p:ph type="title" idx="4294967295"/>
          </p:nvPr>
        </p:nvSpPr>
        <p:spPr>
          <a:xfrm>
            <a:off x="1346200" y="333375"/>
            <a:ext cx="7797800" cy="839788"/>
          </a:xfrm>
        </p:spPr>
        <p:txBody>
          <a:bodyPr/>
          <a:lstStyle/>
          <a:p>
            <a:pPr>
              <a:defRPr/>
            </a:pPr>
            <a:r>
              <a:rPr lang="zh-CN" altLang="en-US"/>
              <a:t>主功能               猜数字</a:t>
            </a:r>
            <a:endParaRPr lang="zh-CN" altLang="en-US"/>
          </a:p>
        </p:txBody>
      </p:sp>
      <p:sp>
        <p:nvSpPr>
          <p:cNvPr id="193542" name="AutoShape 6"/>
          <p:cNvSpPr/>
          <p:nvPr/>
        </p:nvSpPr>
        <p:spPr bwMode="auto">
          <a:xfrm>
            <a:off x="1654175" y="1701800"/>
            <a:ext cx="1655763" cy="431800"/>
          </a:xfrm>
          <a:prstGeom prst="flowChartTerminator">
            <a:avLst/>
          </a:prstGeom>
          <a:noFill/>
          <a:ln w="38100">
            <a:solidFill>
              <a:schemeClr val="tx1"/>
            </a:solidFill>
            <a:miter lim="800000"/>
            <a:headEnd type="none" w="sm" len="sm"/>
            <a:tailEnd type="none" w="sm" len="sm"/>
          </a:ln>
          <a:effectLst/>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pitchFamily="18" charset="0"/>
              </a:rPr>
              <a:t>开始</a:t>
            </a:r>
            <a:endParaRPr lang="zh-CN" altLang="en-US" sz="2400">
              <a:effectLst>
                <a:outerShdw blurRad="38100" dist="38100" dir="2700000" algn="tl">
                  <a:srgbClr val="C0C0C0"/>
                </a:outerShdw>
              </a:effectLst>
              <a:latin typeface="Times New Roman" pitchFamily="18" charset="0"/>
            </a:endParaRPr>
          </a:p>
        </p:txBody>
      </p:sp>
      <p:sp>
        <p:nvSpPr>
          <p:cNvPr id="193543" name="AutoShape 7"/>
          <p:cNvSpPr/>
          <p:nvPr/>
        </p:nvSpPr>
        <p:spPr bwMode="auto">
          <a:xfrm>
            <a:off x="1654175" y="5445125"/>
            <a:ext cx="1655763" cy="431800"/>
          </a:xfrm>
          <a:prstGeom prst="flowChartTerminator">
            <a:avLst/>
          </a:prstGeom>
          <a:noFill/>
          <a:ln w="38100">
            <a:solidFill>
              <a:schemeClr val="tx1"/>
            </a:solidFill>
            <a:miter lim="800000"/>
            <a:headEnd type="none" w="sm" len="sm"/>
            <a:tailEnd type="none" w="sm" len="sm"/>
          </a:ln>
          <a:effectLst/>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pitchFamily="18" charset="0"/>
              </a:rPr>
              <a:t>结束</a:t>
            </a:r>
            <a:endParaRPr lang="zh-CN" altLang="en-US" sz="2400">
              <a:effectLst>
                <a:outerShdw blurRad="38100" dist="38100" dir="2700000" algn="tl">
                  <a:srgbClr val="C0C0C0"/>
                </a:outerShdw>
              </a:effectLst>
              <a:latin typeface="Times New Roman" pitchFamily="18" charset="0"/>
            </a:endParaRPr>
          </a:p>
        </p:txBody>
      </p:sp>
      <p:sp>
        <p:nvSpPr>
          <p:cNvPr id="193544" name="AutoShape 8"/>
          <p:cNvSpPr/>
          <p:nvPr/>
        </p:nvSpPr>
        <p:spPr bwMode="auto">
          <a:xfrm>
            <a:off x="1762125" y="2555875"/>
            <a:ext cx="1441450" cy="504825"/>
          </a:xfrm>
          <a:prstGeom prst="flowChartProcess">
            <a:avLst/>
          </a:prstGeom>
          <a:noFill/>
          <a:ln w="38100" algn="ctr">
            <a:solidFill>
              <a:schemeClr val="tx1"/>
            </a:solidFill>
            <a:miter lim="800000"/>
          </a:ln>
          <a:effectLst/>
        </p:spPr>
        <p:txBody>
          <a:bodyPr wrap="none" anchor="ctr"/>
          <a:lstStyle/>
          <a:p>
            <a:pPr algn="ctr">
              <a:lnSpc>
                <a:spcPct val="100000"/>
              </a:lnSpc>
              <a:spcBef>
                <a:spcPct val="0"/>
              </a:spcBef>
              <a:buClrTx/>
              <a:buSzTx/>
              <a:buFontTx/>
              <a:buNone/>
              <a:defRPr/>
            </a:pPr>
            <a:r>
              <a:rPr lang="zh-CN" altLang="en-US" sz="2400" dirty="0">
                <a:effectLst>
                  <a:outerShdw blurRad="38100" dist="38100" dir="2700000" algn="tl">
                    <a:srgbClr val="C0C0C0"/>
                  </a:outerShdw>
                </a:effectLst>
                <a:latin typeface="Times New Roman" pitchFamily="18" charset="0"/>
                <a:ea typeface="宋体" charset="-122"/>
              </a:rPr>
              <a:t>生成数字</a:t>
            </a:r>
            <a:endParaRPr lang="zh-CN" altLang="en-US" sz="2400" dirty="0">
              <a:effectLst>
                <a:outerShdw blurRad="38100" dist="38100" dir="2700000" algn="tl">
                  <a:srgbClr val="C0C0C0"/>
                </a:outerShdw>
              </a:effectLst>
              <a:latin typeface="Times New Roman" pitchFamily="18" charset="0"/>
              <a:ea typeface="宋体" charset="-122"/>
            </a:endParaRPr>
          </a:p>
        </p:txBody>
      </p:sp>
      <p:sp>
        <p:nvSpPr>
          <p:cNvPr id="193546" name="AutoShape 10"/>
          <p:cNvSpPr/>
          <p:nvPr/>
        </p:nvSpPr>
        <p:spPr bwMode="auto">
          <a:xfrm>
            <a:off x="1762125" y="3484563"/>
            <a:ext cx="1441450" cy="504825"/>
          </a:xfrm>
          <a:prstGeom prst="flowChartProcess">
            <a:avLst/>
          </a:prstGeom>
          <a:noFill/>
          <a:ln w="38100" algn="ctr">
            <a:solidFill>
              <a:schemeClr val="tx1"/>
            </a:solidFill>
            <a:miter lim="800000"/>
          </a:ln>
          <a:effectLst/>
        </p:spPr>
        <p:txBody>
          <a:bodyPr wrap="none" anchor="ctr"/>
          <a:lstStyle/>
          <a:p>
            <a:pPr algn="ctr">
              <a:lnSpc>
                <a:spcPct val="100000"/>
              </a:lnSpc>
              <a:spcBef>
                <a:spcPct val="0"/>
              </a:spcBef>
              <a:buClrTx/>
              <a:buSzTx/>
              <a:buFontTx/>
              <a:buNone/>
              <a:defRPr/>
            </a:pPr>
            <a:r>
              <a:rPr lang="zh-CN" altLang="en-US" sz="2400">
                <a:effectLst>
                  <a:outerShdw blurRad="38100" dist="38100" dir="2700000" algn="tl">
                    <a:srgbClr val="C0C0C0"/>
                  </a:outerShdw>
                </a:effectLst>
                <a:latin typeface="Times New Roman" pitchFamily="18" charset="0"/>
                <a:ea typeface="宋体" charset="-122"/>
              </a:rPr>
              <a:t>猜数字</a:t>
            </a:r>
            <a:endParaRPr lang="en-US" altLang="zh-CN" sz="2400">
              <a:effectLst>
                <a:outerShdw blurRad="38100" dist="38100" dir="2700000" algn="tl">
                  <a:srgbClr val="C0C0C0"/>
                </a:outerShdw>
              </a:effectLst>
              <a:latin typeface="Times New Roman" pitchFamily="18" charset="0"/>
              <a:ea typeface="宋体" charset="-122"/>
            </a:endParaRPr>
          </a:p>
        </p:txBody>
      </p:sp>
      <p:cxnSp>
        <p:nvCxnSpPr>
          <p:cNvPr id="193547" name="AutoShape 11"/>
          <p:cNvCxnSpPr>
            <a:cxnSpLocks xmlns:a14="http://schemas.microsoft.com/office/drawing/2010/main" noChangeShapeType="1"/>
            <a:stCxn id="193542" idx="2"/>
            <a:endCxn id="193544" idx="0"/>
          </p:cNvCxnSpPr>
          <p:nvPr/>
        </p:nvCxnSpPr>
        <p:spPr bwMode="auto">
          <a:xfrm>
            <a:off x="2482850" y="2152650"/>
            <a:ext cx="0" cy="384175"/>
          </a:xfrm>
          <a:prstGeom prst="straightConnector1">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cxnSp>
      <p:cxnSp>
        <p:nvCxnSpPr>
          <p:cNvPr id="193548" name="AutoShape 12"/>
          <p:cNvCxnSpPr>
            <a:cxnSpLocks xmlns:a14="http://schemas.microsoft.com/office/drawing/2010/main" noChangeShapeType="1"/>
            <a:stCxn id="193544" idx="2"/>
            <a:endCxn id="193546" idx="0"/>
          </p:cNvCxnSpPr>
          <p:nvPr/>
        </p:nvCxnSpPr>
        <p:spPr bwMode="auto">
          <a:xfrm>
            <a:off x="2482850" y="3079750"/>
            <a:ext cx="0" cy="385763"/>
          </a:xfrm>
          <a:prstGeom prst="straightConnector1">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cxnSp>
      <p:cxnSp>
        <p:nvCxnSpPr>
          <p:cNvPr id="193549" name="AutoShape 13"/>
          <p:cNvCxnSpPr>
            <a:cxnSpLocks xmlns:a14="http://schemas.microsoft.com/office/drawing/2010/main" noChangeShapeType="1"/>
            <a:stCxn id="193546" idx="2"/>
            <a:endCxn id="193551" idx="0"/>
          </p:cNvCxnSpPr>
          <p:nvPr/>
        </p:nvCxnSpPr>
        <p:spPr bwMode="auto">
          <a:xfrm>
            <a:off x="2482850" y="4008438"/>
            <a:ext cx="0" cy="384175"/>
          </a:xfrm>
          <a:prstGeom prst="straightConnector1">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cxnSp>
      <p:cxnSp>
        <p:nvCxnSpPr>
          <p:cNvPr id="193550" name="AutoShape 14"/>
          <p:cNvCxnSpPr>
            <a:cxnSpLocks xmlns:a14="http://schemas.microsoft.com/office/drawing/2010/main" noChangeShapeType="1"/>
            <a:stCxn id="193551" idx="2"/>
            <a:endCxn id="193543" idx="0"/>
          </p:cNvCxnSpPr>
          <p:nvPr/>
        </p:nvCxnSpPr>
        <p:spPr bwMode="auto">
          <a:xfrm>
            <a:off x="2482850" y="5040313"/>
            <a:ext cx="0" cy="385762"/>
          </a:xfrm>
          <a:prstGeom prst="straightConnector1">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cxnSp>
      <p:sp>
        <p:nvSpPr>
          <p:cNvPr id="193551" name="AutoShape 15"/>
          <p:cNvSpPr/>
          <p:nvPr/>
        </p:nvSpPr>
        <p:spPr bwMode="auto">
          <a:xfrm>
            <a:off x="1114425" y="4411663"/>
            <a:ext cx="2736850" cy="609600"/>
          </a:xfrm>
          <a:prstGeom prst="flowChartDecision">
            <a:avLst/>
          </a:prstGeom>
          <a:noFill/>
          <a:ln w="38100" algn="ctr">
            <a:solidFill>
              <a:schemeClr val="tx1"/>
            </a:solidFill>
            <a:miter lim="800000"/>
          </a:ln>
          <a:effectLst/>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pitchFamily="18" charset="0"/>
              </a:rPr>
              <a:t>是否继续？</a:t>
            </a:r>
            <a:endParaRPr lang="en-US" altLang="zh-CN" sz="2400">
              <a:effectLst>
                <a:outerShdw blurRad="38100" dist="38100" dir="2700000" algn="tl">
                  <a:srgbClr val="C0C0C0"/>
                </a:outerShdw>
              </a:effectLst>
              <a:latin typeface="Times New Roman" pitchFamily="18" charset="0"/>
            </a:endParaRPr>
          </a:p>
        </p:txBody>
      </p:sp>
      <p:sp>
        <p:nvSpPr>
          <p:cNvPr id="193552" name="Text Box 16"/>
          <p:cNvSpPr txBox="1"/>
          <p:nvPr/>
        </p:nvSpPr>
        <p:spPr bwMode="auto">
          <a:xfrm>
            <a:off x="2051050" y="4987925"/>
            <a:ext cx="404813" cy="457200"/>
          </a:xfrm>
          <a:prstGeom prst="rect">
            <a:avLst/>
          </a:prstGeom>
          <a:noFill/>
          <a:ln w="38100" algn="ctr">
            <a:noFill/>
            <a:miter lim="800000"/>
          </a:ln>
          <a:effectLst/>
        </p:spPr>
        <p:txBody>
          <a:bodyPr wrap="none">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en-US" altLang="zh-CN" sz="2400">
                <a:effectLst>
                  <a:outerShdw blurRad="38100" dist="38100" dir="2700000" algn="tl">
                    <a:srgbClr val="C0C0C0"/>
                  </a:outerShdw>
                </a:effectLst>
                <a:latin typeface="Times New Roman" pitchFamily="18" charset="0"/>
              </a:rPr>
              <a:t>N</a:t>
            </a:r>
            <a:endParaRPr lang="en-US" altLang="zh-CN" sz="2400">
              <a:effectLst>
                <a:outerShdw blurRad="38100" dist="38100" dir="2700000" algn="tl">
                  <a:srgbClr val="C0C0C0"/>
                </a:outerShdw>
              </a:effectLst>
              <a:latin typeface="Times New Roman" pitchFamily="18" charset="0"/>
            </a:endParaRPr>
          </a:p>
        </p:txBody>
      </p:sp>
      <p:cxnSp>
        <p:nvCxnSpPr>
          <p:cNvPr id="193553" name="AutoShape 17"/>
          <p:cNvCxnSpPr>
            <a:cxnSpLocks xmlns:a14="http://schemas.microsoft.com/office/drawing/2010/main" noChangeShapeType="1"/>
            <a:stCxn id="193551" idx="3"/>
            <a:endCxn id="193559" idx="0"/>
          </p:cNvCxnSpPr>
          <p:nvPr/>
        </p:nvCxnSpPr>
        <p:spPr bwMode="auto">
          <a:xfrm flipV="1">
            <a:off x="3870325" y="2330450"/>
            <a:ext cx="196850" cy="2386013"/>
          </a:xfrm>
          <a:prstGeom prst="bentConnector4">
            <a:avLst>
              <a:gd name="adj1" fmla="val 99995"/>
              <a:gd name="adj2" fmla="val 22356"/>
            </a:avLst>
          </a:prstGeom>
          <a:noFill/>
          <a:ln w="38100">
            <a:solidFill>
              <a:schemeClr val="tx1"/>
            </a:solidFill>
            <a:miter lim="800000"/>
          </a:ln>
          <a:extLst>
            <a:ext uri="{909E8E84-426E-40DD-AFC4-6F175D3DCCD1}">
              <a14:hiddenFill xmlns:a14="http://schemas.microsoft.com/office/drawing/2010/main">
                <a:noFill/>
              </a14:hiddenFill>
            </a:ext>
          </a:extLst>
        </p:spPr>
      </p:cxnSp>
      <p:sp>
        <p:nvSpPr>
          <p:cNvPr id="193554" name="Text Box 18"/>
          <p:cNvSpPr txBox="1"/>
          <p:nvPr/>
        </p:nvSpPr>
        <p:spPr bwMode="auto">
          <a:xfrm>
            <a:off x="3635375" y="4149725"/>
            <a:ext cx="404813" cy="457200"/>
          </a:xfrm>
          <a:prstGeom prst="rect">
            <a:avLst/>
          </a:prstGeom>
          <a:noFill/>
          <a:ln w="38100" algn="ctr">
            <a:noFill/>
            <a:miter lim="800000"/>
          </a:ln>
          <a:effectLst/>
        </p:spPr>
        <p:txBody>
          <a:bodyPr wrap="none">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en-US" altLang="zh-CN" sz="2400">
                <a:effectLst>
                  <a:outerShdw blurRad="38100" dist="38100" dir="2700000" algn="tl">
                    <a:srgbClr val="C0C0C0"/>
                  </a:outerShdw>
                </a:effectLst>
                <a:latin typeface="Times New Roman" pitchFamily="18" charset="0"/>
              </a:rPr>
              <a:t>Y</a:t>
            </a:r>
            <a:endParaRPr lang="en-US" altLang="zh-CN" sz="2400">
              <a:effectLst>
                <a:outerShdw blurRad="38100" dist="38100" dir="2700000" algn="tl">
                  <a:srgbClr val="C0C0C0"/>
                </a:outerShdw>
              </a:effectLst>
              <a:latin typeface="Times New Roman" pitchFamily="18" charset="0"/>
            </a:endParaRPr>
          </a:p>
        </p:txBody>
      </p:sp>
      <p:sp>
        <p:nvSpPr>
          <p:cNvPr id="193559" name="Line 23"/>
          <p:cNvSpPr/>
          <p:nvPr/>
        </p:nvSpPr>
        <p:spPr bwMode="auto">
          <a:xfrm flipH="1">
            <a:off x="2482850" y="2349500"/>
            <a:ext cx="1584325" cy="0"/>
          </a:xfrm>
          <a:prstGeom prst="line">
            <a:avLst/>
          </a:prstGeom>
          <a:noFill/>
          <a:ln w="38100">
            <a:solidFill>
              <a:schemeClr val="tx1"/>
            </a:solidFill>
            <a:round/>
            <a:tailEnd type="triangle" w="med" len="med"/>
          </a:ln>
          <a:effectLst/>
        </p:spPr>
        <p:txBody>
          <a:bodyPr wrap="none" anchor="ctr"/>
          <a:lstStyle/>
          <a:p>
            <a:pPr algn="ctr">
              <a:lnSpc>
                <a:spcPct val="100000"/>
              </a:lnSpc>
              <a:spcBef>
                <a:spcPct val="0"/>
              </a:spcBef>
              <a:buClrTx/>
              <a:buSzTx/>
              <a:buFontTx/>
              <a:buNone/>
              <a:defRPr/>
            </a:pPr>
            <a:endParaRPr lang="zh-CN" altLang="en-US" sz="2400">
              <a:effectLst>
                <a:outerShdw blurRad="38100" dist="38100" dir="2700000" algn="tl">
                  <a:srgbClr val="000000">
                    <a:alpha val="43137"/>
                  </a:srgbClr>
                </a:outerShdw>
              </a:effectLst>
              <a:latin typeface="Times New Roman" pitchFamily="18" charset="0"/>
              <a:ea typeface="宋体" charset="-122"/>
            </a:endParaRPr>
          </a:p>
        </p:txBody>
      </p:sp>
      <p:sp>
        <p:nvSpPr>
          <p:cNvPr id="193561" name="AutoShape 25"/>
          <p:cNvSpPr/>
          <p:nvPr/>
        </p:nvSpPr>
        <p:spPr bwMode="auto">
          <a:xfrm>
            <a:off x="5688013" y="1701800"/>
            <a:ext cx="1655762" cy="431800"/>
          </a:xfrm>
          <a:prstGeom prst="flowChartTerminator">
            <a:avLst/>
          </a:prstGeom>
          <a:noFill/>
          <a:ln w="38100">
            <a:solidFill>
              <a:schemeClr val="tx1"/>
            </a:solidFill>
            <a:miter lim="800000"/>
            <a:headEnd type="none" w="sm" len="sm"/>
            <a:tailEnd type="none" w="sm" len="sm"/>
          </a:ln>
          <a:effectLst/>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pitchFamily="18" charset="0"/>
              </a:rPr>
              <a:t>开始</a:t>
            </a:r>
            <a:endParaRPr lang="zh-CN" altLang="en-US" sz="2400">
              <a:effectLst>
                <a:outerShdw blurRad="38100" dist="38100" dir="2700000" algn="tl">
                  <a:srgbClr val="C0C0C0"/>
                </a:outerShdw>
              </a:effectLst>
              <a:latin typeface="Times New Roman" pitchFamily="18" charset="0"/>
            </a:endParaRPr>
          </a:p>
        </p:txBody>
      </p:sp>
      <p:sp>
        <p:nvSpPr>
          <p:cNvPr id="193562" name="AutoShape 26"/>
          <p:cNvSpPr/>
          <p:nvPr/>
        </p:nvSpPr>
        <p:spPr bwMode="auto">
          <a:xfrm>
            <a:off x="5667375" y="5734050"/>
            <a:ext cx="1655763" cy="431800"/>
          </a:xfrm>
          <a:prstGeom prst="flowChartTerminator">
            <a:avLst/>
          </a:prstGeom>
          <a:noFill/>
          <a:ln w="38100">
            <a:solidFill>
              <a:schemeClr val="tx1"/>
            </a:solidFill>
            <a:miter lim="800000"/>
            <a:headEnd type="none" w="sm" len="sm"/>
            <a:tailEnd type="none" w="sm" len="sm"/>
          </a:ln>
          <a:effectLst/>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pitchFamily="18" charset="0"/>
              </a:rPr>
              <a:t>结束</a:t>
            </a:r>
            <a:endParaRPr lang="zh-CN" altLang="en-US" sz="2400">
              <a:effectLst>
                <a:outerShdw blurRad="38100" dist="38100" dir="2700000" algn="tl">
                  <a:srgbClr val="C0C0C0"/>
                </a:outerShdw>
              </a:effectLst>
              <a:latin typeface="Times New Roman" pitchFamily="18" charset="0"/>
            </a:endParaRPr>
          </a:p>
        </p:txBody>
      </p:sp>
      <p:cxnSp>
        <p:nvCxnSpPr>
          <p:cNvPr id="193565" name="AutoShape 29"/>
          <p:cNvCxnSpPr>
            <a:cxnSpLocks xmlns:a14="http://schemas.microsoft.com/office/drawing/2010/main" noChangeShapeType="1"/>
            <a:stCxn id="193561" idx="2"/>
            <a:endCxn id="193579" idx="1"/>
          </p:cNvCxnSpPr>
          <p:nvPr/>
        </p:nvCxnSpPr>
        <p:spPr bwMode="auto">
          <a:xfrm flipH="1">
            <a:off x="6515100" y="2152650"/>
            <a:ext cx="1588" cy="263525"/>
          </a:xfrm>
          <a:prstGeom prst="straightConnector1">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cxnSp>
      <p:cxnSp>
        <p:nvCxnSpPr>
          <p:cNvPr id="193568" name="AutoShape 32"/>
          <p:cNvCxnSpPr>
            <a:cxnSpLocks xmlns:a14="http://schemas.microsoft.com/office/drawing/2010/main" noChangeShapeType="1"/>
            <a:stCxn id="193569" idx="2"/>
            <a:endCxn id="193575" idx="1"/>
          </p:cNvCxnSpPr>
          <p:nvPr/>
        </p:nvCxnSpPr>
        <p:spPr bwMode="auto">
          <a:xfrm flipH="1">
            <a:off x="6507163" y="3800475"/>
            <a:ext cx="9525" cy="265113"/>
          </a:xfrm>
          <a:prstGeom prst="straightConnector1">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cxnSp>
      <p:sp>
        <p:nvSpPr>
          <p:cNvPr id="193569" name="AutoShape 33"/>
          <p:cNvSpPr/>
          <p:nvPr/>
        </p:nvSpPr>
        <p:spPr bwMode="auto">
          <a:xfrm>
            <a:off x="5148263" y="3171825"/>
            <a:ext cx="2736850" cy="609600"/>
          </a:xfrm>
          <a:prstGeom prst="flowChartDecision">
            <a:avLst/>
          </a:prstGeom>
          <a:noFill/>
          <a:ln w="38100" algn="ctr">
            <a:solidFill>
              <a:schemeClr val="tx1"/>
            </a:solidFill>
            <a:miter lim="800000"/>
          </a:ln>
          <a:effectLst/>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pitchFamily="18" charset="0"/>
              </a:rPr>
              <a:t>猜得对吗？</a:t>
            </a:r>
            <a:endParaRPr lang="en-US" altLang="zh-CN" sz="2400">
              <a:effectLst>
                <a:outerShdw blurRad="38100" dist="38100" dir="2700000" algn="tl">
                  <a:srgbClr val="C0C0C0"/>
                </a:outerShdw>
              </a:effectLst>
              <a:latin typeface="Times New Roman" pitchFamily="18" charset="0"/>
            </a:endParaRPr>
          </a:p>
        </p:txBody>
      </p:sp>
      <p:sp>
        <p:nvSpPr>
          <p:cNvPr id="193570" name="Text Box 34"/>
          <p:cNvSpPr txBox="1"/>
          <p:nvPr/>
        </p:nvSpPr>
        <p:spPr bwMode="auto">
          <a:xfrm>
            <a:off x="6011863" y="3692525"/>
            <a:ext cx="404812" cy="457200"/>
          </a:xfrm>
          <a:prstGeom prst="rect">
            <a:avLst/>
          </a:prstGeom>
          <a:noFill/>
          <a:ln w="38100" algn="ctr">
            <a:noFill/>
            <a:miter lim="800000"/>
          </a:ln>
          <a:effectLst/>
        </p:spPr>
        <p:txBody>
          <a:bodyPr wrap="none">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en-US" altLang="zh-CN" sz="2400">
                <a:effectLst>
                  <a:outerShdw blurRad="38100" dist="38100" dir="2700000" algn="tl">
                    <a:srgbClr val="C0C0C0"/>
                  </a:outerShdw>
                </a:effectLst>
                <a:latin typeface="Times New Roman" pitchFamily="18" charset="0"/>
              </a:rPr>
              <a:t>N</a:t>
            </a:r>
            <a:endParaRPr lang="en-US" altLang="zh-CN" sz="2400">
              <a:effectLst>
                <a:outerShdw blurRad="38100" dist="38100" dir="2700000" algn="tl">
                  <a:srgbClr val="C0C0C0"/>
                </a:outerShdw>
              </a:effectLst>
              <a:latin typeface="Times New Roman" pitchFamily="18" charset="0"/>
            </a:endParaRPr>
          </a:p>
        </p:txBody>
      </p:sp>
      <p:sp>
        <p:nvSpPr>
          <p:cNvPr id="193572" name="Text Box 36"/>
          <p:cNvSpPr txBox="1"/>
          <p:nvPr/>
        </p:nvSpPr>
        <p:spPr bwMode="auto">
          <a:xfrm>
            <a:off x="4787900" y="2971800"/>
            <a:ext cx="404813" cy="457200"/>
          </a:xfrm>
          <a:prstGeom prst="rect">
            <a:avLst/>
          </a:prstGeom>
          <a:noFill/>
          <a:ln w="38100" algn="ctr">
            <a:noFill/>
            <a:miter lim="800000"/>
          </a:ln>
          <a:effectLst/>
        </p:spPr>
        <p:txBody>
          <a:bodyPr wrap="none">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en-US" altLang="zh-CN" sz="2400">
                <a:effectLst>
                  <a:outerShdw blurRad="38100" dist="38100" dir="2700000" algn="tl">
                    <a:srgbClr val="C0C0C0"/>
                  </a:outerShdw>
                </a:effectLst>
                <a:latin typeface="Times New Roman" pitchFamily="18" charset="0"/>
              </a:rPr>
              <a:t>Y</a:t>
            </a:r>
            <a:endParaRPr lang="en-US" altLang="zh-CN" sz="2400">
              <a:effectLst>
                <a:outerShdw blurRad="38100" dist="38100" dir="2700000" algn="tl">
                  <a:srgbClr val="C0C0C0"/>
                </a:outerShdw>
              </a:effectLst>
              <a:latin typeface="Times New Roman" pitchFamily="18" charset="0"/>
            </a:endParaRPr>
          </a:p>
        </p:txBody>
      </p:sp>
      <p:sp>
        <p:nvSpPr>
          <p:cNvPr id="193575" name="AutoShape 39"/>
          <p:cNvSpPr/>
          <p:nvPr/>
        </p:nvSpPr>
        <p:spPr bwMode="auto">
          <a:xfrm>
            <a:off x="5524500" y="4084638"/>
            <a:ext cx="1965325" cy="433387"/>
          </a:xfrm>
          <a:prstGeom prst="flowChartInputOutput">
            <a:avLst/>
          </a:prstGeom>
          <a:noFill/>
          <a:ln w="38100" algn="ctr">
            <a:solidFill>
              <a:schemeClr val="tx1"/>
            </a:solidFill>
            <a:miter lim="800000"/>
          </a:ln>
          <a:effectLst/>
        </p:spPr>
        <p:txBody>
          <a:bodyPr wrap="none" anchor="ctr"/>
          <a:lstStyle/>
          <a:p>
            <a:pPr algn="ctr">
              <a:lnSpc>
                <a:spcPct val="100000"/>
              </a:lnSpc>
              <a:spcBef>
                <a:spcPct val="0"/>
              </a:spcBef>
              <a:buClrTx/>
              <a:buSzTx/>
              <a:buFontTx/>
              <a:buNone/>
              <a:defRPr/>
            </a:pPr>
            <a:r>
              <a:rPr lang="zh-CN" altLang="en-US" sz="2400">
                <a:effectLst>
                  <a:outerShdw blurRad="38100" dist="38100" dir="2700000" algn="tl">
                    <a:srgbClr val="C0C0C0"/>
                  </a:outerShdw>
                </a:effectLst>
                <a:latin typeface="Times New Roman" pitchFamily="18" charset="0"/>
                <a:ea typeface="宋体" charset="-122"/>
              </a:rPr>
              <a:t>提示大小</a:t>
            </a:r>
            <a:endParaRPr lang="en-US" altLang="zh-CN" sz="2400">
              <a:effectLst>
                <a:outerShdw blurRad="38100" dist="38100" dir="2700000" algn="tl">
                  <a:srgbClr val="C0C0C0"/>
                </a:outerShdw>
              </a:effectLst>
              <a:latin typeface="Times New Roman" pitchFamily="18" charset="0"/>
              <a:ea typeface="宋体" charset="-122"/>
            </a:endParaRPr>
          </a:p>
        </p:txBody>
      </p:sp>
      <p:sp>
        <p:nvSpPr>
          <p:cNvPr id="193576" name="AutoShape 40"/>
          <p:cNvSpPr/>
          <p:nvPr/>
        </p:nvSpPr>
        <p:spPr bwMode="auto">
          <a:xfrm>
            <a:off x="5132388" y="4821238"/>
            <a:ext cx="2736850" cy="609600"/>
          </a:xfrm>
          <a:prstGeom prst="flowChartDecision">
            <a:avLst/>
          </a:prstGeom>
          <a:noFill/>
          <a:ln w="38100" algn="ctr">
            <a:solidFill>
              <a:schemeClr val="tx1"/>
            </a:solidFill>
            <a:miter lim="800000"/>
          </a:ln>
          <a:effectLst/>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pitchFamily="18" charset="0"/>
              </a:rPr>
              <a:t>次数</a:t>
            </a:r>
            <a:r>
              <a:rPr lang="en-US" altLang="zh-CN" sz="2400">
                <a:effectLst>
                  <a:outerShdw blurRad="38100" dist="38100" dir="2700000" algn="tl">
                    <a:srgbClr val="C0C0C0"/>
                  </a:outerShdw>
                </a:effectLst>
                <a:latin typeface="Times New Roman" pitchFamily="18" charset="0"/>
              </a:rPr>
              <a:t>&lt;7</a:t>
            </a:r>
            <a:r>
              <a:rPr lang="zh-CN" altLang="en-US" sz="2400">
                <a:effectLst>
                  <a:outerShdw blurRad="38100" dist="38100" dir="2700000" algn="tl">
                    <a:srgbClr val="C0C0C0"/>
                  </a:outerShdw>
                </a:effectLst>
                <a:latin typeface="Times New Roman" pitchFamily="18" charset="0"/>
              </a:rPr>
              <a:t>？</a:t>
            </a:r>
            <a:endParaRPr lang="en-US" altLang="zh-CN" sz="2400">
              <a:effectLst>
                <a:outerShdw blurRad="38100" dist="38100" dir="2700000" algn="tl">
                  <a:srgbClr val="C0C0C0"/>
                </a:outerShdw>
              </a:effectLst>
              <a:latin typeface="Times New Roman" pitchFamily="18" charset="0"/>
            </a:endParaRPr>
          </a:p>
        </p:txBody>
      </p:sp>
      <p:cxnSp>
        <p:nvCxnSpPr>
          <p:cNvPr id="193577" name="AutoShape 41"/>
          <p:cNvCxnSpPr>
            <a:cxnSpLocks xmlns:a14="http://schemas.microsoft.com/office/drawing/2010/main" noChangeShapeType="1"/>
            <a:stCxn id="193575" idx="4"/>
            <a:endCxn id="193576" idx="0"/>
          </p:cNvCxnSpPr>
          <p:nvPr/>
        </p:nvCxnSpPr>
        <p:spPr bwMode="auto">
          <a:xfrm flipH="1">
            <a:off x="6500813" y="4537075"/>
            <a:ext cx="6350" cy="265113"/>
          </a:xfrm>
          <a:prstGeom prst="straightConnector1">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cxnSp>
      <p:sp>
        <p:nvSpPr>
          <p:cNvPr id="193579" name="AutoShape 43"/>
          <p:cNvSpPr/>
          <p:nvPr/>
        </p:nvSpPr>
        <p:spPr bwMode="auto">
          <a:xfrm>
            <a:off x="5532438" y="2435225"/>
            <a:ext cx="1965325" cy="433388"/>
          </a:xfrm>
          <a:prstGeom prst="flowChartInputOutput">
            <a:avLst/>
          </a:prstGeom>
          <a:noFill/>
          <a:ln w="38100" algn="ctr">
            <a:solidFill>
              <a:schemeClr val="tx1"/>
            </a:solidFill>
            <a:miter lim="800000"/>
          </a:ln>
          <a:effectLst/>
        </p:spPr>
        <p:txBody>
          <a:bodyPr wrap="none" anchor="ct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pitchFamily="18" charset="0"/>
              </a:rPr>
              <a:t>输入数字</a:t>
            </a:r>
            <a:endParaRPr lang="zh-CN" altLang="en-US" sz="2400">
              <a:effectLst>
                <a:outerShdw blurRad="38100" dist="38100" dir="2700000" algn="tl">
                  <a:srgbClr val="C0C0C0"/>
                </a:outerShdw>
              </a:effectLst>
              <a:latin typeface="Times New Roman" pitchFamily="18" charset="0"/>
            </a:endParaRPr>
          </a:p>
        </p:txBody>
      </p:sp>
      <p:cxnSp>
        <p:nvCxnSpPr>
          <p:cNvPr id="193580" name="AutoShape 44"/>
          <p:cNvCxnSpPr>
            <a:cxnSpLocks xmlns:a14="http://schemas.microsoft.com/office/drawing/2010/main" noChangeShapeType="1"/>
            <a:stCxn id="193579" idx="4"/>
            <a:endCxn id="193569" idx="0"/>
          </p:cNvCxnSpPr>
          <p:nvPr/>
        </p:nvCxnSpPr>
        <p:spPr bwMode="auto">
          <a:xfrm>
            <a:off x="6515100" y="2887663"/>
            <a:ext cx="1588" cy="265112"/>
          </a:xfrm>
          <a:prstGeom prst="straightConnector1">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cxnSp>
      <p:cxnSp>
        <p:nvCxnSpPr>
          <p:cNvPr id="193581" name="AutoShape 45"/>
          <p:cNvCxnSpPr>
            <a:cxnSpLocks xmlns:a14="http://schemas.microsoft.com/office/drawing/2010/main" noChangeShapeType="1"/>
            <a:stCxn id="193576" idx="2"/>
            <a:endCxn id="193562" idx="0"/>
          </p:cNvCxnSpPr>
          <p:nvPr/>
        </p:nvCxnSpPr>
        <p:spPr bwMode="auto">
          <a:xfrm flipH="1">
            <a:off x="6496050" y="5449888"/>
            <a:ext cx="4763" cy="265112"/>
          </a:xfrm>
          <a:prstGeom prst="straightConnector1">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cxnSp>
      <p:cxnSp>
        <p:nvCxnSpPr>
          <p:cNvPr id="193582" name="AutoShape 46"/>
          <p:cNvCxnSpPr>
            <a:cxnSpLocks xmlns:a14="http://schemas.microsoft.com/office/drawing/2010/main" noChangeShapeType="1"/>
            <a:stCxn id="193569" idx="1"/>
            <a:endCxn id="193583" idx="0"/>
          </p:cNvCxnSpPr>
          <p:nvPr/>
        </p:nvCxnSpPr>
        <p:spPr bwMode="auto">
          <a:xfrm rot="10800000" flipV="1">
            <a:off x="4860925" y="3476625"/>
            <a:ext cx="268288" cy="2070100"/>
          </a:xfrm>
          <a:prstGeom prst="bentConnector2">
            <a:avLst/>
          </a:prstGeom>
          <a:noFill/>
          <a:ln w="38100">
            <a:solidFill>
              <a:schemeClr val="tx1"/>
            </a:solidFill>
            <a:miter lim="800000"/>
          </a:ln>
          <a:extLst>
            <a:ext uri="{909E8E84-426E-40DD-AFC4-6F175D3DCCD1}">
              <a14:hiddenFill xmlns:a14="http://schemas.microsoft.com/office/drawing/2010/main">
                <a:noFill/>
              </a14:hiddenFill>
            </a:ext>
          </a:extLst>
        </p:spPr>
      </p:cxnSp>
      <p:sp>
        <p:nvSpPr>
          <p:cNvPr id="193583" name="Line 47"/>
          <p:cNvSpPr/>
          <p:nvPr/>
        </p:nvSpPr>
        <p:spPr bwMode="auto">
          <a:xfrm>
            <a:off x="4860925" y="5565775"/>
            <a:ext cx="1511300" cy="0"/>
          </a:xfrm>
          <a:prstGeom prst="line">
            <a:avLst/>
          </a:prstGeom>
          <a:noFill/>
          <a:ln w="38100">
            <a:solidFill>
              <a:schemeClr val="tx1"/>
            </a:solidFill>
            <a:round/>
            <a:tailEnd type="triangle" w="med" len="med"/>
          </a:ln>
          <a:effectLst/>
        </p:spPr>
        <p:txBody>
          <a:bodyPr wrap="none" anchor="ctr"/>
          <a:lstStyle/>
          <a:p>
            <a:pPr algn="ctr">
              <a:lnSpc>
                <a:spcPct val="100000"/>
              </a:lnSpc>
              <a:spcBef>
                <a:spcPct val="0"/>
              </a:spcBef>
              <a:buClrTx/>
              <a:buSzTx/>
              <a:buFontTx/>
              <a:buNone/>
              <a:defRPr/>
            </a:pPr>
            <a:endParaRPr lang="zh-CN" altLang="en-US" sz="2400">
              <a:effectLst>
                <a:outerShdw blurRad="38100" dist="38100" dir="2700000" algn="tl">
                  <a:srgbClr val="000000">
                    <a:alpha val="43137"/>
                  </a:srgbClr>
                </a:outerShdw>
              </a:effectLst>
              <a:latin typeface="Times New Roman" pitchFamily="18" charset="0"/>
              <a:ea typeface="宋体" charset="-122"/>
            </a:endParaRPr>
          </a:p>
        </p:txBody>
      </p:sp>
      <p:sp>
        <p:nvSpPr>
          <p:cNvPr id="193584" name="Text Box 48"/>
          <p:cNvSpPr txBox="1"/>
          <p:nvPr/>
        </p:nvSpPr>
        <p:spPr bwMode="auto">
          <a:xfrm>
            <a:off x="6516688" y="5300663"/>
            <a:ext cx="404812" cy="457200"/>
          </a:xfrm>
          <a:prstGeom prst="rect">
            <a:avLst/>
          </a:prstGeom>
          <a:noFill/>
          <a:ln w="38100" algn="ctr">
            <a:noFill/>
            <a:miter lim="800000"/>
          </a:ln>
          <a:effectLst/>
        </p:spPr>
        <p:txBody>
          <a:bodyPr wrap="none">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en-US" altLang="zh-CN" sz="2400">
                <a:effectLst>
                  <a:outerShdw blurRad="38100" dist="38100" dir="2700000" algn="tl">
                    <a:srgbClr val="C0C0C0"/>
                  </a:outerShdw>
                </a:effectLst>
                <a:latin typeface="Times New Roman" pitchFamily="18" charset="0"/>
              </a:rPr>
              <a:t>N</a:t>
            </a:r>
            <a:endParaRPr lang="en-US" altLang="zh-CN" sz="2400">
              <a:effectLst>
                <a:outerShdw blurRad="38100" dist="38100" dir="2700000" algn="tl">
                  <a:srgbClr val="C0C0C0"/>
                </a:outerShdw>
              </a:effectLst>
              <a:latin typeface="Times New Roman" pitchFamily="18" charset="0"/>
            </a:endParaRPr>
          </a:p>
        </p:txBody>
      </p:sp>
      <p:cxnSp>
        <p:nvCxnSpPr>
          <p:cNvPr id="193585" name="AutoShape 49"/>
          <p:cNvCxnSpPr>
            <a:cxnSpLocks xmlns:a14="http://schemas.microsoft.com/office/drawing/2010/main" noChangeShapeType="1"/>
            <a:stCxn id="193576" idx="3"/>
            <a:endCxn id="193586" idx="0"/>
          </p:cNvCxnSpPr>
          <p:nvPr/>
        </p:nvCxnSpPr>
        <p:spPr bwMode="auto">
          <a:xfrm flipV="1">
            <a:off x="7888288" y="2257425"/>
            <a:ext cx="430212" cy="2868613"/>
          </a:xfrm>
          <a:prstGeom prst="bentConnector4">
            <a:avLst>
              <a:gd name="adj1" fmla="val 100000"/>
              <a:gd name="adj2" fmla="val 18593"/>
            </a:avLst>
          </a:prstGeom>
          <a:noFill/>
          <a:ln w="38100">
            <a:solidFill>
              <a:schemeClr val="tx1"/>
            </a:solidFill>
            <a:miter lim="800000"/>
          </a:ln>
          <a:extLst>
            <a:ext uri="{909E8E84-426E-40DD-AFC4-6F175D3DCCD1}">
              <a14:hiddenFill xmlns:a14="http://schemas.microsoft.com/office/drawing/2010/main">
                <a:noFill/>
              </a14:hiddenFill>
            </a:ext>
          </a:extLst>
        </p:spPr>
      </p:cxnSp>
      <p:sp>
        <p:nvSpPr>
          <p:cNvPr id="193586" name="Line 50"/>
          <p:cNvSpPr/>
          <p:nvPr/>
        </p:nvSpPr>
        <p:spPr bwMode="auto">
          <a:xfrm flipH="1">
            <a:off x="6588125" y="2276475"/>
            <a:ext cx="1728788" cy="0"/>
          </a:xfrm>
          <a:prstGeom prst="line">
            <a:avLst/>
          </a:prstGeom>
          <a:noFill/>
          <a:ln w="38100">
            <a:solidFill>
              <a:schemeClr val="tx1"/>
            </a:solidFill>
            <a:round/>
            <a:tailEnd type="triangle" w="med" len="med"/>
          </a:ln>
          <a:effectLst/>
        </p:spPr>
        <p:txBody>
          <a:bodyPr wrap="none" anchor="ctr"/>
          <a:lstStyle/>
          <a:p>
            <a:pPr algn="ctr">
              <a:lnSpc>
                <a:spcPct val="100000"/>
              </a:lnSpc>
              <a:spcBef>
                <a:spcPct val="0"/>
              </a:spcBef>
              <a:buClrTx/>
              <a:buSzTx/>
              <a:buFontTx/>
              <a:buNone/>
              <a:defRPr/>
            </a:pPr>
            <a:endParaRPr lang="zh-CN" altLang="en-US" sz="2400">
              <a:effectLst>
                <a:outerShdw blurRad="38100" dist="38100" dir="2700000" algn="tl">
                  <a:srgbClr val="000000">
                    <a:alpha val="43137"/>
                  </a:srgbClr>
                </a:outerShdw>
              </a:effectLst>
              <a:latin typeface="Times New Roman" pitchFamily="18" charset="0"/>
              <a:ea typeface="宋体" charset="-122"/>
            </a:endParaRPr>
          </a:p>
        </p:txBody>
      </p:sp>
      <p:sp>
        <p:nvSpPr>
          <p:cNvPr id="193587" name="Text Box 51"/>
          <p:cNvSpPr txBox="1"/>
          <p:nvPr/>
        </p:nvSpPr>
        <p:spPr bwMode="auto">
          <a:xfrm>
            <a:off x="7839075" y="4700588"/>
            <a:ext cx="404813" cy="457200"/>
          </a:xfrm>
          <a:prstGeom prst="rect">
            <a:avLst/>
          </a:prstGeom>
          <a:noFill/>
          <a:ln w="38100" algn="ctr">
            <a:noFill/>
            <a:miter lim="800000"/>
          </a:ln>
          <a:effectLst/>
        </p:spPr>
        <p:txBody>
          <a:bodyPr wrap="none">
            <a:spAutoFit/>
          </a:bodyPr>
          <a:lstStyle>
            <a:lvl1pPr>
              <a:defRPr sz="2000" b="1">
                <a:solidFill>
                  <a:schemeClr val="tx1"/>
                </a:solidFill>
                <a:latin typeface="Courier New" charset="0"/>
                <a:ea typeface="宋体" charset="-122"/>
              </a:defRPr>
            </a:lvl1pPr>
            <a:lvl2pPr marL="742950" indent="-285750">
              <a:defRPr sz="2000" b="1">
                <a:solidFill>
                  <a:schemeClr val="tx1"/>
                </a:solidFill>
                <a:latin typeface="Courier New" charset="0"/>
                <a:ea typeface="宋体" charset="-122"/>
              </a:defRPr>
            </a:lvl2pPr>
            <a:lvl3pPr marL="1143000" indent="-228600">
              <a:defRPr sz="2000" b="1">
                <a:solidFill>
                  <a:schemeClr val="tx1"/>
                </a:solidFill>
                <a:latin typeface="Courier New" charset="0"/>
                <a:ea typeface="宋体" charset="-122"/>
              </a:defRPr>
            </a:lvl3pPr>
            <a:lvl4pPr marL="1600200" indent="-228600">
              <a:defRPr sz="2000" b="1">
                <a:solidFill>
                  <a:schemeClr val="tx1"/>
                </a:solidFill>
                <a:latin typeface="Courier New" charset="0"/>
                <a:ea typeface="宋体" charset="-122"/>
              </a:defRPr>
            </a:lvl4pPr>
            <a:lvl5pPr marL="2057400" indent="-228600">
              <a:defRPr sz="2000" b="1">
                <a:solidFill>
                  <a:schemeClr val="tx1"/>
                </a:solidFill>
                <a:latin typeface="Courier New" charset="0"/>
                <a:ea typeface="宋体" charset="-122"/>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122"/>
              </a:defRPr>
            </a:lvl9pPr>
          </a:lstStyle>
          <a:p>
            <a:pPr algn="ctr">
              <a:lnSpc>
                <a:spcPct val="100000"/>
              </a:lnSpc>
              <a:spcBef>
                <a:spcPct val="0"/>
              </a:spcBef>
              <a:buClrTx/>
              <a:buSzTx/>
              <a:buFontTx/>
              <a:buNone/>
            </a:pPr>
            <a:r>
              <a:rPr lang="en-US" altLang="zh-CN" sz="2400">
                <a:effectLst>
                  <a:outerShdw blurRad="38100" dist="38100" dir="2700000" algn="tl">
                    <a:srgbClr val="C0C0C0"/>
                  </a:outerShdw>
                </a:effectLst>
                <a:latin typeface="Times New Roman" pitchFamily="18" charset="0"/>
              </a:rPr>
              <a:t>Y</a:t>
            </a:r>
            <a:endParaRPr lang="en-US" altLang="zh-CN" sz="2400">
              <a:effectLst>
                <a:outerShdw blurRad="38100" dist="38100" dir="2700000" algn="tl">
                  <a:srgbClr val="C0C0C0"/>
                </a:outerShdw>
              </a:effectLst>
              <a:latin typeface="Times New Roman" pitchFamily="18" charset="0"/>
            </a:endParaRPr>
          </a:p>
        </p:txBody>
      </p:sp>
      <p:sp>
        <p:nvSpPr>
          <p:cNvPr id="384035" name="AutoShape 35"/>
          <p:cNvSpPr/>
          <p:nvPr/>
        </p:nvSpPr>
        <p:spPr bwMode="auto">
          <a:xfrm>
            <a:off x="4572000" y="1196975"/>
            <a:ext cx="4032250" cy="5256213"/>
          </a:xfrm>
          <a:prstGeom prst="wedgeRoundRectCallout">
            <a:avLst>
              <a:gd name="adj1" fmla="val -87125"/>
              <a:gd name="adj2" fmla="val -1074"/>
              <a:gd name="adj3" fmla="val 16667"/>
            </a:avLst>
          </a:prstGeom>
          <a:noFill/>
          <a:ln w="25400" algn="ctr">
            <a:solidFill>
              <a:schemeClr val="accent2"/>
            </a:solidFill>
            <a:miter lim="800000"/>
          </a:ln>
          <a:effectLst/>
        </p:spPr>
        <p:txBody>
          <a:bodyPr lIns="92075" tIns="46037" rIns="92075" bIns="46037"/>
          <a:lstStyle/>
          <a:p>
            <a:pPr marL="374650" indent="-374650" algn="ctr">
              <a:defRPr/>
            </a:pPr>
            <a:endParaRPr lang="zh-CN" altLang="en-US">
              <a:effectLst>
                <a:outerShdw blurRad="38100" dist="38100" dir="2700000" algn="tl">
                  <a:srgbClr val="C0C0C0"/>
                </a:outerShdw>
              </a:effectLst>
              <a:latin typeface="Courier New" charset="0"/>
              <a:ea typeface="宋体" charset="-122"/>
            </a:endParaRPr>
          </a:p>
        </p:txBody>
      </p:sp>
      <p:sp>
        <p:nvSpPr>
          <p:cNvPr id="2" name="日期占位符 1"/>
          <p:cNvSpPr/>
          <p:nvPr>
            <p:ph type="dt" sz="half" idx="10"/>
          </p:nvPr>
        </p:nvSpPr>
        <p:spPr/>
        <p:txBody>
          <a:bodyPr/>
          <a:lstStyle/>
          <a:p>
            <a:fld id="{CBABFB66-16E6-C646-91CB-6DE6EACA193F}" type="datetime1">
              <a:rPr lang="zh-CN" altLang="en-US" smtClean="0"/>
            </a:fld>
            <a:endParaRPr lang="en-US"/>
          </a:p>
        </p:txBody>
      </p:sp>
      <p:sp>
        <p:nvSpPr>
          <p:cNvPr id="3" name="幻灯片编号占位符 2"/>
          <p:cNvSpPr/>
          <p:nvPr>
            <p:ph type="sldNum" sz="quarter" idx="12"/>
          </p:nvPr>
        </p:nvSpPr>
        <p:spPr/>
        <p:txBody>
          <a:bodyPr/>
          <a:lstStyle/>
          <a:p>
            <a:fld id="{4FAB73BC-B049-4115-A692-8D63A059BFB8}" type="slidenum">
              <a:rPr lang="en-US" smtClean="0"/>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2754" name="Rectangle 2"/>
          <p:cNvSpPr/>
          <p:nvPr>
            <p:ph type="title"/>
          </p:nvPr>
        </p:nvSpPr>
        <p:spPr>
          <a:xfrm>
            <a:off x="685800" y="484632"/>
            <a:ext cx="7772400" cy="640112"/>
          </a:xfrm>
        </p:spPr>
        <p:txBody>
          <a:bodyPr>
            <a:normAutofit fontScale="90000"/>
          </a:bodyPr>
          <a:lstStyle/>
          <a:p>
            <a:r>
              <a:rPr lang="zh-CN" altLang="en-US"/>
              <a:t>模块化程序设计方法</a:t>
            </a:r>
            <a:endParaRPr lang="zh-CN" altLang="en-US"/>
          </a:p>
        </p:txBody>
      </p:sp>
      <p:sp>
        <p:nvSpPr>
          <p:cNvPr id="202755" name="Rectangle 3"/>
          <p:cNvSpPr/>
          <p:nvPr>
            <p:ph idx="1"/>
          </p:nvPr>
        </p:nvSpPr>
        <p:spPr>
          <a:xfrm>
            <a:off x="395288" y="1341438"/>
            <a:ext cx="8424862" cy="4967287"/>
          </a:xfrm>
        </p:spPr>
        <p:txBody>
          <a:bodyPr/>
          <a:lstStyle/>
          <a:p>
            <a:pPr>
              <a:lnSpc>
                <a:spcPct val="100000"/>
              </a:lnSpc>
            </a:pPr>
            <a:r>
              <a:rPr lang="zh-CN" altLang="en-US" sz="2400">
                <a:ea typeface="宋体" charset="-122"/>
              </a:rPr>
              <a:t>功能分解</a:t>
            </a:r>
            <a:endParaRPr lang="zh-CN" altLang="en-US" sz="2400">
              <a:ea typeface="宋体" charset="-122"/>
            </a:endParaRPr>
          </a:p>
          <a:p>
            <a:pPr lvl="1">
              <a:lnSpc>
                <a:spcPct val="100000"/>
              </a:lnSpc>
            </a:pPr>
            <a:r>
              <a:rPr lang="zh-CN" altLang="en-US" sz="2000">
                <a:ea typeface="宋体" charset="-122"/>
              </a:rPr>
              <a:t>自顶向下、逐步求精的过程</a:t>
            </a:r>
            <a:endParaRPr lang="zh-CN" altLang="en-US" sz="2000">
              <a:ea typeface="宋体" charset="-122"/>
            </a:endParaRPr>
          </a:p>
          <a:p>
            <a:pPr>
              <a:lnSpc>
                <a:spcPct val="100000"/>
              </a:lnSpc>
            </a:pPr>
            <a:r>
              <a:rPr lang="zh-CN" altLang="en-US" sz="2400">
                <a:ea typeface="宋体" charset="-122"/>
              </a:rPr>
              <a:t>模块分解的原则</a:t>
            </a:r>
            <a:endParaRPr lang="zh-CN" altLang="en-US" sz="2400">
              <a:ea typeface="宋体" charset="-122"/>
            </a:endParaRPr>
          </a:p>
          <a:p>
            <a:pPr lvl="1">
              <a:lnSpc>
                <a:spcPct val="100000"/>
              </a:lnSpc>
            </a:pPr>
            <a:r>
              <a:rPr lang="zh-CN" altLang="en-US" sz="2000">
                <a:ea typeface="宋体" charset="-122"/>
              </a:rPr>
              <a:t>保证模块的相对独立性</a:t>
            </a:r>
            <a:endParaRPr lang="zh-CN" altLang="en-US" sz="2000">
              <a:ea typeface="宋体" charset="-122"/>
            </a:endParaRPr>
          </a:p>
          <a:p>
            <a:pPr lvl="2">
              <a:lnSpc>
                <a:spcPct val="100000"/>
              </a:lnSpc>
            </a:pPr>
            <a:r>
              <a:rPr lang="zh-CN" altLang="en-US" sz="1800">
                <a:ea typeface="宋体" charset="-122"/>
              </a:rPr>
              <a:t>高聚合、低耦合</a:t>
            </a:r>
            <a:endParaRPr lang="zh-CN" altLang="en-US" sz="1800">
              <a:ea typeface="宋体" charset="-122"/>
            </a:endParaRPr>
          </a:p>
          <a:p>
            <a:pPr lvl="1">
              <a:lnSpc>
                <a:spcPct val="100000"/>
              </a:lnSpc>
            </a:pPr>
            <a:r>
              <a:rPr lang="zh-CN" altLang="en-US" sz="2000">
                <a:ea typeface="宋体" charset="-122"/>
              </a:rPr>
              <a:t>模块的实现细节对外不可见</a:t>
            </a:r>
            <a:endParaRPr lang="zh-CN" altLang="en-US" sz="2000">
              <a:ea typeface="宋体" charset="-122"/>
            </a:endParaRPr>
          </a:p>
          <a:p>
            <a:pPr lvl="2">
              <a:lnSpc>
                <a:spcPct val="100000"/>
              </a:lnSpc>
            </a:pPr>
            <a:r>
              <a:rPr lang="zh-CN" altLang="en-US" sz="1800">
                <a:ea typeface="宋体" charset="-122"/>
              </a:rPr>
              <a:t>外部：关心做什么</a:t>
            </a:r>
            <a:endParaRPr lang="zh-CN" altLang="en-US" sz="1800">
              <a:ea typeface="宋体" charset="-122"/>
            </a:endParaRPr>
          </a:p>
          <a:p>
            <a:pPr lvl="2">
              <a:lnSpc>
                <a:spcPct val="100000"/>
              </a:lnSpc>
            </a:pPr>
            <a:r>
              <a:rPr lang="zh-CN" altLang="en-US" sz="1800">
                <a:ea typeface="宋体" charset="-122"/>
              </a:rPr>
              <a:t>内部：关心怎么做</a:t>
            </a:r>
            <a:endParaRPr lang="zh-CN" altLang="en-US" sz="1800">
              <a:ea typeface="宋体" charset="-122"/>
            </a:endParaRPr>
          </a:p>
          <a:p>
            <a:pPr>
              <a:lnSpc>
                <a:spcPct val="100000"/>
              </a:lnSpc>
            </a:pPr>
            <a:r>
              <a:rPr lang="zh-CN" altLang="en-US" sz="2400">
                <a:ea typeface="宋体" charset="-122"/>
              </a:rPr>
              <a:t>设计好模块接口</a:t>
            </a:r>
            <a:endParaRPr lang="zh-CN" altLang="en-US" sz="2400">
              <a:ea typeface="宋体" charset="-122"/>
            </a:endParaRPr>
          </a:p>
          <a:p>
            <a:pPr lvl="1">
              <a:lnSpc>
                <a:spcPct val="100000"/>
              </a:lnSpc>
            </a:pPr>
            <a:r>
              <a:rPr lang="zh-CN" altLang="en-US" sz="2000">
                <a:ea typeface="宋体" charset="-122"/>
              </a:rPr>
              <a:t>接口是指罗列出一个模块的所有的与外部打交道的变量等  </a:t>
            </a:r>
            <a:endParaRPr lang="zh-CN" altLang="en-US" sz="2000">
              <a:ea typeface="宋体" charset="-122"/>
            </a:endParaRPr>
          </a:p>
          <a:p>
            <a:pPr lvl="1">
              <a:lnSpc>
                <a:spcPct val="100000"/>
              </a:lnSpc>
            </a:pPr>
            <a:r>
              <a:rPr lang="zh-CN" altLang="en-US" sz="2000">
                <a:ea typeface="宋体" charset="-122"/>
              </a:rPr>
              <a:t>定义好后不要轻易改动</a:t>
            </a:r>
            <a:endParaRPr lang="zh-CN" altLang="en-US" sz="2000">
              <a:ea typeface="宋体" charset="-122"/>
            </a:endParaRPr>
          </a:p>
          <a:p>
            <a:pPr lvl="1">
              <a:lnSpc>
                <a:spcPct val="100000"/>
              </a:lnSpc>
            </a:pPr>
            <a:r>
              <a:rPr lang="zh-CN" altLang="en-US" sz="2000">
                <a:ea typeface="宋体" charset="-122"/>
              </a:rPr>
              <a:t>在模块开头（文件的开头）进行函数声明</a:t>
            </a:r>
            <a:endParaRPr lang="zh-CN" altLang="en-US" sz="2000">
              <a:ea typeface="宋体" charset="-122"/>
            </a:endParaRPr>
          </a:p>
        </p:txBody>
      </p:sp>
      <p:sp>
        <p:nvSpPr>
          <p:cNvPr id="2" name="日期占位符 1"/>
          <p:cNvSpPr/>
          <p:nvPr>
            <p:ph type="dt" sz="half" idx="10"/>
          </p:nvPr>
        </p:nvSpPr>
        <p:spPr/>
        <p:txBody>
          <a:bodyPr/>
          <a:lstStyle/>
          <a:p>
            <a:fld id="{6C74C651-8459-2349-8607-7B816D20CAA0}"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4130" name="Rectangle 2"/>
          <p:cNvSpPr/>
          <p:nvPr>
            <p:ph type="title"/>
          </p:nvPr>
        </p:nvSpPr>
        <p:spPr>
          <a:xfrm>
            <a:off x="685800" y="484632"/>
            <a:ext cx="7772400" cy="672083"/>
          </a:xfrm>
        </p:spPr>
        <p:txBody>
          <a:bodyPr/>
          <a:lstStyle/>
          <a:p>
            <a:pPr marL="838200" indent="-838200"/>
            <a:r>
              <a:rPr lang="zh-CN" altLang="en-US"/>
              <a:t>函数设计的原则</a:t>
            </a:r>
            <a:endParaRPr lang="zh-CN" altLang="en-US"/>
          </a:p>
        </p:txBody>
      </p:sp>
      <p:sp>
        <p:nvSpPr>
          <p:cNvPr id="304131" name="Rectangle 3"/>
          <p:cNvSpPr/>
          <p:nvPr>
            <p:ph idx="1"/>
          </p:nvPr>
        </p:nvSpPr>
        <p:spPr>
          <a:xfrm>
            <a:off x="250825" y="1196975"/>
            <a:ext cx="8713788" cy="5400675"/>
          </a:xfrm>
        </p:spPr>
        <p:txBody>
          <a:bodyPr/>
          <a:lstStyle/>
          <a:p>
            <a:r>
              <a:rPr lang="zh-CN" altLang="en-US" dirty="0">
                <a:ea typeface="宋体" charset="-122"/>
              </a:rPr>
              <a:t>函数的功能要单一，不要设计多用途的函数 </a:t>
            </a:r>
            <a:endParaRPr lang="zh-CN" altLang="en-US" dirty="0">
              <a:ea typeface="宋体" charset="-122"/>
            </a:endParaRPr>
          </a:p>
          <a:p>
            <a:r>
              <a:rPr lang="zh-CN" altLang="en-US" dirty="0">
                <a:ea typeface="宋体" charset="-122"/>
              </a:rPr>
              <a:t>函数的规模要小，尽量控制在</a:t>
            </a:r>
            <a:r>
              <a:rPr lang="en-US" altLang="zh-CN" dirty="0">
                <a:ea typeface="宋体" charset="-122"/>
              </a:rPr>
              <a:t>50</a:t>
            </a:r>
            <a:r>
              <a:rPr lang="zh-CN" altLang="en-US" dirty="0">
                <a:ea typeface="宋体" charset="-122"/>
              </a:rPr>
              <a:t>行代码以内</a:t>
            </a:r>
            <a:endParaRPr lang="zh-CN" altLang="en-US" dirty="0">
              <a:ea typeface="宋体" charset="-122"/>
            </a:endParaRPr>
          </a:p>
          <a:p>
            <a:pPr lvl="1"/>
            <a:r>
              <a:rPr lang="en-US" altLang="zh-CN" dirty="0">
                <a:ea typeface="宋体" charset="-122"/>
              </a:rPr>
              <a:t>1986</a:t>
            </a:r>
            <a:r>
              <a:rPr lang="zh-CN" altLang="en-US" dirty="0">
                <a:ea typeface="宋体" charset="-122"/>
              </a:rPr>
              <a:t>年</a:t>
            </a:r>
            <a:r>
              <a:rPr lang="en-US" altLang="zh-CN" dirty="0">
                <a:ea typeface="宋体" charset="-122"/>
              </a:rPr>
              <a:t>IBM</a:t>
            </a:r>
            <a:r>
              <a:rPr lang="zh-CN" altLang="en-US" dirty="0">
                <a:ea typeface="宋体" charset="-122"/>
              </a:rPr>
              <a:t>在</a:t>
            </a:r>
            <a:r>
              <a:rPr lang="en-US" altLang="zh-CN" dirty="0">
                <a:ea typeface="宋体" charset="-122"/>
              </a:rPr>
              <a:t>OS/360</a:t>
            </a:r>
            <a:r>
              <a:rPr lang="zh-CN" altLang="en-US" dirty="0">
                <a:ea typeface="宋体" charset="-122"/>
              </a:rPr>
              <a:t>的研究结果：大多数有错误的函数都大于</a:t>
            </a:r>
            <a:r>
              <a:rPr lang="en-US" altLang="zh-CN" dirty="0">
                <a:ea typeface="宋体" charset="-122"/>
              </a:rPr>
              <a:t>500</a:t>
            </a:r>
            <a:r>
              <a:rPr lang="zh-CN" altLang="en-US" dirty="0">
                <a:ea typeface="宋体" charset="-122"/>
              </a:rPr>
              <a:t>行</a:t>
            </a:r>
            <a:endParaRPr lang="zh-CN" altLang="en-US" dirty="0">
              <a:ea typeface="宋体" charset="-122"/>
            </a:endParaRPr>
          </a:p>
          <a:p>
            <a:pPr lvl="1"/>
            <a:r>
              <a:rPr lang="en-US" altLang="zh-CN" dirty="0">
                <a:ea typeface="宋体" charset="-122"/>
              </a:rPr>
              <a:t>1991</a:t>
            </a:r>
            <a:r>
              <a:rPr lang="zh-CN" altLang="en-US" dirty="0">
                <a:ea typeface="宋体" charset="-122"/>
              </a:rPr>
              <a:t>年对</a:t>
            </a:r>
            <a:r>
              <a:rPr lang="en-US" altLang="zh-CN" dirty="0">
                <a:ea typeface="宋体" charset="-122"/>
              </a:rPr>
              <a:t>148,000</a:t>
            </a:r>
            <a:r>
              <a:rPr lang="zh-CN" altLang="en-US" dirty="0">
                <a:ea typeface="宋体" charset="-122"/>
              </a:rPr>
              <a:t>行代码的研究表明：小于</a:t>
            </a:r>
            <a:r>
              <a:rPr lang="en-US" altLang="zh-CN" dirty="0">
                <a:ea typeface="宋体" charset="-122"/>
              </a:rPr>
              <a:t>143</a:t>
            </a:r>
            <a:r>
              <a:rPr lang="zh-CN" altLang="en-US" dirty="0">
                <a:ea typeface="宋体" charset="-122"/>
              </a:rPr>
              <a:t>行的函数比更长的函数更容易维护</a:t>
            </a:r>
            <a:endParaRPr lang="en-US" altLang="zh-CN" dirty="0">
              <a:ea typeface="宋体" charset="-122"/>
            </a:endParaRPr>
          </a:p>
          <a:p>
            <a:r>
              <a:rPr lang="zh-CN" altLang="en-US" dirty="0">
                <a:ea typeface="宋体" charset="-122"/>
              </a:rPr>
              <a:t>参数和返回值的规则</a:t>
            </a:r>
            <a:endParaRPr lang="zh-CN" altLang="en-US" dirty="0">
              <a:ea typeface="宋体" charset="-122"/>
            </a:endParaRPr>
          </a:p>
          <a:p>
            <a:pPr lvl="1"/>
            <a:r>
              <a:rPr lang="zh-CN" altLang="en-US" dirty="0">
                <a:ea typeface="宋体" charset="-122"/>
              </a:rPr>
              <a:t>参数要书写完整，不要省略</a:t>
            </a:r>
            <a:endParaRPr lang="zh-CN" altLang="en-US" dirty="0">
              <a:ea typeface="宋体" charset="-122"/>
            </a:endParaRPr>
          </a:p>
          <a:p>
            <a:pPr lvl="1"/>
            <a:r>
              <a:rPr kumimoji="1" lang="zh-CN" altLang="en-US" dirty="0">
                <a:solidFill>
                  <a:schemeClr val="hlink"/>
                </a:solidFill>
                <a:ea typeface="宋体" charset="-122"/>
              </a:rPr>
              <a:t>对函数的入口参数进行有效性检查</a:t>
            </a:r>
            <a:endParaRPr lang="zh-CN" altLang="en-US" dirty="0">
              <a:ea typeface="宋体" charset="-122"/>
            </a:endParaRPr>
          </a:p>
          <a:p>
            <a:pPr lvl="1"/>
            <a:r>
              <a:rPr lang="zh-CN" altLang="en-US" dirty="0">
                <a:ea typeface="宋体" charset="-122"/>
              </a:rPr>
              <a:t>没有参数和返回值时，用</a:t>
            </a:r>
            <a:r>
              <a:rPr lang="en-US" altLang="zh-CN" dirty="0">
                <a:solidFill>
                  <a:schemeClr val="tx1"/>
                </a:solidFill>
                <a:latin typeface="Courier New" charset="0"/>
                <a:ea typeface="宋体" charset="-122"/>
              </a:rPr>
              <a:t>void</a:t>
            </a:r>
            <a:r>
              <a:rPr lang="zh-CN" altLang="en-US" dirty="0">
                <a:ea typeface="宋体" charset="-122"/>
              </a:rPr>
              <a:t>填充</a:t>
            </a:r>
            <a:endParaRPr lang="zh-CN" altLang="en-US" dirty="0">
              <a:ea typeface="宋体" charset="-122"/>
            </a:endParaRPr>
          </a:p>
          <a:p>
            <a:pPr lvl="1"/>
            <a:r>
              <a:rPr lang="zh-CN" altLang="en-US" dirty="0">
                <a:ea typeface="宋体" charset="-122"/>
              </a:rPr>
              <a:t>每个函数只有一个入口和一个出口，尽量不使用</a:t>
            </a:r>
            <a:r>
              <a:rPr lang="zh-CN" altLang="en-US" dirty="0">
                <a:solidFill>
                  <a:schemeClr val="tx1"/>
                </a:solidFill>
                <a:ea typeface="宋体" charset="-122"/>
              </a:rPr>
              <a:t>全局变量</a:t>
            </a:r>
            <a:endParaRPr lang="zh-CN" altLang="en-US" dirty="0">
              <a:solidFill>
                <a:schemeClr val="tx1"/>
              </a:solidFill>
              <a:ea typeface="宋体" charset="-122"/>
            </a:endParaRPr>
          </a:p>
          <a:p>
            <a:pPr lvl="1"/>
            <a:r>
              <a:rPr lang="zh-CN" altLang="en-US" dirty="0">
                <a:ea typeface="宋体" charset="-122"/>
              </a:rPr>
              <a:t>尽量少用</a:t>
            </a:r>
            <a:r>
              <a:rPr lang="zh-CN" altLang="en-US" dirty="0">
                <a:solidFill>
                  <a:schemeClr val="tx1"/>
                </a:solidFill>
                <a:ea typeface="宋体" charset="-122"/>
              </a:rPr>
              <a:t>静态局部变量</a:t>
            </a:r>
            <a:r>
              <a:rPr lang="zh-CN" altLang="en-US" dirty="0">
                <a:ea typeface="宋体" charset="-122"/>
              </a:rPr>
              <a:t>，以避免使函数具有“记忆”功能</a:t>
            </a:r>
            <a:endParaRPr lang="zh-CN" altLang="en-US" dirty="0">
              <a:ea typeface="宋体" charset="-122"/>
            </a:endParaRPr>
          </a:p>
        </p:txBody>
      </p:sp>
      <p:sp>
        <p:nvSpPr>
          <p:cNvPr id="2" name="日期占位符 1"/>
          <p:cNvSpPr/>
          <p:nvPr>
            <p:ph type="dt" sz="half" idx="10"/>
          </p:nvPr>
        </p:nvSpPr>
        <p:spPr/>
        <p:txBody>
          <a:bodyPr/>
          <a:lstStyle/>
          <a:p>
            <a:fld id="{06122DCE-2C8B-0F4B-B1B6-B1994C36F731}"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5154" name="Rectangle 2"/>
          <p:cNvSpPr/>
          <p:nvPr>
            <p:ph type="title"/>
          </p:nvPr>
        </p:nvSpPr>
        <p:spPr>
          <a:xfrm>
            <a:off x="685800" y="484632"/>
            <a:ext cx="7772400" cy="1072160"/>
          </a:xfrm>
        </p:spPr>
        <p:txBody>
          <a:bodyPr/>
          <a:lstStyle/>
          <a:p>
            <a:r>
              <a:rPr lang="zh-CN" altLang="en-US"/>
              <a:t>模块和链接 </a:t>
            </a:r>
            <a:endParaRPr lang="zh-CN" altLang="en-US"/>
          </a:p>
        </p:txBody>
      </p:sp>
      <p:sp>
        <p:nvSpPr>
          <p:cNvPr id="305155" name="Rectangle 3"/>
          <p:cNvSpPr/>
          <p:nvPr>
            <p:ph idx="1"/>
          </p:nvPr>
        </p:nvSpPr>
        <p:spPr>
          <a:xfrm>
            <a:off x="85725" y="1484313"/>
            <a:ext cx="8964613" cy="5040312"/>
          </a:xfrm>
        </p:spPr>
        <p:txBody>
          <a:bodyPr/>
          <a:lstStyle/>
          <a:p>
            <a:r>
              <a:rPr lang="zh-CN" altLang="en-US" dirty="0">
                <a:ea typeface="宋体" charset="-122"/>
              </a:rPr>
              <a:t>将一个程序分解成若干个模块，分别放在几个源文件中，形成一个项目文件（</a:t>
            </a:r>
            <a:r>
              <a:rPr lang="en-US" altLang="zh-CN" dirty="0">
                <a:solidFill>
                  <a:schemeClr val="tx1"/>
                </a:solidFill>
                <a:latin typeface="Courier New" charset="0"/>
                <a:ea typeface="宋体" charset="-122"/>
              </a:rPr>
              <a:t>.</a:t>
            </a:r>
            <a:r>
              <a:rPr lang="en-US" altLang="zh-CN" dirty="0" err="1">
                <a:solidFill>
                  <a:schemeClr val="tx1"/>
                </a:solidFill>
                <a:latin typeface="Courier New" charset="0"/>
                <a:ea typeface="宋体" charset="-122"/>
              </a:rPr>
              <a:t>prj</a:t>
            </a:r>
            <a:r>
              <a:rPr lang="en-US" altLang="zh-CN" dirty="0">
                <a:solidFill>
                  <a:schemeClr val="tx1"/>
                </a:solidFill>
                <a:latin typeface="Courier New" charset="0"/>
                <a:ea typeface="宋体" charset="-122"/>
              </a:rPr>
              <a:t> </a:t>
            </a:r>
            <a:r>
              <a:rPr lang="zh-CN" altLang="en-US" dirty="0">
                <a:latin typeface="Courier New" charset="0"/>
                <a:ea typeface="宋体" charset="-122"/>
              </a:rPr>
              <a:t>）</a:t>
            </a:r>
            <a:r>
              <a:rPr lang="zh-CN" altLang="en-US" dirty="0">
                <a:ea typeface="宋体" charset="-122"/>
              </a:rPr>
              <a:t>（</a:t>
            </a:r>
            <a:r>
              <a:rPr lang="en-US" altLang="zh-CN" dirty="0">
                <a:ea typeface="宋体" charset="-122"/>
              </a:rPr>
              <a:t>Project</a:t>
            </a:r>
            <a:r>
              <a:rPr lang="zh-CN" altLang="en-US" dirty="0">
                <a:ea typeface="宋体" charset="-122"/>
              </a:rPr>
              <a:t>）</a:t>
            </a:r>
            <a:endParaRPr lang="zh-CN" altLang="en-US" dirty="0">
              <a:ea typeface="宋体" charset="-122"/>
            </a:endParaRPr>
          </a:p>
          <a:p>
            <a:r>
              <a:rPr lang="zh-CN" altLang="en-US" dirty="0">
                <a:ea typeface="宋体" charset="-122"/>
              </a:rPr>
              <a:t>然后，对每一个源文件（</a:t>
            </a:r>
            <a:r>
              <a:rPr lang="en-US" altLang="zh-CN" dirty="0">
                <a:solidFill>
                  <a:schemeClr val="tx1"/>
                </a:solidFill>
                <a:latin typeface="Courier New" charset="0"/>
                <a:ea typeface="宋体" charset="-122"/>
              </a:rPr>
              <a:t>.c</a:t>
            </a:r>
            <a:r>
              <a:rPr lang="zh-CN" altLang="en-US" dirty="0">
                <a:latin typeface="Courier New" charset="0"/>
                <a:ea typeface="宋体" charset="-122"/>
              </a:rPr>
              <a:t>）</a:t>
            </a:r>
            <a:r>
              <a:rPr lang="zh-CN" altLang="en-US" dirty="0">
                <a:ea typeface="宋体" charset="-122"/>
              </a:rPr>
              <a:t>分别单独进行编译</a:t>
            </a:r>
            <a:endParaRPr lang="zh-CN" altLang="en-US" dirty="0">
              <a:ea typeface="宋体" charset="-122"/>
            </a:endParaRPr>
          </a:p>
          <a:p>
            <a:r>
              <a:rPr lang="zh-CN" altLang="en-US" dirty="0">
                <a:ea typeface="宋体" charset="-122"/>
              </a:rPr>
              <a:t>再将它们的目标代码（</a:t>
            </a:r>
            <a:r>
              <a:rPr lang="en-US" altLang="zh-CN" dirty="0">
                <a:solidFill>
                  <a:schemeClr val="tx1"/>
                </a:solidFill>
                <a:latin typeface="Courier New" charset="0"/>
                <a:ea typeface="宋体" charset="-122"/>
              </a:rPr>
              <a:t>.</a:t>
            </a:r>
            <a:r>
              <a:rPr lang="en-US" altLang="zh-CN" dirty="0" err="1">
                <a:solidFill>
                  <a:schemeClr val="tx1"/>
                </a:solidFill>
                <a:latin typeface="Courier New" charset="0"/>
                <a:ea typeface="宋体" charset="-122"/>
              </a:rPr>
              <a:t>obj</a:t>
            </a:r>
            <a:r>
              <a:rPr lang="en-US" altLang="zh-CN" dirty="0">
                <a:solidFill>
                  <a:schemeClr val="tx1"/>
                </a:solidFill>
                <a:latin typeface="Courier New" charset="0"/>
                <a:ea typeface="宋体" charset="-122"/>
              </a:rPr>
              <a:t> </a:t>
            </a:r>
            <a:r>
              <a:rPr lang="zh-CN" altLang="en-US" dirty="0">
                <a:latin typeface="Courier New" charset="0"/>
                <a:ea typeface="宋体" charset="-122"/>
              </a:rPr>
              <a:t>）</a:t>
            </a:r>
            <a:r>
              <a:rPr lang="zh-CN" altLang="en-US" dirty="0">
                <a:ea typeface="宋体" charset="-122"/>
              </a:rPr>
              <a:t>连同标准函数库中的函数链接在一起，形成可执行文件（</a:t>
            </a:r>
            <a:r>
              <a:rPr lang="en-US" altLang="zh-CN" dirty="0">
                <a:solidFill>
                  <a:schemeClr val="tx1"/>
                </a:solidFill>
                <a:latin typeface="Courier New" charset="0"/>
                <a:ea typeface="宋体" charset="-122"/>
              </a:rPr>
              <a:t>.exe</a:t>
            </a:r>
            <a:r>
              <a:rPr lang="zh-CN" altLang="en-US" dirty="0">
                <a:ea typeface="宋体" charset="-122"/>
              </a:rPr>
              <a:t>）。 </a:t>
            </a:r>
            <a:endParaRPr lang="zh-CN" altLang="en-US" dirty="0">
              <a:ea typeface="宋体" charset="-122"/>
            </a:endParaRPr>
          </a:p>
          <a:p>
            <a:r>
              <a:rPr lang="zh-CN" altLang="en-US" dirty="0">
                <a:ea typeface="宋体" charset="-122"/>
              </a:rPr>
              <a:t>模块之间通过互相调用函数联系起来</a:t>
            </a:r>
            <a:endParaRPr lang="zh-CN" altLang="en-US" dirty="0">
              <a:ea typeface="宋体" charset="-122"/>
            </a:endParaRPr>
          </a:p>
          <a:p>
            <a:pPr lvl="1"/>
            <a:r>
              <a:rPr lang="zh-CN" altLang="en-US" dirty="0">
                <a:ea typeface="宋体" charset="-122"/>
              </a:rPr>
              <a:t>头文件（</a:t>
            </a:r>
            <a:r>
              <a:rPr lang="en-US" altLang="zh-CN" dirty="0">
                <a:solidFill>
                  <a:schemeClr val="tx1"/>
                </a:solidFill>
                <a:latin typeface="Courier New" charset="0"/>
                <a:ea typeface="宋体" charset="-122"/>
              </a:rPr>
              <a:t>.h</a:t>
            </a:r>
            <a:r>
              <a:rPr lang="zh-CN" altLang="en-US" dirty="0">
                <a:ea typeface="宋体" charset="-122"/>
              </a:rPr>
              <a:t>）是联系的纽带</a:t>
            </a:r>
            <a:endParaRPr lang="zh-CN" altLang="en-US" dirty="0">
              <a:ea typeface="宋体" charset="-122"/>
            </a:endParaRPr>
          </a:p>
          <a:p>
            <a:pPr marL="274320" lvl="1" indent="0">
              <a:buNone/>
            </a:pPr>
            <a:r>
              <a:rPr lang="zh-CN" altLang="en-US" dirty="0">
                <a:ea typeface="宋体" charset="-122"/>
              </a:rPr>
              <a:t> </a:t>
            </a:r>
            <a:endParaRPr lang="zh-CN" altLang="en-US" dirty="0">
              <a:ea typeface="宋体" charset="-122"/>
            </a:endParaRPr>
          </a:p>
        </p:txBody>
      </p:sp>
      <p:sp>
        <p:nvSpPr>
          <p:cNvPr id="2" name="日期占位符 1"/>
          <p:cNvSpPr/>
          <p:nvPr>
            <p:ph type="dt" sz="half" idx="10"/>
          </p:nvPr>
        </p:nvSpPr>
        <p:spPr/>
        <p:txBody>
          <a:bodyPr/>
          <a:lstStyle/>
          <a:p>
            <a:fld id="{DEEB444D-15DD-A345-A44A-B75E347FF1E6}"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
        <p:nvSpPr>
          <p:cNvPr id="6" name="Rectangle 3"/>
          <p:cNvSpPr txBox="1"/>
          <p:nvPr/>
        </p:nvSpPr>
        <p:spPr>
          <a:xfrm>
            <a:off x="179388" y="4077072"/>
            <a:ext cx="8824912" cy="2018928"/>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charset="2"/>
              <a:buChar char="§"/>
              <a:defRPr sz="1600" kern="1200">
                <a:solidFill>
                  <a:schemeClr val="tx1"/>
                </a:solidFill>
                <a:latin typeface="+mn-lt"/>
                <a:ea typeface="+mn-ea"/>
                <a:cs typeface="+mn-cs"/>
              </a:defRPr>
            </a:lvl9pPr>
          </a:lstStyle>
          <a:p>
            <a:pPr fontAlgn="auto">
              <a:lnSpc>
                <a:spcPct val="120000"/>
              </a:lnSpc>
              <a:spcAft>
                <a:spcPts val="0"/>
              </a:spcAft>
            </a:pPr>
            <a:r>
              <a:rPr lang="zh-CN" altLang="en-US" b="0">
                <a:ea typeface="宋体" charset="-122"/>
              </a:rPr>
              <a:t>优点：</a:t>
            </a:r>
            <a:endParaRPr lang="zh-CN" altLang="en-US" b="0">
              <a:ea typeface="宋体" charset="-122"/>
            </a:endParaRPr>
          </a:p>
          <a:p>
            <a:pPr lvl="1" fontAlgn="auto">
              <a:lnSpc>
                <a:spcPct val="120000"/>
              </a:lnSpc>
            </a:pPr>
            <a:r>
              <a:rPr lang="zh-CN" altLang="en-US" b="0">
                <a:ea typeface="宋体" charset="-122"/>
              </a:rPr>
              <a:t>当一个文件的代码被修改后，不必对所有程序重新编译，从而节省了程序的编译时间。</a:t>
            </a:r>
            <a:endParaRPr lang="zh-CN" altLang="en-US" b="0">
              <a:ea typeface="宋体" charset="-122"/>
            </a:endParaRPr>
          </a:p>
          <a:p>
            <a:pPr lvl="1" fontAlgn="auto">
              <a:lnSpc>
                <a:spcPct val="120000"/>
              </a:lnSpc>
            </a:pPr>
            <a:r>
              <a:rPr lang="zh-CN" altLang="en-US" b="0">
                <a:ea typeface="宋体" charset="-122"/>
              </a:rPr>
              <a:t>使程序更宜于维护，给多个程序员共同编制一个大型项目的代码提供了方便手段。 </a:t>
            </a:r>
            <a:endParaRPr lang="zh-CN" altLang="en-US" b="0" dirty="0">
              <a:ea typeface="宋体"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658" name="Rectangle 2"/>
          <p:cNvSpPr/>
          <p:nvPr>
            <p:ph type="title"/>
          </p:nvPr>
        </p:nvSpPr>
        <p:spPr>
          <a:xfrm>
            <a:off x="675132" y="2636912"/>
            <a:ext cx="7772400" cy="1609344"/>
          </a:xfrm>
        </p:spPr>
        <p:txBody>
          <a:bodyPr/>
          <a:lstStyle/>
          <a:p>
            <a:pPr algn="ctr"/>
            <a:r>
              <a:rPr lang="en-US" altLang="zh-CN" dirty="0"/>
              <a:t>Thanks</a:t>
            </a:r>
            <a:r>
              <a:rPr lang="zh-CN" altLang="en-US" dirty="0"/>
              <a:t>  </a:t>
            </a:r>
            <a:r>
              <a:rPr lang="en-US" altLang="zh-CN" dirty="0"/>
              <a:t>for</a:t>
            </a:r>
            <a:r>
              <a:rPr lang="zh-CN" altLang="en-US" dirty="0"/>
              <a:t>  </a:t>
            </a:r>
            <a:r>
              <a:rPr lang="en-US" altLang="zh-CN" dirty="0"/>
              <a:t>thinking</a:t>
            </a:r>
            <a:endParaRPr lang="zh-CN" altLang="en-US" dirty="0"/>
          </a:p>
        </p:txBody>
      </p:sp>
      <p:sp>
        <p:nvSpPr>
          <p:cNvPr id="2" name="日期占位符 1"/>
          <p:cNvSpPr/>
          <p:nvPr>
            <p:ph type="dt" sz="half" idx="10"/>
          </p:nvPr>
        </p:nvSpPr>
        <p:spPr/>
        <p:txBody>
          <a:bodyPr/>
          <a:lstStyle/>
          <a:p>
            <a:fld id="{17DCF254-D2FE-D54F-B05A-11E6AB3C8795}" type="datetime1">
              <a:rPr lang="zh-CN" altLang="en-US" smtClean="0"/>
            </a:fld>
            <a:endParaRPr lang="en-US" dirty="0"/>
          </a:p>
        </p:txBody>
      </p:sp>
      <p:sp>
        <p:nvSpPr>
          <p:cNvPr id="3" name="幻灯片编号占位符 2"/>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0210" name="标题 6"/>
          <p:cNvSpPr/>
          <p:nvPr>
            <p:ph type="title" idx="4294967295"/>
          </p:nvPr>
        </p:nvSpPr>
        <p:spPr>
          <a:xfrm>
            <a:off x="1346200" y="333375"/>
            <a:ext cx="7797800" cy="839788"/>
          </a:xfrm>
        </p:spPr>
        <p:txBody>
          <a:bodyPr lIns="91440" tIns="45720" rIns="91440" bIns="45720"/>
          <a:lstStyle/>
          <a:p>
            <a:r>
              <a:rPr lang="zh-CN" altLang="en-US"/>
              <a:t>一维数组和多维数组</a:t>
            </a:r>
            <a:endParaRPr lang="zh-CN" altLang="en-US"/>
          </a:p>
        </p:txBody>
      </p:sp>
      <p:sp>
        <p:nvSpPr>
          <p:cNvPr id="9" name="内容占位符 8"/>
          <p:cNvSpPr/>
          <p:nvPr>
            <p:ph sz="half" idx="4294967295"/>
          </p:nvPr>
        </p:nvSpPr>
        <p:spPr>
          <a:xfrm>
            <a:off x="719138" y="1196975"/>
            <a:ext cx="8424862" cy="4176713"/>
          </a:xfrm>
        </p:spPr>
        <p:txBody>
          <a:bodyPr lIns="91440" tIns="45720" rIns="91440" bIns="45720">
            <a:normAutofit lnSpcReduction="10000"/>
          </a:bodyPr>
          <a:lstStyle/>
          <a:p>
            <a:pPr eaLnBrk="1"/>
            <a:r>
              <a:rPr lang="zh-CN" altLang="en-US" sz="2400">
                <a:ea typeface="宋体" charset="-122"/>
              </a:rPr>
              <a:t>一维数组</a:t>
            </a:r>
            <a:endParaRPr lang="zh-CN" altLang="en-US" sz="2400">
              <a:ea typeface="宋体" charset="-122"/>
            </a:endParaRPr>
          </a:p>
          <a:p>
            <a:pPr lvl="1" eaLnBrk="1"/>
            <a:r>
              <a:rPr lang="zh-CN" altLang="en-US" sz="2000">
                <a:ea typeface="宋体" charset="-122"/>
              </a:rPr>
              <a:t>用一个下标确定各元素在数组中的顺序</a:t>
            </a:r>
            <a:endParaRPr lang="zh-CN" altLang="en-US" sz="2000">
              <a:ea typeface="宋体" charset="-122"/>
            </a:endParaRPr>
          </a:p>
          <a:p>
            <a:pPr lvl="1" eaLnBrk="1"/>
            <a:r>
              <a:rPr lang="zh-CN" altLang="en-US" sz="2000">
                <a:ea typeface="宋体" charset="-122"/>
              </a:rPr>
              <a:t>可用排列成一行的元素组来表示</a:t>
            </a:r>
            <a:endParaRPr lang="en-US" altLang="zh-CN" sz="2000">
              <a:ea typeface="宋体" charset="-122"/>
            </a:endParaRPr>
          </a:p>
          <a:p>
            <a:pPr lvl="2" eaLnBrk="1"/>
            <a:r>
              <a:rPr lang="zh-CN" altLang="en-US" sz="1800">
                <a:ea typeface="宋体" charset="-122"/>
              </a:rPr>
              <a:t>如 </a:t>
            </a:r>
            <a:r>
              <a:rPr lang="en-US" altLang="zh-CN" sz="1800">
                <a:latin typeface="Courier New" charset="0"/>
                <a:ea typeface="宋体" charset="-122"/>
              </a:rPr>
              <a:t>int a[5];   </a:t>
            </a:r>
            <a:endParaRPr lang="en-US" altLang="zh-CN" sz="1800">
              <a:latin typeface="Courier New" charset="0"/>
              <a:ea typeface="宋体" charset="-122"/>
            </a:endParaRPr>
          </a:p>
          <a:p>
            <a:pPr eaLnBrk="1"/>
            <a:r>
              <a:rPr lang="zh-CN" altLang="en-US" sz="2400">
                <a:ea typeface="宋体" charset="-122"/>
              </a:rPr>
              <a:t>二维数组</a:t>
            </a:r>
            <a:endParaRPr lang="zh-CN" altLang="en-US" sz="2400">
              <a:ea typeface="宋体" charset="-122"/>
            </a:endParaRPr>
          </a:p>
          <a:p>
            <a:pPr lvl="1" eaLnBrk="1"/>
            <a:r>
              <a:rPr lang="zh-CN" altLang="en-US" sz="2000">
                <a:ea typeface="宋体" charset="-122"/>
              </a:rPr>
              <a:t>用两个下标确定各元素在数组中的顺序</a:t>
            </a:r>
            <a:endParaRPr lang="zh-CN" altLang="en-US" sz="2000">
              <a:ea typeface="宋体" charset="-122"/>
            </a:endParaRPr>
          </a:p>
          <a:p>
            <a:pPr lvl="1" eaLnBrk="1"/>
            <a:r>
              <a:rPr lang="zh-CN" altLang="en-US" sz="2000">
                <a:ea typeface="宋体" charset="-122"/>
              </a:rPr>
              <a:t>可用排列成</a:t>
            </a:r>
            <a:r>
              <a:rPr lang="en-US" altLang="zh-CN" sz="2000">
                <a:ea typeface="宋体" charset="-122"/>
              </a:rPr>
              <a:t>i</a:t>
            </a:r>
            <a:r>
              <a:rPr lang="zh-CN" altLang="en-US" sz="2000">
                <a:ea typeface="宋体" charset="-122"/>
              </a:rPr>
              <a:t>行，</a:t>
            </a:r>
            <a:r>
              <a:rPr lang="en-US" altLang="zh-CN" sz="2000">
                <a:ea typeface="宋体" charset="-122"/>
              </a:rPr>
              <a:t>j</a:t>
            </a:r>
            <a:r>
              <a:rPr lang="zh-CN" altLang="en-US" sz="2000">
                <a:ea typeface="宋体" charset="-122"/>
              </a:rPr>
              <a:t>列的元素组来表示</a:t>
            </a:r>
            <a:endParaRPr lang="en-US" altLang="zh-CN" sz="2000">
              <a:ea typeface="宋体" charset="-122"/>
            </a:endParaRPr>
          </a:p>
          <a:p>
            <a:pPr lvl="2" eaLnBrk="1"/>
            <a:r>
              <a:rPr lang="zh-CN" altLang="en-US" sz="1800">
                <a:ea typeface="宋体" charset="-122"/>
              </a:rPr>
              <a:t>如 </a:t>
            </a:r>
            <a:r>
              <a:rPr lang="en-US" altLang="zh-CN" sz="1800">
                <a:latin typeface="Courier New" charset="0"/>
                <a:ea typeface="宋体" charset="-122"/>
              </a:rPr>
              <a:t>int b[2][3];  </a:t>
            </a:r>
            <a:endParaRPr lang="en-US" altLang="zh-CN" sz="1800">
              <a:latin typeface="Courier New" charset="0"/>
              <a:ea typeface="宋体" charset="-122"/>
            </a:endParaRPr>
          </a:p>
          <a:p>
            <a:pPr eaLnBrk="1"/>
            <a:r>
              <a:rPr lang="en-US" altLang="zh-CN" sz="2400">
                <a:ea typeface="宋体" charset="-122"/>
              </a:rPr>
              <a:t>n</a:t>
            </a:r>
            <a:r>
              <a:rPr lang="zh-CN" altLang="en-US" sz="2400">
                <a:ea typeface="宋体" charset="-122"/>
              </a:rPr>
              <a:t>维数组</a:t>
            </a:r>
            <a:endParaRPr lang="en-US" altLang="zh-CN" sz="2400">
              <a:ea typeface="宋体" charset="-122"/>
            </a:endParaRPr>
          </a:p>
          <a:p>
            <a:pPr lvl="1" eaLnBrk="1"/>
            <a:r>
              <a:rPr lang="zh-CN" altLang="en-US" sz="2000">
                <a:ea typeface="宋体" charset="-122"/>
              </a:rPr>
              <a:t>用</a:t>
            </a:r>
            <a:r>
              <a:rPr lang="en-US" altLang="zh-CN" sz="2000">
                <a:ea typeface="宋体" charset="-122"/>
              </a:rPr>
              <a:t>n</a:t>
            </a:r>
            <a:r>
              <a:rPr lang="zh-CN" altLang="en-US" sz="2000">
                <a:ea typeface="宋体" charset="-122"/>
              </a:rPr>
              <a:t>个下标来确定各元素在数组中的顺序</a:t>
            </a:r>
            <a:endParaRPr lang="en-US" altLang="zh-CN" sz="2000">
              <a:ea typeface="宋体" charset="-122"/>
            </a:endParaRPr>
          </a:p>
          <a:p>
            <a:pPr lvl="2" eaLnBrk="1"/>
            <a:r>
              <a:rPr lang="zh-CN" altLang="en-US" sz="1800">
                <a:ea typeface="宋体" charset="-122"/>
              </a:rPr>
              <a:t>如   </a:t>
            </a:r>
            <a:r>
              <a:rPr lang="en-US" altLang="zh-CN" sz="1800">
                <a:latin typeface="Courier New" charset="0"/>
                <a:ea typeface="宋体" charset="-122"/>
              </a:rPr>
              <a:t>int c[3][2][4];</a:t>
            </a:r>
            <a:endParaRPr lang="en-US" altLang="zh-CN" sz="1800">
              <a:latin typeface="Courier New" charset="0"/>
              <a:ea typeface="宋体" charset="-122"/>
            </a:endParaRPr>
          </a:p>
          <a:p>
            <a:pPr lvl="1" eaLnBrk="1"/>
            <a:r>
              <a:rPr lang="en-US" altLang="zh-CN" sz="2000">
                <a:ea typeface="宋体" charset="-122"/>
              </a:rPr>
              <a:t>n≥3</a:t>
            </a:r>
            <a:r>
              <a:rPr lang="zh-CN" altLang="en-US" sz="2000">
                <a:ea typeface="宋体" charset="-122"/>
              </a:rPr>
              <a:t>时，维数组无法在平面上表示其各元素的位置</a:t>
            </a:r>
            <a:endParaRPr lang="zh-CN" altLang="en-US">
              <a:ea typeface="宋体" charset="-122"/>
            </a:endParaRPr>
          </a:p>
        </p:txBody>
      </p:sp>
      <p:graphicFrame>
        <p:nvGraphicFramePr>
          <p:cNvPr id="11" name="Group 4"/>
          <p:cNvGraphicFramePr>
            <a:graphicFrameLocks noGrp="1"/>
          </p:cNvGraphicFramePr>
          <p:nvPr>
            <p:ph sz="quarter" idx="4294967295"/>
          </p:nvPr>
        </p:nvGraphicFramePr>
        <p:xfrm>
          <a:off x="0" y="5661025"/>
          <a:ext cx="4038600" cy="517525"/>
        </p:xfrm>
        <a:graphic>
          <a:graphicData uri="http://schemas.openxmlformats.org/drawingml/2006/table">
            <a:tbl>
              <a:tblPr/>
              <a:tblGrid>
                <a:gridCol w="808038"/>
                <a:gridCol w="808037"/>
                <a:gridCol w="806450"/>
                <a:gridCol w="808038"/>
                <a:gridCol w="808037"/>
              </a:tblGrid>
              <a:tr h="517525">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charset="2"/>
                        <a:buNone/>
                      </a:pPr>
                      <a:r>
                        <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rPr>
                        <a:t>a[0]</a:t>
                      </a:r>
                      <a:endPar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endParaRPr>
                    </a:p>
                  </a:txBody>
                  <a:tcPr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charset="2"/>
                        <a:buNone/>
                      </a:pPr>
                      <a:r>
                        <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rPr>
                        <a:t>a[1]</a:t>
                      </a:r>
                      <a:endPar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endParaRPr>
                    </a:p>
                  </a:txBody>
                  <a:tcPr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charset="2"/>
                        <a:buNone/>
                      </a:pPr>
                      <a:r>
                        <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rPr>
                        <a:t>a[2]</a:t>
                      </a:r>
                      <a:endPar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endParaRPr>
                    </a:p>
                  </a:txBody>
                  <a:tcPr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charset="2"/>
                        <a:buNone/>
                      </a:pPr>
                      <a:r>
                        <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rPr>
                        <a:t>a[3]</a:t>
                      </a:r>
                      <a:endPar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endParaRPr>
                    </a:p>
                  </a:txBody>
                  <a:tcPr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charset="2"/>
                        <a:buNone/>
                      </a:pPr>
                      <a:r>
                        <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rPr>
                        <a:t>a[4]</a:t>
                      </a:r>
                      <a:endPar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endParaRPr>
                    </a:p>
                  </a:txBody>
                  <a:tcPr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noFill/>
                  </a:tcPr>
                </a:tc>
              </a:tr>
            </a:tbl>
          </a:graphicData>
        </a:graphic>
      </p:graphicFrame>
      <p:graphicFrame>
        <p:nvGraphicFramePr>
          <p:cNvPr id="12" name="Group 18"/>
          <p:cNvGraphicFramePr>
            <a:graphicFrameLocks noGrp="1"/>
          </p:cNvGraphicFramePr>
          <p:nvPr/>
        </p:nvGraphicFramePr>
        <p:xfrm>
          <a:off x="4859338" y="5589588"/>
          <a:ext cx="3967162" cy="1036637"/>
        </p:xfrm>
        <a:graphic>
          <a:graphicData uri="http://schemas.openxmlformats.org/drawingml/2006/table">
            <a:tbl>
              <a:tblPr/>
              <a:tblGrid>
                <a:gridCol w="1274762"/>
                <a:gridCol w="1346200"/>
                <a:gridCol w="1346200"/>
              </a:tblGrid>
              <a:tr h="517525">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charset="2"/>
                        <a:buNone/>
                      </a:pPr>
                      <a:r>
                        <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rPr>
                        <a:t>b[0][0]</a:t>
                      </a:r>
                      <a:endPar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endParaRPr>
                    </a:p>
                  </a:txBody>
                  <a:tcPr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charset="2"/>
                        <a:buNone/>
                      </a:pPr>
                      <a:r>
                        <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rPr>
                        <a:t>b[0][1]</a:t>
                      </a:r>
                      <a:endPar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endParaRPr>
                    </a:p>
                  </a:txBody>
                  <a:tcPr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charset="2"/>
                        <a:buNone/>
                      </a:pPr>
                      <a:r>
                        <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rPr>
                        <a:t>b[0][2]</a:t>
                      </a:r>
                      <a:endPar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endParaRPr>
                    </a:p>
                  </a:txBody>
                  <a:tcPr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bg1"/>
                    </a:solidFill>
                  </a:tcPr>
                </a:tc>
              </a:tr>
              <a:tr h="519112">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charset="2"/>
                        <a:buNone/>
                      </a:pPr>
                      <a:r>
                        <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rPr>
                        <a:t>b[1][0]</a:t>
                      </a:r>
                      <a:endPar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endParaRPr>
                    </a:p>
                  </a:txBody>
                  <a:tcPr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charset="2"/>
                        <a:buNone/>
                      </a:pPr>
                      <a:r>
                        <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rPr>
                        <a:t>b[1][1]</a:t>
                      </a:r>
                      <a:endPar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endParaRPr>
                    </a:p>
                  </a:txBody>
                  <a:tcPr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charset="2"/>
                        <a:buNone/>
                      </a:pPr>
                      <a:r>
                        <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rPr>
                        <a:t>b[1][2]</a:t>
                      </a:r>
                      <a:endParaRPr kumimoji="0" lang="en-US" altLang="zh-CN" sz="2400" b="1" i="0" u="none" strike="noStrike" cap="none" normalizeH="0" baseline="0">
                        <a:ln>
                          <a:noFill/>
                        </a:ln>
                        <a:solidFill>
                          <a:srgbClr val="3366FF"/>
                        </a:solidFill>
                        <a:effectLst>
                          <a:outerShdw blurRad="38100" dist="38100" dir="2700000" algn="tl">
                            <a:srgbClr val="C0C0C0"/>
                          </a:outerShdw>
                        </a:effectLst>
                        <a:latin typeface="Arial" charset="0"/>
                        <a:ea typeface="宋体" charset="-122"/>
                      </a:endParaRPr>
                    </a:p>
                  </a:txBody>
                  <a:tcPr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bg1"/>
                    </a:solidFill>
                  </a:tcPr>
                </a:tc>
              </a:tr>
            </a:tbl>
          </a:graphicData>
        </a:graphic>
      </p:graphicFrame>
      <p:sp>
        <p:nvSpPr>
          <p:cNvPr id="2" name="日期占位符 1"/>
          <p:cNvSpPr/>
          <p:nvPr>
            <p:ph type="dt" sz="half" idx="10"/>
          </p:nvPr>
        </p:nvSpPr>
        <p:spPr/>
        <p:txBody>
          <a:bodyPr/>
          <a:lstStyle/>
          <a:p>
            <a:fld id="{D933B39F-2DA5-334B-AC48-256EA1B65498}" type="datetime1">
              <a:rPr lang="zh-CN" altLang="en-US" smtClean="0"/>
            </a:fld>
            <a:endParaRPr lang="en-US"/>
          </a:p>
        </p:txBody>
      </p:sp>
      <p:sp>
        <p:nvSpPr>
          <p:cNvPr id="4" name="幻灯片编号占位符 3"/>
          <p:cNvSpPr/>
          <p:nvPr>
            <p:ph type="sldNum" sz="quarter" idx="12"/>
          </p:nvPr>
        </p:nvSpPr>
        <p:spPr/>
        <p:txBody>
          <a:bodyPr/>
          <a:lstStyle/>
          <a:p>
            <a:fld id="{4FAB73BC-B049-4115-A692-8D63A059BFB8}"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par>
                                <p:cTn id="8" presetID="22" presetClass="entr" presetSubtype="8" fill="hold" grpId="1"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wipe(left)">
                                      <p:cBhvr>
                                        <p:cTn id="10" dur="500"/>
                                        <p:tgtEl>
                                          <p:spTgt spid="9">
                                            <p:txEl>
                                              <p:pRg st="1" end="1"/>
                                            </p:txEl>
                                          </p:spTgt>
                                        </p:tgtEl>
                                      </p:cBhvr>
                                    </p:animEffect>
                                  </p:childTnLst>
                                </p:cTn>
                              </p:par>
                              <p:par>
                                <p:cTn id="11" presetID="22" presetClass="entr" presetSubtype="8" fill="hold" grpId="1"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wipe(left)">
                                      <p:cBhvr>
                                        <p:cTn id="13" dur="500"/>
                                        <p:tgtEl>
                                          <p:spTgt spid="9">
                                            <p:txEl>
                                              <p:pRg st="2" end="2"/>
                                            </p:txEl>
                                          </p:spTgt>
                                        </p:tgtEl>
                                      </p:cBhvr>
                                    </p:animEffect>
                                  </p:childTnLst>
                                </p:cTn>
                              </p:par>
                              <p:par>
                                <p:cTn id="14" presetID="22" presetClass="entr" presetSubtype="8" fill="hold" grpId="1"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wipe(left)">
                                      <p:cBhvr>
                                        <p:cTn id="16" dur="500"/>
                                        <p:tgtEl>
                                          <p:spTgt spid="9">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1"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wipe(left)">
                                      <p:cBhvr>
                                        <p:cTn id="21" dur="500"/>
                                        <p:tgtEl>
                                          <p:spTgt spid="9">
                                            <p:txEl>
                                              <p:pRg st="4" end="4"/>
                                            </p:txEl>
                                          </p:spTgt>
                                        </p:tgtEl>
                                      </p:cBhvr>
                                    </p:animEffect>
                                  </p:childTnLst>
                                </p:cTn>
                              </p:par>
                              <p:par>
                                <p:cTn id="22" presetID="22" presetClass="entr" presetSubtype="8" fill="hold" grpId="1" nodeType="with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wipe(left)">
                                      <p:cBhvr>
                                        <p:cTn id="24" dur="500"/>
                                        <p:tgtEl>
                                          <p:spTgt spid="9">
                                            <p:txEl>
                                              <p:pRg st="5" end="5"/>
                                            </p:txEl>
                                          </p:spTgt>
                                        </p:tgtEl>
                                      </p:cBhvr>
                                    </p:animEffect>
                                  </p:childTnLst>
                                </p:cTn>
                              </p:par>
                              <p:par>
                                <p:cTn id="25" presetID="22" presetClass="entr" presetSubtype="8" fill="hold" grpId="1"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wipe(left)">
                                      <p:cBhvr>
                                        <p:cTn id="27" dur="500"/>
                                        <p:tgtEl>
                                          <p:spTgt spid="9">
                                            <p:txEl>
                                              <p:pRg st="6" end="6"/>
                                            </p:txEl>
                                          </p:spTgt>
                                        </p:tgtEl>
                                      </p:cBhvr>
                                    </p:animEffect>
                                  </p:childTnLst>
                                </p:cTn>
                              </p:par>
                              <p:par>
                                <p:cTn id="28" presetID="22" presetClass="entr" presetSubtype="8" fill="hold" grpId="1" nodeType="withEffect">
                                  <p:stCondLst>
                                    <p:cond delay="0"/>
                                  </p:stCondLst>
                                  <p:childTnLst>
                                    <p:set>
                                      <p:cBhvr>
                                        <p:cTn id="29" dur="1" fill="hold">
                                          <p:stCondLst>
                                            <p:cond delay="0"/>
                                          </p:stCondLst>
                                        </p:cTn>
                                        <p:tgtEl>
                                          <p:spTgt spid="9">
                                            <p:txEl>
                                              <p:pRg st="7" end="7"/>
                                            </p:txEl>
                                          </p:spTgt>
                                        </p:tgtEl>
                                        <p:attrNameLst>
                                          <p:attrName>style.visibility</p:attrName>
                                        </p:attrNameLst>
                                      </p:cBhvr>
                                      <p:to>
                                        <p:strVal val="visible"/>
                                      </p:to>
                                    </p:set>
                                    <p:animEffect transition="in" filter="wipe(left)">
                                      <p:cBhvr>
                                        <p:cTn id="30" dur="500"/>
                                        <p:tgtEl>
                                          <p:spTgt spid="9">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1" nodeType="click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animEffect transition="in" filter="wipe(left)">
                                      <p:cBhvr>
                                        <p:cTn id="35" dur="500"/>
                                        <p:tgtEl>
                                          <p:spTgt spid="9">
                                            <p:txEl>
                                              <p:pRg st="8" end="8"/>
                                            </p:txEl>
                                          </p:spTgt>
                                        </p:tgtEl>
                                      </p:cBhvr>
                                    </p:animEffect>
                                  </p:childTnLst>
                                </p:cTn>
                              </p:par>
                              <p:par>
                                <p:cTn id="36" presetID="22" presetClass="entr" presetSubtype="8" fill="hold" grpId="1" nodeType="withEffect">
                                  <p:stCondLst>
                                    <p:cond delay="0"/>
                                  </p:stCondLst>
                                  <p:childTnLst>
                                    <p:set>
                                      <p:cBhvr>
                                        <p:cTn id="37" dur="1" fill="hold">
                                          <p:stCondLst>
                                            <p:cond delay="0"/>
                                          </p:stCondLst>
                                        </p:cTn>
                                        <p:tgtEl>
                                          <p:spTgt spid="9">
                                            <p:txEl>
                                              <p:pRg st="9" end="9"/>
                                            </p:txEl>
                                          </p:spTgt>
                                        </p:tgtEl>
                                        <p:attrNameLst>
                                          <p:attrName>style.visibility</p:attrName>
                                        </p:attrNameLst>
                                      </p:cBhvr>
                                      <p:to>
                                        <p:strVal val="visible"/>
                                      </p:to>
                                    </p:set>
                                    <p:animEffect transition="in" filter="wipe(left)">
                                      <p:cBhvr>
                                        <p:cTn id="38" dur="500"/>
                                        <p:tgtEl>
                                          <p:spTgt spid="9">
                                            <p:txEl>
                                              <p:pRg st="9" end="9"/>
                                            </p:txEl>
                                          </p:spTgt>
                                        </p:tgtEl>
                                      </p:cBhvr>
                                    </p:animEffect>
                                  </p:childTnLst>
                                </p:cTn>
                              </p:par>
                              <p:par>
                                <p:cTn id="39" presetID="22" presetClass="entr" presetSubtype="8" fill="hold" grpId="1" nodeType="withEffect">
                                  <p:stCondLst>
                                    <p:cond delay="0"/>
                                  </p:stCondLst>
                                  <p:childTnLst>
                                    <p:set>
                                      <p:cBhvr>
                                        <p:cTn id="40" dur="1" fill="hold">
                                          <p:stCondLst>
                                            <p:cond delay="0"/>
                                          </p:stCondLst>
                                        </p:cTn>
                                        <p:tgtEl>
                                          <p:spTgt spid="9">
                                            <p:txEl>
                                              <p:pRg st="10" end="10"/>
                                            </p:txEl>
                                          </p:spTgt>
                                        </p:tgtEl>
                                        <p:attrNameLst>
                                          <p:attrName>style.visibility</p:attrName>
                                        </p:attrNameLst>
                                      </p:cBhvr>
                                      <p:to>
                                        <p:strVal val="visible"/>
                                      </p:to>
                                    </p:set>
                                    <p:animEffect transition="in" filter="wipe(left)">
                                      <p:cBhvr>
                                        <p:cTn id="41" dur="500"/>
                                        <p:tgtEl>
                                          <p:spTgt spid="9">
                                            <p:txEl>
                                              <p:pRg st="10" end="10"/>
                                            </p:txEl>
                                          </p:spTgt>
                                        </p:tgtEl>
                                      </p:cBhvr>
                                    </p:animEffect>
                                  </p:childTnLst>
                                </p:cTn>
                              </p:par>
                              <p:par>
                                <p:cTn id="42" presetID="22" presetClass="entr" presetSubtype="8" fill="hold" grpId="1" nodeType="withEffect">
                                  <p:stCondLst>
                                    <p:cond delay="0"/>
                                  </p:stCondLst>
                                  <p:childTnLst>
                                    <p:set>
                                      <p:cBhvr>
                                        <p:cTn id="43" dur="1" fill="hold">
                                          <p:stCondLst>
                                            <p:cond delay="0"/>
                                          </p:stCondLst>
                                        </p:cTn>
                                        <p:tgtEl>
                                          <p:spTgt spid="9">
                                            <p:txEl>
                                              <p:pRg st="11" end="11"/>
                                            </p:txEl>
                                          </p:spTgt>
                                        </p:tgtEl>
                                        <p:attrNameLst>
                                          <p:attrName>style.visibility</p:attrName>
                                        </p:attrNameLst>
                                      </p:cBhvr>
                                      <p:to>
                                        <p:strVal val="visible"/>
                                      </p:to>
                                    </p:set>
                                    <p:animEffect transition="in" filter="wipe(left)">
                                      <p:cBhvr>
                                        <p:cTn id="44" dur="500"/>
                                        <p:tgtEl>
                                          <p:spTgt spid="9">
                                            <p:txEl>
                                              <p:pRg st="11" end="1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9">
                                            <p:txEl>
                                              <p:pRg st="0" end="0"/>
                                            </p:txEl>
                                          </p:spTgt>
                                        </p:tgtEl>
                                        <p:attrNameLst>
                                          <p:attrName>style.visibility</p:attrName>
                                        </p:attrNameLst>
                                      </p:cBhvr>
                                      <p:to>
                                        <p:strVal val="visible"/>
                                      </p:to>
                                    </p:set>
                                    <p:anim calcmode="lin" valueType="num">
                                      <p:cBhvr>
                                        <p:cTn id="49"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50"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51" dur="500"/>
                                        <p:tgtEl>
                                          <p:spTgt spid="9">
                                            <p:txEl>
                                              <p:pRg st="0" end="0"/>
                                            </p:txEl>
                                          </p:spTgt>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9">
                                            <p:txEl>
                                              <p:pRg st="1" end="1"/>
                                            </p:txEl>
                                          </p:spTgt>
                                        </p:tgtEl>
                                        <p:attrNameLst>
                                          <p:attrName>style.visibility</p:attrName>
                                        </p:attrNameLst>
                                      </p:cBhvr>
                                      <p:to>
                                        <p:strVal val="visible"/>
                                      </p:to>
                                    </p:set>
                                    <p:anim calcmode="lin" valueType="num">
                                      <p:cBhvr>
                                        <p:cTn id="54" dur="500" fill="hold"/>
                                        <p:tgtEl>
                                          <p:spTgt spid="9">
                                            <p:txEl>
                                              <p:pRg st="1" end="1"/>
                                            </p:txEl>
                                          </p:spTgt>
                                        </p:tgtEl>
                                        <p:attrNameLst>
                                          <p:attrName>ppt_w</p:attrName>
                                        </p:attrNameLst>
                                      </p:cBhvr>
                                      <p:tavLst>
                                        <p:tav tm="0">
                                          <p:val>
                                            <p:fltVal val="0"/>
                                          </p:val>
                                        </p:tav>
                                        <p:tav tm="100000">
                                          <p:val>
                                            <p:strVal val="#ppt_w"/>
                                          </p:val>
                                        </p:tav>
                                      </p:tavLst>
                                    </p:anim>
                                    <p:anim calcmode="lin" valueType="num">
                                      <p:cBhvr>
                                        <p:cTn id="55" dur="500" fill="hold"/>
                                        <p:tgtEl>
                                          <p:spTgt spid="9">
                                            <p:txEl>
                                              <p:pRg st="1" end="1"/>
                                            </p:txEl>
                                          </p:spTgt>
                                        </p:tgtEl>
                                        <p:attrNameLst>
                                          <p:attrName>ppt_h</p:attrName>
                                        </p:attrNameLst>
                                      </p:cBhvr>
                                      <p:tavLst>
                                        <p:tav tm="0">
                                          <p:val>
                                            <p:fltVal val="0"/>
                                          </p:val>
                                        </p:tav>
                                        <p:tav tm="100000">
                                          <p:val>
                                            <p:strVal val="#ppt_h"/>
                                          </p:val>
                                        </p:tav>
                                      </p:tavLst>
                                    </p:anim>
                                    <p:animEffect transition="in" filter="fade">
                                      <p:cBhvr>
                                        <p:cTn id="56" dur="500"/>
                                        <p:tgtEl>
                                          <p:spTgt spid="9">
                                            <p:txEl>
                                              <p:pRg st="1" end="1"/>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9">
                                            <p:txEl>
                                              <p:pRg st="2" end="2"/>
                                            </p:txEl>
                                          </p:spTgt>
                                        </p:tgtEl>
                                        <p:attrNameLst>
                                          <p:attrName>style.visibility</p:attrName>
                                        </p:attrNameLst>
                                      </p:cBhvr>
                                      <p:to>
                                        <p:strVal val="visible"/>
                                      </p:to>
                                    </p:set>
                                    <p:anim calcmode="lin" valueType="num">
                                      <p:cBhvr>
                                        <p:cTn id="61" dur="500" fill="hold"/>
                                        <p:tgtEl>
                                          <p:spTgt spid="9">
                                            <p:txEl>
                                              <p:pRg st="2" end="2"/>
                                            </p:txEl>
                                          </p:spTgt>
                                        </p:tgtEl>
                                        <p:attrNameLst>
                                          <p:attrName>ppt_w</p:attrName>
                                        </p:attrNameLst>
                                      </p:cBhvr>
                                      <p:tavLst>
                                        <p:tav tm="0">
                                          <p:val>
                                            <p:fltVal val="0"/>
                                          </p:val>
                                        </p:tav>
                                        <p:tav tm="100000">
                                          <p:val>
                                            <p:strVal val="#ppt_w"/>
                                          </p:val>
                                        </p:tav>
                                      </p:tavLst>
                                    </p:anim>
                                    <p:anim calcmode="lin" valueType="num">
                                      <p:cBhvr>
                                        <p:cTn id="62" dur="500" fill="hold"/>
                                        <p:tgtEl>
                                          <p:spTgt spid="9">
                                            <p:txEl>
                                              <p:pRg st="2" end="2"/>
                                            </p:txEl>
                                          </p:spTgt>
                                        </p:tgtEl>
                                        <p:attrNameLst>
                                          <p:attrName>ppt_h</p:attrName>
                                        </p:attrNameLst>
                                      </p:cBhvr>
                                      <p:tavLst>
                                        <p:tav tm="0">
                                          <p:val>
                                            <p:fltVal val="0"/>
                                          </p:val>
                                        </p:tav>
                                        <p:tav tm="100000">
                                          <p:val>
                                            <p:strVal val="#ppt_h"/>
                                          </p:val>
                                        </p:tav>
                                      </p:tavLst>
                                    </p:anim>
                                    <p:animEffect transition="in" filter="fade">
                                      <p:cBhvr>
                                        <p:cTn id="63" dur="500"/>
                                        <p:tgtEl>
                                          <p:spTgt spid="9">
                                            <p:txEl>
                                              <p:pRg st="2" end="2"/>
                                            </p:txEl>
                                          </p:spTgt>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9">
                                            <p:txEl>
                                              <p:pRg st="3" end="3"/>
                                            </p:txEl>
                                          </p:spTgt>
                                        </p:tgtEl>
                                        <p:attrNameLst>
                                          <p:attrName>style.visibility</p:attrName>
                                        </p:attrNameLst>
                                      </p:cBhvr>
                                      <p:to>
                                        <p:strVal val="visible"/>
                                      </p:to>
                                    </p:set>
                                    <p:anim calcmode="lin" valueType="num">
                                      <p:cBhvr>
                                        <p:cTn id="66" dur="500" fill="hold"/>
                                        <p:tgtEl>
                                          <p:spTgt spid="9">
                                            <p:txEl>
                                              <p:pRg st="3" end="3"/>
                                            </p:txEl>
                                          </p:spTgt>
                                        </p:tgtEl>
                                        <p:attrNameLst>
                                          <p:attrName>ppt_w</p:attrName>
                                        </p:attrNameLst>
                                      </p:cBhvr>
                                      <p:tavLst>
                                        <p:tav tm="0">
                                          <p:val>
                                            <p:fltVal val="0"/>
                                          </p:val>
                                        </p:tav>
                                        <p:tav tm="100000">
                                          <p:val>
                                            <p:strVal val="#ppt_w"/>
                                          </p:val>
                                        </p:tav>
                                      </p:tavLst>
                                    </p:anim>
                                    <p:anim calcmode="lin" valueType="num">
                                      <p:cBhvr>
                                        <p:cTn id="67" dur="500" fill="hold"/>
                                        <p:tgtEl>
                                          <p:spTgt spid="9">
                                            <p:txEl>
                                              <p:pRg st="3" end="3"/>
                                            </p:txEl>
                                          </p:spTgt>
                                        </p:tgtEl>
                                        <p:attrNameLst>
                                          <p:attrName>ppt_h</p:attrName>
                                        </p:attrNameLst>
                                      </p:cBhvr>
                                      <p:tavLst>
                                        <p:tav tm="0">
                                          <p:val>
                                            <p:fltVal val="0"/>
                                          </p:val>
                                        </p:tav>
                                        <p:tav tm="100000">
                                          <p:val>
                                            <p:strVal val="#ppt_h"/>
                                          </p:val>
                                        </p:tav>
                                      </p:tavLst>
                                    </p:anim>
                                    <p:animEffect transition="in" filter="fade">
                                      <p:cBhvr>
                                        <p:cTn id="68" dur="500"/>
                                        <p:tgtEl>
                                          <p:spTgt spid="9">
                                            <p:txEl>
                                              <p:pRg st="3" end="3"/>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nodeType="clickEffect">
                                  <p:stCondLst>
                                    <p:cond delay="0"/>
                                  </p:stCondLst>
                                  <p:childTnLst>
                                    <p:set>
                                      <p:cBhvr>
                                        <p:cTn id="72" dur="1" fill="hold">
                                          <p:stCondLst>
                                            <p:cond delay="0"/>
                                          </p:stCondLst>
                                        </p:cTn>
                                        <p:tgtEl>
                                          <p:spTgt spid="11"/>
                                        </p:tgtEl>
                                        <p:attrNameLst>
                                          <p:attrName>style.visibility</p:attrName>
                                        </p:attrNameLst>
                                      </p:cBhvr>
                                      <p:to>
                                        <p:strVal val="visible"/>
                                      </p:to>
                                    </p:set>
                                    <p:anim calcmode="lin" valueType="num">
                                      <p:cBhvr>
                                        <p:cTn id="73" dur="500" fill="hold"/>
                                        <p:tgtEl>
                                          <p:spTgt spid="11"/>
                                        </p:tgtEl>
                                        <p:attrNameLst>
                                          <p:attrName>ppt_w</p:attrName>
                                        </p:attrNameLst>
                                      </p:cBhvr>
                                      <p:tavLst>
                                        <p:tav tm="0">
                                          <p:val>
                                            <p:fltVal val="0"/>
                                          </p:val>
                                        </p:tav>
                                        <p:tav tm="100000">
                                          <p:val>
                                            <p:strVal val="#ppt_w"/>
                                          </p:val>
                                        </p:tav>
                                      </p:tavLst>
                                    </p:anim>
                                    <p:anim calcmode="lin" valueType="num">
                                      <p:cBhvr>
                                        <p:cTn id="74" dur="500" fill="hold"/>
                                        <p:tgtEl>
                                          <p:spTgt spid="11"/>
                                        </p:tgtEl>
                                        <p:attrNameLst>
                                          <p:attrName>ppt_h</p:attrName>
                                        </p:attrNameLst>
                                      </p:cBhvr>
                                      <p:tavLst>
                                        <p:tav tm="0">
                                          <p:val>
                                            <p:fltVal val="0"/>
                                          </p:val>
                                        </p:tav>
                                        <p:tav tm="100000">
                                          <p:val>
                                            <p:strVal val="#ppt_h"/>
                                          </p:val>
                                        </p:tav>
                                      </p:tavLst>
                                    </p:anim>
                                    <p:animEffect transition="in" filter="fade">
                                      <p:cBhvr>
                                        <p:cTn id="75" dur="500"/>
                                        <p:tgtEl>
                                          <p:spTgt spid="11"/>
                                        </p:tgtEl>
                                      </p:cBhvr>
                                    </p:animEffect>
                                  </p:childTnLst>
                                </p:cTn>
                              </p:par>
                            </p:childTnLst>
                          </p:cTn>
                        </p:par>
                      </p:childTnLst>
                    </p:cTn>
                  </p:par>
                  <p:par>
                    <p:cTn id="76" fill="hold">
                      <p:stCondLst>
                        <p:cond delay="indefinite"/>
                      </p:stCondLst>
                      <p:childTnLst>
                        <p:par>
                          <p:cTn id="77" fill="hold">
                            <p:stCondLst>
                              <p:cond delay="0"/>
                            </p:stCondLst>
                            <p:childTnLst>
                              <p:par>
                                <p:cTn id="78" presetID="53" presetClass="entr" presetSubtype="16" fill="hold" grpId="0" nodeType="clickEffect">
                                  <p:stCondLst>
                                    <p:cond delay="0"/>
                                  </p:stCondLst>
                                  <p:childTnLst>
                                    <p:set>
                                      <p:cBhvr>
                                        <p:cTn id="79" dur="1" fill="hold">
                                          <p:stCondLst>
                                            <p:cond delay="0"/>
                                          </p:stCondLst>
                                        </p:cTn>
                                        <p:tgtEl>
                                          <p:spTgt spid="9">
                                            <p:txEl>
                                              <p:pRg st="4" end="4"/>
                                            </p:txEl>
                                          </p:spTgt>
                                        </p:tgtEl>
                                        <p:attrNameLst>
                                          <p:attrName>style.visibility</p:attrName>
                                        </p:attrNameLst>
                                      </p:cBhvr>
                                      <p:to>
                                        <p:strVal val="visible"/>
                                      </p:to>
                                    </p:set>
                                    <p:anim calcmode="lin" valueType="num">
                                      <p:cBhvr>
                                        <p:cTn id="80" dur="500" fill="hold"/>
                                        <p:tgtEl>
                                          <p:spTgt spid="9">
                                            <p:txEl>
                                              <p:pRg st="4" end="4"/>
                                            </p:txEl>
                                          </p:spTgt>
                                        </p:tgtEl>
                                        <p:attrNameLst>
                                          <p:attrName>ppt_w</p:attrName>
                                        </p:attrNameLst>
                                      </p:cBhvr>
                                      <p:tavLst>
                                        <p:tav tm="0">
                                          <p:val>
                                            <p:fltVal val="0"/>
                                          </p:val>
                                        </p:tav>
                                        <p:tav tm="100000">
                                          <p:val>
                                            <p:strVal val="#ppt_w"/>
                                          </p:val>
                                        </p:tav>
                                      </p:tavLst>
                                    </p:anim>
                                    <p:anim calcmode="lin" valueType="num">
                                      <p:cBhvr>
                                        <p:cTn id="81" dur="500" fill="hold"/>
                                        <p:tgtEl>
                                          <p:spTgt spid="9">
                                            <p:txEl>
                                              <p:pRg st="4" end="4"/>
                                            </p:txEl>
                                          </p:spTgt>
                                        </p:tgtEl>
                                        <p:attrNameLst>
                                          <p:attrName>ppt_h</p:attrName>
                                        </p:attrNameLst>
                                      </p:cBhvr>
                                      <p:tavLst>
                                        <p:tav tm="0">
                                          <p:val>
                                            <p:fltVal val="0"/>
                                          </p:val>
                                        </p:tav>
                                        <p:tav tm="100000">
                                          <p:val>
                                            <p:strVal val="#ppt_h"/>
                                          </p:val>
                                        </p:tav>
                                      </p:tavLst>
                                    </p:anim>
                                    <p:animEffect transition="in" filter="fade">
                                      <p:cBhvr>
                                        <p:cTn id="82" dur="500"/>
                                        <p:tgtEl>
                                          <p:spTgt spid="9">
                                            <p:txEl>
                                              <p:pRg st="4" end="4"/>
                                            </p:txEl>
                                          </p:spTgt>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9">
                                            <p:txEl>
                                              <p:pRg st="5" end="5"/>
                                            </p:txEl>
                                          </p:spTgt>
                                        </p:tgtEl>
                                        <p:attrNameLst>
                                          <p:attrName>style.visibility</p:attrName>
                                        </p:attrNameLst>
                                      </p:cBhvr>
                                      <p:to>
                                        <p:strVal val="visible"/>
                                      </p:to>
                                    </p:set>
                                    <p:anim calcmode="lin" valueType="num">
                                      <p:cBhvr>
                                        <p:cTn id="85" dur="500" fill="hold"/>
                                        <p:tgtEl>
                                          <p:spTgt spid="9">
                                            <p:txEl>
                                              <p:pRg st="5" end="5"/>
                                            </p:txEl>
                                          </p:spTgt>
                                        </p:tgtEl>
                                        <p:attrNameLst>
                                          <p:attrName>ppt_w</p:attrName>
                                        </p:attrNameLst>
                                      </p:cBhvr>
                                      <p:tavLst>
                                        <p:tav tm="0">
                                          <p:val>
                                            <p:fltVal val="0"/>
                                          </p:val>
                                        </p:tav>
                                        <p:tav tm="100000">
                                          <p:val>
                                            <p:strVal val="#ppt_w"/>
                                          </p:val>
                                        </p:tav>
                                      </p:tavLst>
                                    </p:anim>
                                    <p:anim calcmode="lin" valueType="num">
                                      <p:cBhvr>
                                        <p:cTn id="86" dur="500" fill="hold"/>
                                        <p:tgtEl>
                                          <p:spTgt spid="9">
                                            <p:txEl>
                                              <p:pRg st="5" end="5"/>
                                            </p:txEl>
                                          </p:spTgt>
                                        </p:tgtEl>
                                        <p:attrNameLst>
                                          <p:attrName>ppt_h</p:attrName>
                                        </p:attrNameLst>
                                      </p:cBhvr>
                                      <p:tavLst>
                                        <p:tav tm="0">
                                          <p:val>
                                            <p:fltVal val="0"/>
                                          </p:val>
                                        </p:tav>
                                        <p:tav tm="100000">
                                          <p:val>
                                            <p:strVal val="#ppt_h"/>
                                          </p:val>
                                        </p:tav>
                                      </p:tavLst>
                                    </p:anim>
                                    <p:animEffect transition="in" filter="fade">
                                      <p:cBhvr>
                                        <p:cTn id="87" dur="500"/>
                                        <p:tgtEl>
                                          <p:spTgt spid="9">
                                            <p:txEl>
                                              <p:pRg st="5" end="5"/>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53" presetClass="entr" presetSubtype="16" fill="hold" grpId="0" nodeType="clickEffect">
                                  <p:stCondLst>
                                    <p:cond delay="0"/>
                                  </p:stCondLst>
                                  <p:childTnLst>
                                    <p:set>
                                      <p:cBhvr>
                                        <p:cTn id="91" dur="1" fill="hold">
                                          <p:stCondLst>
                                            <p:cond delay="0"/>
                                          </p:stCondLst>
                                        </p:cTn>
                                        <p:tgtEl>
                                          <p:spTgt spid="9">
                                            <p:txEl>
                                              <p:pRg st="6" end="6"/>
                                            </p:txEl>
                                          </p:spTgt>
                                        </p:tgtEl>
                                        <p:attrNameLst>
                                          <p:attrName>style.visibility</p:attrName>
                                        </p:attrNameLst>
                                      </p:cBhvr>
                                      <p:to>
                                        <p:strVal val="visible"/>
                                      </p:to>
                                    </p:set>
                                    <p:anim calcmode="lin" valueType="num">
                                      <p:cBhvr>
                                        <p:cTn id="92" dur="500" fill="hold"/>
                                        <p:tgtEl>
                                          <p:spTgt spid="9">
                                            <p:txEl>
                                              <p:pRg st="6" end="6"/>
                                            </p:txEl>
                                          </p:spTgt>
                                        </p:tgtEl>
                                        <p:attrNameLst>
                                          <p:attrName>ppt_w</p:attrName>
                                        </p:attrNameLst>
                                      </p:cBhvr>
                                      <p:tavLst>
                                        <p:tav tm="0">
                                          <p:val>
                                            <p:fltVal val="0"/>
                                          </p:val>
                                        </p:tav>
                                        <p:tav tm="100000">
                                          <p:val>
                                            <p:strVal val="#ppt_w"/>
                                          </p:val>
                                        </p:tav>
                                      </p:tavLst>
                                    </p:anim>
                                    <p:anim calcmode="lin" valueType="num">
                                      <p:cBhvr>
                                        <p:cTn id="93" dur="500" fill="hold"/>
                                        <p:tgtEl>
                                          <p:spTgt spid="9">
                                            <p:txEl>
                                              <p:pRg st="6" end="6"/>
                                            </p:txEl>
                                          </p:spTgt>
                                        </p:tgtEl>
                                        <p:attrNameLst>
                                          <p:attrName>ppt_h</p:attrName>
                                        </p:attrNameLst>
                                      </p:cBhvr>
                                      <p:tavLst>
                                        <p:tav tm="0">
                                          <p:val>
                                            <p:fltVal val="0"/>
                                          </p:val>
                                        </p:tav>
                                        <p:tav tm="100000">
                                          <p:val>
                                            <p:strVal val="#ppt_h"/>
                                          </p:val>
                                        </p:tav>
                                      </p:tavLst>
                                    </p:anim>
                                    <p:animEffect transition="in" filter="fade">
                                      <p:cBhvr>
                                        <p:cTn id="94" dur="500"/>
                                        <p:tgtEl>
                                          <p:spTgt spid="9">
                                            <p:txEl>
                                              <p:pRg st="6" end="6"/>
                                            </p:txEl>
                                          </p:spTgt>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9">
                                            <p:txEl>
                                              <p:pRg st="7" end="7"/>
                                            </p:txEl>
                                          </p:spTgt>
                                        </p:tgtEl>
                                        <p:attrNameLst>
                                          <p:attrName>style.visibility</p:attrName>
                                        </p:attrNameLst>
                                      </p:cBhvr>
                                      <p:to>
                                        <p:strVal val="visible"/>
                                      </p:to>
                                    </p:set>
                                    <p:anim calcmode="lin" valueType="num">
                                      <p:cBhvr>
                                        <p:cTn id="97" dur="500" fill="hold"/>
                                        <p:tgtEl>
                                          <p:spTgt spid="9">
                                            <p:txEl>
                                              <p:pRg st="7" end="7"/>
                                            </p:txEl>
                                          </p:spTgt>
                                        </p:tgtEl>
                                        <p:attrNameLst>
                                          <p:attrName>ppt_w</p:attrName>
                                        </p:attrNameLst>
                                      </p:cBhvr>
                                      <p:tavLst>
                                        <p:tav tm="0">
                                          <p:val>
                                            <p:fltVal val="0"/>
                                          </p:val>
                                        </p:tav>
                                        <p:tav tm="100000">
                                          <p:val>
                                            <p:strVal val="#ppt_w"/>
                                          </p:val>
                                        </p:tav>
                                      </p:tavLst>
                                    </p:anim>
                                    <p:anim calcmode="lin" valueType="num">
                                      <p:cBhvr>
                                        <p:cTn id="98" dur="500" fill="hold"/>
                                        <p:tgtEl>
                                          <p:spTgt spid="9">
                                            <p:txEl>
                                              <p:pRg st="7" end="7"/>
                                            </p:txEl>
                                          </p:spTgt>
                                        </p:tgtEl>
                                        <p:attrNameLst>
                                          <p:attrName>ppt_h</p:attrName>
                                        </p:attrNameLst>
                                      </p:cBhvr>
                                      <p:tavLst>
                                        <p:tav tm="0">
                                          <p:val>
                                            <p:fltVal val="0"/>
                                          </p:val>
                                        </p:tav>
                                        <p:tav tm="100000">
                                          <p:val>
                                            <p:strVal val="#ppt_h"/>
                                          </p:val>
                                        </p:tav>
                                      </p:tavLst>
                                    </p:anim>
                                    <p:animEffect transition="in" filter="fade">
                                      <p:cBhvr>
                                        <p:cTn id="99" dur="500"/>
                                        <p:tgtEl>
                                          <p:spTgt spid="9">
                                            <p:txEl>
                                              <p:pRg st="7" end="7"/>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53" presetClass="entr" presetSubtype="16" fill="hold" nodeType="clickEffect">
                                  <p:stCondLst>
                                    <p:cond delay="0"/>
                                  </p:stCondLst>
                                  <p:childTnLst>
                                    <p:set>
                                      <p:cBhvr>
                                        <p:cTn id="103" dur="1" fill="hold">
                                          <p:stCondLst>
                                            <p:cond delay="0"/>
                                          </p:stCondLst>
                                        </p:cTn>
                                        <p:tgtEl>
                                          <p:spTgt spid="12"/>
                                        </p:tgtEl>
                                        <p:attrNameLst>
                                          <p:attrName>style.visibility</p:attrName>
                                        </p:attrNameLst>
                                      </p:cBhvr>
                                      <p:to>
                                        <p:strVal val="visible"/>
                                      </p:to>
                                    </p:set>
                                    <p:anim calcmode="lin" valueType="num">
                                      <p:cBhvr>
                                        <p:cTn id="104" dur="500" fill="hold"/>
                                        <p:tgtEl>
                                          <p:spTgt spid="12"/>
                                        </p:tgtEl>
                                        <p:attrNameLst>
                                          <p:attrName>ppt_w</p:attrName>
                                        </p:attrNameLst>
                                      </p:cBhvr>
                                      <p:tavLst>
                                        <p:tav tm="0">
                                          <p:val>
                                            <p:fltVal val="0"/>
                                          </p:val>
                                        </p:tav>
                                        <p:tav tm="100000">
                                          <p:val>
                                            <p:strVal val="#ppt_w"/>
                                          </p:val>
                                        </p:tav>
                                      </p:tavLst>
                                    </p:anim>
                                    <p:anim calcmode="lin" valueType="num">
                                      <p:cBhvr>
                                        <p:cTn id="105" dur="500" fill="hold"/>
                                        <p:tgtEl>
                                          <p:spTgt spid="12"/>
                                        </p:tgtEl>
                                        <p:attrNameLst>
                                          <p:attrName>ppt_h</p:attrName>
                                        </p:attrNameLst>
                                      </p:cBhvr>
                                      <p:tavLst>
                                        <p:tav tm="0">
                                          <p:val>
                                            <p:fltVal val="0"/>
                                          </p:val>
                                        </p:tav>
                                        <p:tav tm="100000">
                                          <p:val>
                                            <p:strVal val="#ppt_h"/>
                                          </p:val>
                                        </p:tav>
                                      </p:tavLst>
                                    </p:anim>
                                    <p:animEffect transition="in" filter="fade">
                                      <p:cBhvr>
                                        <p:cTn id="106" dur="500"/>
                                        <p:tgtEl>
                                          <p:spTgt spid="12"/>
                                        </p:tgtEl>
                                      </p:cBhvr>
                                    </p:animEffect>
                                  </p:childTnLst>
                                </p:cTn>
                              </p:par>
                            </p:childTnLst>
                          </p:cTn>
                        </p:par>
                      </p:childTnLst>
                    </p:cTn>
                  </p:par>
                  <p:par>
                    <p:cTn id="107" fill="hold">
                      <p:stCondLst>
                        <p:cond delay="indefinite"/>
                      </p:stCondLst>
                      <p:childTnLst>
                        <p:par>
                          <p:cTn id="108" fill="hold">
                            <p:stCondLst>
                              <p:cond delay="0"/>
                            </p:stCondLst>
                            <p:childTnLst>
                              <p:par>
                                <p:cTn id="109" presetID="53" presetClass="entr" presetSubtype="16" fill="hold" grpId="0" nodeType="clickEffect">
                                  <p:stCondLst>
                                    <p:cond delay="0"/>
                                  </p:stCondLst>
                                  <p:childTnLst>
                                    <p:set>
                                      <p:cBhvr>
                                        <p:cTn id="110" dur="1" fill="hold">
                                          <p:stCondLst>
                                            <p:cond delay="0"/>
                                          </p:stCondLst>
                                        </p:cTn>
                                        <p:tgtEl>
                                          <p:spTgt spid="9">
                                            <p:txEl>
                                              <p:pRg st="8" end="8"/>
                                            </p:txEl>
                                          </p:spTgt>
                                        </p:tgtEl>
                                        <p:attrNameLst>
                                          <p:attrName>style.visibility</p:attrName>
                                        </p:attrNameLst>
                                      </p:cBhvr>
                                      <p:to>
                                        <p:strVal val="visible"/>
                                      </p:to>
                                    </p:set>
                                    <p:anim calcmode="lin" valueType="num">
                                      <p:cBhvr>
                                        <p:cTn id="111" dur="500" fill="hold"/>
                                        <p:tgtEl>
                                          <p:spTgt spid="9">
                                            <p:txEl>
                                              <p:pRg st="8" end="8"/>
                                            </p:txEl>
                                          </p:spTgt>
                                        </p:tgtEl>
                                        <p:attrNameLst>
                                          <p:attrName>ppt_w</p:attrName>
                                        </p:attrNameLst>
                                      </p:cBhvr>
                                      <p:tavLst>
                                        <p:tav tm="0">
                                          <p:val>
                                            <p:fltVal val="0"/>
                                          </p:val>
                                        </p:tav>
                                        <p:tav tm="100000">
                                          <p:val>
                                            <p:strVal val="#ppt_w"/>
                                          </p:val>
                                        </p:tav>
                                      </p:tavLst>
                                    </p:anim>
                                    <p:anim calcmode="lin" valueType="num">
                                      <p:cBhvr>
                                        <p:cTn id="112" dur="500" fill="hold"/>
                                        <p:tgtEl>
                                          <p:spTgt spid="9">
                                            <p:txEl>
                                              <p:pRg st="8" end="8"/>
                                            </p:txEl>
                                          </p:spTgt>
                                        </p:tgtEl>
                                        <p:attrNameLst>
                                          <p:attrName>ppt_h</p:attrName>
                                        </p:attrNameLst>
                                      </p:cBhvr>
                                      <p:tavLst>
                                        <p:tav tm="0">
                                          <p:val>
                                            <p:fltVal val="0"/>
                                          </p:val>
                                        </p:tav>
                                        <p:tav tm="100000">
                                          <p:val>
                                            <p:strVal val="#ppt_h"/>
                                          </p:val>
                                        </p:tav>
                                      </p:tavLst>
                                    </p:anim>
                                    <p:animEffect transition="in" filter="fade">
                                      <p:cBhvr>
                                        <p:cTn id="113" dur="500"/>
                                        <p:tgtEl>
                                          <p:spTgt spid="9">
                                            <p:txEl>
                                              <p:pRg st="8" end="8"/>
                                            </p:txEl>
                                          </p:spTgt>
                                        </p:tgtEl>
                                      </p:cBhvr>
                                    </p:animEffect>
                                  </p:childTnLst>
                                </p:cTn>
                              </p:par>
                              <p:par>
                                <p:cTn id="114" presetID="53" presetClass="entr" presetSubtype="16" fill="hold" grpId="0" nodeType="withEffect">
                                  <p:stCondLst>
                                    <p:cond delay="0"/>
                                  </p:stCondLst>
                                  <p:childTnLst>
                                    <p:set>
                                      <p:cBhvr>
                                        <p:cTn id="115" dur="1" fill="hold">
                                          <p:stCondLst>
                                            <p:cond delay="0"/>
                                          </p:stCondLst>
                                        </p:cTn>
                                        <p:tgtEl>
                                          <p:spTgt spid="9">
                                            <p:txEl>
                                              <p:pRg st="9" end="9"/>
                                            </p:txEl>
                                          </p:spTgt>
                                        </p:tgtEl>
                                        <p:attrNameLst>
                                          <p:attrName>style.visibility</p:attrName>
                                        </p:attrNameLst>
                                      </p:cBhvr>
                                      <p:to>
                                        <p:strVal val="visible"/>
                                      </p:to>
                                    </p:set>
                                    <p:anim calcmode="lin" valueType="num">
                                      <p:cBhvr>
                                        <p:cTn id="116" dur="500" fill="hold"/>
                                        <p:tgtEl>
                                          <p:spTgt spid="9">
                                            <p:txEl>
                                              <p:pRg st="9" end="9"/>
                                            </p:txEl>
                                          </p:spTgt>
                                        </p:tgtEl>
                                        <p:attrNameLst>
                                          <p:attrName>ppt_w</p:attrName>
                                        </p:attrNameLst>
                                      </p:cBhvr>
                                      <p:tavLst>
                                        <p:tav tm="0">
                                          <p:val>
                                            <p:fltVal val="0"/>
                                          </p:val>
                                        </p:tav>
                                        <p:tav tm="100000">
                                          <p:val>
                                            <p:strVal val="#ppt_w"/>
                                          </p:val>
                                        </p:tav>
                                      </p:tavLst>
                                    </p:anim>
                                    <p:anim calcmode="lin" valueType="num">
                                      <p:cBhvr>
                                        <p:cTn id="117" dur="500" fill="hold"/>
                                        <p:tgtEl>
                                          <p:spTgt spid="9">
                                            <p:txEl>
                                              <p:pRg st="9" end="9"/>
                                            </p:txEl>
                                          </p:spTgt>
                                        </p:tgtEl>
                                        <p:attrNameLst>
                                          <p:attrName>ppt_h</p:attrName>
                                        </p:attrNameLst>
                                      </p:cBhvr>
                                      <p:tavLst>
                                        <p:tav tm="0">
                                          <p:val>
                                            <p:fltVal val="0"/>
                                          </p:val>
                                        </p:tav>
                                        <p:tav tm="100000">
                                          <p:val>
                                            <p:strVal val="#ppt_h"/>
                                          </p:val>
                                        </p:tav>
                                      </p:tavLst>
                                    </p:anim>
                                    <p:animEffect transition="in" filter="fade">
                                      <p:cBhvr>
                                        <p:cTn id="118" dur="500"/>
                                        <p:tgtEl>
                                          <p:spTgt spid="9">
                                            <p:txEl>
                                              <p:pRg st="9" end="9"/>
                                            </p:txEl>
                                          </p:spTgt>
                                        </p:tgtEl>
                                      </p:cBhvr>
                                    </p:animEffect>
                                  </p:childTnLst>
                                </p:cTn>
                              </p:par>
                              <p:par>
                                <p:cTn id="119" presetID="53" presetClass="entr" presetSubtype="16" fill="hold" grpId="0" nodeType="withEffect">
                                  <p:stCondLst>
                                    <p:cond delay="0"/>
                                  </p:stCondLst>
                                  <p:childTnLst>
                                    <p:set>
                                      <p:cBhvr>
                                        <p:cTn id="120" dur="1" fill="hold">
                                          <p:stCondLst>
                                            <p:cond delay="0"/>
                                          </p:stCondLst>
                                        </p:cTn>
                                        <p:tgtEl>
                                          <p:spTgt spid="9">
                                            <p:txEl>
                                              <p:pRg st="10" end="10"/>
                                            </p:txEl>
                                          </p:spTgt>
                                        </p:tgtEl>
                                        <p:attrNameLst>
                                          <p:attrName>style.visibility</p:attrName>
                                        </p:attrNameLst>
                                      </p:cBhvr>
                                      <p:to>
                                        <p:strVal val="visible"/>
                                      </p:to>
                                    </p:set>
                                    <p:anim calcmode="lin" valueType="num">
                                      <p:cBhvr>
                                        <p:cTn id="121" dur="500" fill="hold"/>
                                        <p:tgtEl>
                                          <p:spTgt spid="9">
                                            <p:txEl>
                                              <p:pRg st="10" end="10"/>
                                            </p:txEl>
                                          </p:spTgt>
                                        </p:tgtEl>
                                        <p:attrNameLst>
                                          <p:attrName>ppt_w</p:attrName>
                                        </p:attrNameLst>
                                      </p:cBhvr>
                                      <p:tavLst>
                                        <p:tav tm="0">
                                          <p:val>
                                            <p:fltVal val="0"/>
                                          </p:val>
                                        </p:tav>
                                        <p:tav tm="100000">
                                          <p:val>
                                            <p:strVal val="#ppt_w"/>
                                          </p:val>
                                        </p:tav>
                                      </p:tavLst>
                                    </p:anim>
                                    <p:anim calcmode="lin" valueType="num">
                                      <p:cBhvr>
                                        <p:cTn id="122" dur="500" fill="hold"/>
                                        <p:tgtEl>
                                          <p:spTgt spid="9">
                                            <p:txEl>
                                              <p:pRg st="10" end="10"/>
                                            </p:txEl>
                                          </p:spTgt>
                                        </p:tgtEl>
                                        <p:attrNameLst>
                                          <p:attrName>ppt_h</p:attrName>
                                        </p:attrNameLst>
                                      </p:cBhvr>
                                      <p:tavLst>
                                        <p:tav tm="0">
                                          <p:val>
                                            <p:fltVal val="0"/>
                                          </p:val>
                                        </p:tav>
                                        <p:tav tm="100000">
                                          <p:val>
                                            <p:strVal val="#ppt_h"/>
                                          </p:val>
                                        </p:tav>
                                      </p:tavLst>
                                    </p:anim>
                                    <p:animEffect transition="in" filter="fade">
                                      <p:cBhvr>
                                        <p:cTn id="123" dur="500"/>
                                        <p:tgtEl>
                                          <p:spTgt spid="9">
                                            <p:txEl>
                                              <p:pRg st="10" end="10"/>
                                            </p:txEl>
                                          </p:spTgt>
                                        </p:tgtEl>
                                      </p:cBhvr>
                                    </p:animEffect>
                                  </p:childTnLst>
                                </p:cTn>
                              </p:par>
                              <p:par>
                                <p:cTn id="124" presetID="53" presetClass="entr" presetSubtype="16" fill="hold" grpId="0" nodeType="withEffect">
                                  <p:stCondLst>
                                    <p:cond delay="0"/>
                                  </p:stCondLst>
                                  <p:childTnLst>
                                    <p:set>
                                      <p:cBhvr>
                                        <p:cTn id="125" dur="1" fill="hold">
                                          <p:stCondLst>
                                            <p:cond delay="0"/>
                                          </p:stCondLst>
                                        </p:cTn>
                                        <p:tgtEl>
                                          <p:spTgt spid="9">
                                            <p:txEl>
                                              <p:pRg st="11" end="11"/>
                                            </p:txEl>
                                          </p:spTgt>
                                        </p:tgtEl>
                                        <p:attrNameLst>
                                          <p:attrName>style.visibility</p:attrName>
                                        </p:attrNameLst>
                                      </p:cBhvr>
                                      <p:to>
                                        <p:strVal val="visible"/>
                                      </p:to>
                                    </p:set>
                                    <p:anim calcmode="lin" valueType="num">
                                      <p:cBhvr>
                                        <p:cTn id="126" dur="500" fill="hold"/>
                                        <p:tgtEl>
                                          <p:spTgt spid="9">
                                            <p:txEl>
                                              <p:pRg st="11" end="11"/>
                                            </p:txEl>
                                          </p:spTgt>
                                        </p:tgtEl>
                                        <p:attrNameLst>
                                          <p:attrName>ppt_w</p:attrName>
                                        </p:attrNameLst>
                                      </p:cBhvr>
                                      <p:tavLst>
                                        <p:tav tm="0">
                                          <p:val>
                                            <p:fltVal val="0"/>
                                          </p:val>
                                        </p:tav>
                                        <p:tav tm="100000">
                                          <p:val>
                                            <p:strVal val="#ppt_w"/>
                                          </p:val>
                                        </p:tav>
                                      </p:tavLst>
                                    </p:anim>
                                    <p:anim calcmode="lin" valueType="num">
                                      <p:cBhvr>
                                        <p:cTn id="127" dur="500" fill="hold"/>
                                        <p:tgtEl>
                                          <p:spTgt spid="9">
                                            <p:txEl>
                                              <p:pRg st="11" end="11"/>
                                            </p:txEl>
                                          </p:spTgt>
                                        </p:tgtEl>
                                        <p:attrNameLst>
                                          <p:attrName>ppt_h</p:attrName>
                                        </p:attrNameLst>
                                      </p:cBhvr>
                                      <p:tavLst>
                                        <p:tav tm="0">
                                          <p:val>
                                            <p:fltVal val="0"/>
                                          </p:val>
                                        </p:tav>
                                        <p:tav tm="100000">
                                          <p:val>
                                            <p:strVal val="#ppt_h"/>
                                          </p:val>
                                        </p:tav>
                                      </p:tavLst>
                                    </p:anim>
                                    <p:animEffect transition="in" filter="fade">
                                      <p:cBhvr>
                                        <p:cTn id="128" dur="500"/>
                                        <p:tgtEl>
                                          <p:spTgt spid="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9" grpId="1"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p:nvPr/>
        </p:nvSpPr>
        <p:spPr bwMode="auto">
          <a:xfrm>
            <a:off x="687388" y="228600"/>
            <a:ext cx="7772400" cy="66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algn="ctr">
              <a:lnSpc>
                <a:spcPct val="85000"/>
              </a:lnSpc>
              <a:spcBef>
                <a:spcPct val="0"/>
              </a:spcBef>
            </a:pPr>
            <a:r>
              <a:rPr lang="zh-CN" altLang="en-US" sz="4400" i="1">
                <a:solidFill>
                  <a:srgbClr val="0000FF"/>
                </a:solidFill>
                <a:effectLst>
                  <a:outerShdw blurRad="38100" dist="38100" dir="2700000" algn="tl">
                    <a:srgbClr val="C0C0C0"/>
                  </a:outerShdw>
                </a:effectLst>
                <a:ea typeface="黑体" charset="0"/>
              </a:rPr>
              <a:t>二维数组的定义</a:t>
            </a:r>
            <a:endParaRPr lang="zh-CN" altLang="en-US" sz="4400" i="1">
              <a:solidFill>
                <a:srgbClr val="0000FF"/>
              </a:solidFill>
              <a:effectLst>
                <a:outerShdw blurRad="38100" dist="38100" dir="2700000" algn="tl">
                  <a:srgbClr val="C0C0C0"/>
                </a:outerShdw>
              </a:effectLst>
              <a:ea typeface="黑体" charset="0"/>
            </a:endParaRPr>
          </a:p>
        </p:txBody>
      </p:sp>
      <p:sp>
        <p:nvSpPr>
          <p:cNvPr id="313347" name="Text Box 3"/>
          <p:cNvSpPr txBox="1"/>
          <p:nvPr/>
        </p:nvSpPr>
        <p:spPr bwMode="auto">
          <a:xfrm>
            <a:off x="107950" y="1327150"/>
            <a:ext cx="91440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lnSpc>
                <a:spcPct val="115000"/>
              </a:lnSpc>
              <a:spcBef>
                <a:spcPct val="20000"/>
              </a:spcBef>
              <a:buClr>
                <a:srgbClr val="CCCCFF"/>
              </a:buClr>
              <a:buFont typeface="Monotype Sorts" charset="2"/>
              <a:buNone/>
            </a:pPr>
            <a:r>
              <a:rPr kumimoji="1" lang="zh-CN" altLang="en-US" sz="3200">
                <a:solidFill>
                  <a:srgbClr val="0066FF"/>
                </a:solidFill>
                <a:effectLst>
                  <a:outerShdw blurRad="38100" dist="38100" dir="2700000" algn="tl">
                    <a:srgbClr val="C0C0C0"/>
                  </a:outerShdw>
                </a:effectLst>
                <a:ea typeface="宋体" charset="-122"/>
              </a:rPr>
              <a:t>数据类型  数组名</a:t>
            </a:r>
            <a:r>
              <a:rPr kumimoji="1" lang="en-US" altLang="zh-CN" sz="3200">
                <a:solidFill>
                  <a:srgbClr val="0066FF"/>
                </a:solidFill>
                <a:effectLst>
                  <a:outerShdw blurRad="38100" dist="38100" dir="2700000" algn="tl">
                    <a:srgbClr val="C0C0C0"/>
                  </a:outerShdw>
                </a:effectLst>
                <a:ea typeface="宋体" charset="-122"/>
              </a:rPr>
              <a:t>[</a:t>
            </a:r>
            <a:r>
              <a:rPr kumimoji="1" lang="zh-CN" altLang="en-US" sz="3200">
                <a:solidFill>
                  <a:srgbClr val="0066FF"/>
                </a:solidFill>
                <a:effectLst>
                  <a:outerShdw blurRad="38100" dist="38100" dir="2700000" algn="tl">
                    <a:srgbClr val="C0C0C0"/>
                  </a:outerShdw>
                </a:effectLst>
                <a:ea typeface="宋体" charset="-122"/>
              </a:rPr>
              <a:t>常量表达式</a:t>
            </a:r>
            <a:r>
              <a:rPr kumimoji="1" lang="en-US" altLang="zh-CN" sz="3200">
                <a:solidFill>
                  <a:srgbClr val="0066FF"/>
                </a:solidFill>
                <a:effectLst>
                  <a:outerShdw blurRad="38100" dist="38100" dir="2700000" algn="tl">
                    <a:srgbClr val="C0C0C0"/>
                  </a:outerShdw>
                </a:effectLst>
                <a:ea typeface="宋体" charset="-122"/>
              </a:rPr>
              <a:t>][</a:t>
            </a:r>
            <a:r>
              <a:rPr kumimoji="1" lang="zh-CN" altLang="en-US" sz="3200">
                <a:solidFill>
                  <a:srgbClr val="0066FF"/>
                </a:solidFill>
                <a:effectLst>
                  <a:outerShdw blurRad="38100" dist="38100" dir="2700000" algn="tl">
                    <a:srgbClr val="C0C0C0"/>
                  </a:outerShdw>
                </a:effectLst>
                <a:ea typeface="宋体" charset="-122"/>
              </a:rPr>
              <a:t>常量表达式</a:t>
            </a:r>
            <a:r>
              <a:rPr kumimoji="1" lang="en-US" altLang="zh-CN" sz="3200">
                <a:solidFill>
                  <a:srgbClr val="0066FF"/>
                </a:solidFill>
                <a:effectLst>
                  <a:outerShdw blurRad="38100" dist="38100" dir="2700000" algn="tl">
                    <a:srgbClr val="C0C0C0"/>
                  </a:outerShdw>
                </a:effectLst>
                <a:ea typeface="宋体" charset="-122"/>
              </a:rPr>
              <a:t>]</a:t>
            </a:r>
            <a:r>
              <a:rPr kumimoji="1" lang="zh-CN" altLang="en-US" sz="3200">
                <a:solidFill>
                  <a:srgbClr val="0066FF"/>
                </a:solidFill>
                <a:effectLst>
                  <a:outerShdw blurRad="38100" dist="38100" dir="2700000" algn="tl">
                    <a:srgbClr val="C0C0C0"/>
                  </a:outerShdw>
                </a:effectLst>
                <a:ea typeface="宋体" charset="-122"/>
              </a:rPr>
              <a:t>；</a:t>
            </a:r>
            <a:endParaRPr kumimoji="1" lang="zh-CN" altLang="en-US" sz="3200">
              <a:solidFill>
                <a:srgbClr val="0066FF"/>
              </a:solidFill>
              <a:effectLst>
                <a:outerShdw blurRad="38100" dist="38100" dir="2700000" algn="tl">
                  <a:srgbClr val="C0C0C0"/>
                </a:outerShdw>
              </a:effectLst>
              <a:ea typeface="宋体" charset="-122"/>
            </a:endParaRPr>
          </a:p>
        </p:txBody>
      </p:sp>
      <p:sp>
        <p:nvSpPr>
          <p:cNvPr id="313348" name="Text Box 4"/>
          <p:cNvSpPr txBox="1"/>
          <p:nvPr/>
        </p:nvSpPr>
        <p:spPr bwMode="auto">
          <a:xfrm>
            <a:off x="2209800" y="2165350"/>
            <a:ext cx="31178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defRPr/>
            </a:pPr>
            <a:r>
              <a:rPr kumimoji="1" lang="en-US" altLang="zh-CN" sz="3200">
                <a:solidFill>
                  <a:schemeClr val="tx1"/>
                </a:solidFill>
                <a:effectLst>
                  <a:outerShdw blurRad="38100" dist="38100" dir="2700000" algn="tl">
                    <a:srgbClr val="C0C0C0"/>
                  </a:outerShdw>
                </a:effectLst>
                <a:latin typeface="Courier New" charset="0"/>
                <a:ea typeface="宋体" charset="-122"/>
              </a:rPr>
              <a:t>int a[2][3];</a:t>
            </a:r>
            <a:endParaRPr kumimoji="1" lang="en-US" altLang="zh-CN" sz="3200">
              <a:solidFill>
                <a:schemeClr val="tx1"/>
              </a:solidFill>
              <a:effectLst>
                <a:outerShdw blurRad="38100" dist="38100" dir="2700000" algn="tl">
                  <a:srgbClr val="C0C0C0"/>
                </a:outerShdw>
              </a:effectLst>
              <a:latin typeface="Courier New" charset="0"/>
              <a:ea typeface="宋体" charset="-122"/>
            </a:endParaRPr>
          </a:p>
        </p:txBody>
      </p:sp>
      <p:sp>
        <p:nvSpPr>
          <p:cNvPr id="313349" name="Text Box 5"/>
          <p:cNvSpPr txBox="1"/>
          <p:nvPr/>
        </p:nvSpPr>
        <p:spPr bwMode="auto">
          <a:xfrm>
            <a:off x="717550" y="4222750"/>
            <a:ext cx="1162050"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defRPr/>
            </a:pPr>
            <a:r>
              <a:rPr kumimoji="1" lang="en-US" altLang="zh-CN" sz="3200">
                <a:solidFill>
                  <a:schemeClr val="tx1"/>
                </a:solidFill>
                <a:effectLst>
                  <a:outerShdw blurRad="38100" dist="38100" dir="2700000" algn="tl">
                    <a:srgbClr val="C0C0C0"/>
                  </a:outerShdw>
                </a:effectLst>
                <a:latin typeface="Courier New" charset="0"/>
                <a:ea typeface="宋体" charset="-122"/>
              </a:rPr>
              <a:t>a[0]</a:t>
            </a:r>
            <a:endParaRPr kumimoji="1" lang="en-US" altLang="zh-CN" sz="3200">
              <a:solidFill>
                <a:schemeClr val="tx1"/>
              </a:solidFill>
              <a:effectLst>
                <a:outerShdw blurRad="38100" dist="38100" dir="2700000" algn="tl">
                  <a:srgbClr val="C0C0C0"/>
                </a:outerShdw>
              </a:effectLst>
              <a:latin typeface="Courier New" charset="0"/>
              <a:ea typeface="宋体" charset="-122"/>
            </a:endParaRPr>
          </a:p>
          <a:p>
            <a:pPr eaLnBrk="1" hangingPunct="1">
              <a:spcBef>
                <a:spcPct val="0"/>
              </a:spcBef>
              <a:defRPr/>
            </a:pPr>
            <a:endParaRPr kumimoji="1" lang="en-US" altLang="zh-CN" sz="3200">
              <a:solidFill>
                <a:schemeClr val="tx1"/>
              </a:solidFill>
              <a:effectLst>
                <a:outerShdw blurRad="38100" dist="38100" dir="2700000" algn="tl">
                  <a:srgbClr val="C0C0C0"/>
                </a:outerShdw>
              </a:effectLst>
              <a:latin typeface="Courier New" charset="0"/>
              <a:ea typeface="宋体" charset="-122"/>
            </a:endParaRPr>
          </a:p>
          <a:p>
            <a:pPr eaLnBrk="1" hangingPunct="1">
              <a:spcBef>
                <a:spcPct val="0"/>
              </a:spcBef>
              <a:defRPr/>
            </a:pPr>
            <a:r>
              <a:rPr kumimoji="1" lang="en-US" altLang="zh-CN" sz="3200">
                <a:solidFill>
                  <a:schemeClr val="tx1"/>
                </a:solidFill>
                <a:effectLst>
                  <a:outerShdw blurRad="38100" dist="38100" dir="2700000" algn="tl">
                    <a:srgbClr val="C0C0C0"/>
                  </a:outerShdw>
                </a:effectLst>
                <a:latin typeface="Courier New" charset="0"/>
                <a:ea typeface="宋体" charset="-122"/>
              </a:rPr>
              <a:t>a[1]</a:t>
            </a:r>
            <a:endParaRPr kumimoji="1" lang="en-US" altLang="zh-CN" sz="3200">
              <a:solidFill>
                <a:schemeClr val="tx1"/>
              </a:solidFill>
              <a:effectLst>
                <a:outerShdw blurRad="38100" dist="38100" dir="2700000" algn="tl">
                  <a:srgbClr val="C0C0C0"/>
                </a:outerShdw>
              </a:effectLst>
              <a:latin typeface="Courier New" charset="0"/>
              <a:ea typeface="宋体" charset="-122"/>
            </a:endParaRPr>
          </a:p>
        </p:txBody>
      </p:sp>
      <p:sp>
        <p:nvSpPr>
          <p:cNvPr id="313350" name="AutoShape 6"/>
          <p:cNvSpPr/>
          <p:nvPr/>
        </p:nvSpPr>
        <p:spPr bwMode="auto">
          <a:xfrm>
            <a:off x="565150" y="4441825"/>
            <a:ext cx="152400" cy="1120775"/>
          </a:xfrm>
          <a:prstGeom prst="leftBracket">
            <a:avLst>
              <a:gd name="adj" fmla="val 61285"/>
            </a:avLst>
          </a:prstGeom>
          <a:noFill/>
          <a:ln w="381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13351" name="Rectangle 7"/>
          <p:cNvSpPr/>
          <p:nvPr/>
        </p:nvSpPr>
        <p:spPr bwMode="auto">
          <a:xfrm>
            <a:off x="107950" y="4603750"/>
            <a:ext cx="4286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defRPr/>
            </a:pPr>
            <a:r>
              <a:rPr kumimoji="1" lang="en-US" altLang="zh-CN" sz="3200">
                <a:solidFill>
                  <a:schemeClr val="tx1"/>
                </a:solidFill>
                <a:effectLst>
                  <a:outerShdw blurRad="38100" dist="38100" dir="2700000" algn="tl">
                    <a:srgbClr val="C0C0C0"/>
                  </a:outerShdw>
                </a:effectLst>
                <a:latin typeface="Courier New" charset="0"/>
                <a:ea typeface="宋体" charset="-122"/>
              </a:rPr>
              <a:t>a</a:t>
            </a:r>
            <a:endParaRPr kumimoji="1" lang="en-US" altLang="zh-CN" sz="3200">
              <a:solidFill>
                <a:schemeClr val="tx1"/>
              </a:solidFill>
              <a:effectLst>
                <a:outerShdw blurRad="38100" dist="38100" dir="2700000" algn="tl">
                  <a:srgbClr val="C0C0C0"/>
                </a:outerShdw>
              </a:effectLst>
              <a:latin typeface="Courier New" charset="0"/>
              <a:ea typeface="宋体" charset="-122"/>
            </a:endParaRPr>
          </a:p>
        </p:txBody>
      </p:sp>
      <p:sp>
        <p:nvSpPr>
          <p:cNvPr id="313352" name="Rectangle 8"/>
          <p:cNvSpPr/>
          <p:nvPr/>
        </p:nvSpPr>
        <p:spPr bwMode="auto">
          <a:xfrm>
            <a:off x="1755775" y="4184650"/>
            <a:ext cx="69373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defRPr/>
            </a:pPr>
            <a:r>
              <a:rPr kumimoji="1" lang="en-US" altLang="zh-CN" sz="3200" b="0">
                <a:solidFill>
                  <a:srgbClr val="0066FF"/>
                </a:solidFill>
                <a:latin typeface="Times New Roman" pitchFamily="18" charset="0"/>
                <a:ea typeface="宋体" charset="-122"/>
              </a:rPr>
              <a:t>---- </a:t>
            </a:r>
            <a:r>
              <a:rPr kumimoji="1" lang="en-US" altLang="zh-CN" sz="3200">
                <a:solidFill>
                  <a:schemeClr val="accent2"/>
                </a:solidFill>
                <a:effectLst>
                  <a:outerShdw blurRad="38100" dist="38100" dir="2700000" algn="tl">
                    <a:srgbClr val="C0C0C0"/>
                  </a:outerShdw>
                </a:effectLst>
                <a:latin typeface="Courier New" charset="0"/>
                <a:ea typeface="宋体" charset="-122"/>
              </a:rPr>
              <a:t>a[0][0]  a[0][1]  a[0][2]</a:t>
            </a:r>
            <a:endParaRPr kumimoji="1" lang="en-US" altLang="zh-CN" sz="3200">
              <a:solidFill>
                <a:schemeClr val="accent2"/>
              </a:solidFill>
              <a:effectLst>
                <a:outerShdw blurRad="38100" dist="38100" dir="2700000" algn="tl">
                  <a:srgbClr val="C0C0C0"/>
                </a:outerShdw>
              </a:effectLst>
              <a:latin typeface="Courier New" charset="0"/>
              <a:ea typeface="宋体" charset="-122"/>
            </a:endParaRPr>
          </a:p>
        </p:txBody>
      </p:sp>
      <p:sp>
        <p:nvSpPr>
          <p:cNvPr id="313353" name="Rectangle 9"/>
          <p:cNvSpPr/>
          <p:nvPr/>
        </p:nvSpPr>
        <p:spPr bwMode="auto">
          <a:xfrm>
            <a:off x="1768475" y="5233988"/>
            <a:ext cx="69373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defRPr/>
            </a:pPr>
            <a:r>
              <a:rPr kumimoji="1" lang="en-US" altLang="zh-CN" sz="3200" b="0">
                <a:solidFill>
                  <a:srgbClr val="0066FF"/>
                </a:solidFill>
                <a:latin typeface="Times New Roman" pitchFamily="18" charset="0"/>
                <a:ea typeface="宋体" charset="-122"/>
              </a:rPr>
              <a:t>---- </a:t>
            </a:r>
            <a:r>
              <a:rPr kumimoji="1" lang="en-US" altLang="zh-CN" sz="3200">
                <a:solidFill>
                  <a:schemeClr val="accent2"/>
                </a:solidFill>
                <a:effectLst>
                  <a:outerShdw blurRad="38100" dist="38100" dir="2700000" algn="tl">
                    <a:srgbClr val="C0C0C0"/>
                  </a:outerShdw>
                </a:effectLst>
                <a:latin typeface="Courier New" charset="0"/>
                <a:ea typeface="宋体" charset="-122"/>
              </a:rPr>
              <a:t>a[1][0]  a[1][1]  a[1][2]</a:t>
            </a:r>
            <a:endParaRPr kumimoji="1" lang="en-US" altLang="zh-CN" sz="3200">
              <a:solidFill>
                <a:schemeClr val="accent2"/>
              </a:solidFill>
              <a:effectLst>
                <a:outerShdw blurRad="38100" dist="38100" dir="2700000" algn="tl">
                  <a:srgbClr val="C0C0C0"/>
                </a:outerShdw>
              </a:effectLst>
              <a:latin typeface="Courier New" charset="0"/>
              <a:ea typeface="宋体" charset="-122"/>
            </a:endParaRPr>
          </a:p>
        </p:txBody>
      </p:sp>
      <p:sp>
        <p:nvSpPr>
          <p:cNvPr id="2" name="日期占位符 1"/>
          <p:cNvSpPr/>
          <p:nvPr>
            <p:ph type="dt" sz="half" idx="10"/>
          </p:nvPr>
        </p:nvSpPr>
        <p:spPr/>
        <p:txBody>
          <a:bodyPr/>
          <a:lstStyle/>
          <a:p>
            <a:fld id="{DD620030-2970-0145-9A41-26FDA887DC1E}" type="datetime1">
              <a:rPr lang="zh-CN" altLang="en-US" smtClean="0"/>
            </a:fld>
            <a:endParaRPr lang="en-US"/>
          </a:p>
        </p:txBody>
      </p:sp>
      <p:sp>
        <p:nvSpPr>
          <p:cNvPr id="4" name="幻灯片编号占位符 3"/>
          <p:cNvSpPr/>
          <p:nvPr>
            <p:ph type="sldNum" sz="quarter" idx="12"/>
          </p:nvPr>
        </p:nvSpPr>
        <p:spPr/>
        <p:txBody>
          <a:bodyPr/>
          <a:lstStyle/>
          <a:p>
            <a:fld id="{4FAB73BC-B049-4115-A692-8D63A059BFB8}" type="slidenum">
              <a:rPr lang="en-US" smtClean="0"/>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9" name="Rectangle 3"/>
          <p:cNvSpPr/>
          <p:nvPr>
            <p:ph type="body" sz="half" idx="4294967295"/>
          </p:nvPr>
        </p:nvSpPr>
        <p:spPr>
          <a:xfrm>
            <a:off x="719138" y="1627188"/>
            <a:ext cx="8424862" cy="2232025"/>
          </a:xfrm>
          <a:solidFill>
            <a:srgbClr val="333399"/>
          </a:solidFill>
          <a:ln w="25400">
            <a:solidFill>
              <a:schemeClr val="tx1"/>
            </a:solidFill>
            <a:miter lim="800000"/>
          </a:ln>
        </p:spPr>
        <p:txBody>
          <a:bodyPr lIns="91440" tIns="45720" rIns="91440" bIns="45720">
            <a:normAutofit fontScale="92500" lnSpcReduction="20000"/>
          </a:bodyPr>
          <a:lstStyle/>
          <a:p>
            <a:pPr marL="0" indent="0" eaLnBrk="1">
              <a:lnSpc>
                <a:spcPct val="90000"/>
              </a:lnSpc>
              <a:buFont typeface="Wingdings" charset="2"/>
              <a:buNone/>
            </a:pPr>
            <a:r>
              <a:rPr lang="en-US" altLang="zh-CN" sz="2000">
                <a:solidFill>
                  <a:schemeClr val="bg1"/>
                </a:solidFill>
                <a:effectLst>
                  <a:outerShdw blurRad="38100" dist="38100" dir="2700000" algn="tl">
                    <a:srgbClr val="000000"/>
                  </a:outerShdw>
                </a:effectLst>
                <a:latin typeface="Courier New" charset="0"/>
                <a:ea typeface="宋体" charset="-122"/>
              </a:rPr>
              <a:t>【</a:t>
            </a:r>
            <a:r>
              <a:rPr lang="zh-CN" altLang="en-US" sz="2000">
                <a:solidFill>
                  <a:schemeClr val="bg1"/>
                </a:solidFill>
                <a:effectLst>
                  <a:outerShdw blurRad="38100" dist="38100" dir="2700000" algn="tl">
                    <a:srgbClr val="000000"/>
                  </a:outerShdw>
                </a:effectLst>
                <a:latin typeface="Courier New" charset="0"/>
                <a:ea typeface="宋体" charset="-122"/>
              </a:rPr>
              <a:t>例一</a:t>
            </a:r>
            <a:r>
              <a:rPr lang="en-US" altLang="zh-CN" sz="2000">
                <a:solidFill>
                  <a:schemeClr val="bg1"/>
                </a:solidFill>
                <a:effectLst>
                  <a:outerShdw blurRad="38100" dist="38100" dir="2700000" algn="tl">
                    <a:srgbClr val="000000"/>
                  </a:outerShdw>
                </a:effectLst>
                <a:latin typeface="Courier New" charset="0"/>
                <a:ea typeface="宋体" charset="-122"/>
              </a:rPr>
              <a:t>】</a:t>
            </a:r>
            <a:r>
              <a:rPr lang="zh-CN" altLang="en-US" sz="2000">
                <a:solidFill>
                  <a:schemeClr val="bg1"/>
                </a:solidFill>
                <a:effectLst>
                  <a:outerShdw blurRad="38100" dist="38100" dir="2700000" algn="tl">
                    <a:srgbClr val="000000"/>
                  </a:outerShdw>
                </a:effectLst>
                <a:latin typeface="Courier New" charset="0"/>
                <a:ea typeface="宋体" charset="-122"/>
              </a:rPr>
              <a:t>以下程序的运行结果是什么？</a:t>
            </a:r>
            <a:endParaRPr lang="zh-CN" altLang="en-US" sz="2000">
              <a:solidFill>
                <a:schemeClr val="bg1"/>
              </a:solidFill>
              <a:effectLst>
                <a:outerShdw blurRad="38100" dist="38100" dir="2700000" algn="tl">
                  <a:srgbClr val="000000"/>
                </a:outerShdw>
              </a:effectLst>
              <a:latin typeface="Courier New" charset="0"/>
              <a:ea typeface="宋体" charset="-122"/>
            </a:endParaRPr>
          </a:p>
          <a:p>
            <a:pPr marL="0" indent="0" eaLnBrk="1">
              <a:lnSpc>
                <a:spcPct val="90000"/>
              </a:lnSpc>
              <a:buFont typeface="Wingdings" charset="2"/>
              <a:buNone/>
            </a:pPr>
            <a:r>
              <a:rPr lang="en-US" altLang="zh-CN" sz="2000">
                <a:solidFill>
                  <a:schemeClr val="bg1"/>
                </a:solidFill>
                <a:effectLst>
                  <a:outerShdw blurRad="38100" dist="38100" dir="2700000" algn="tl">
                    <a:srgbClr val="000000"/>
                  </a:outerShdw>
                </a:effectLst>
                <a:latin typeface="Courier New" charset="0"/>
                <a:ea typeface="宋体" charset="-122"/>
              </a:rPr>
              <a:t>main()</a:t>
            </a:r>
            <a:endParaRPr lang="en-US" altLang="zh-CN" sz="2000">
              <a:solidFill>
                <a:schemeClr val="bg1"/>
              </a:solidFill>
              <a:effectLst>
                <a:outerShdw blurRad="38100" dist="38100" dir="2700000" algn="tl">
                  <a:srgbClr val="000000"/>
                </a:outerShdw>
              </a:effectLst>
              <a:latin typeface="Courier New" charset="0"/>
              <a:ea typeface="宋体" charset="-122"/>
            </a:endParaRPr>
          </a:p>
          <a:p>
            <a:pPr marL="0" indent="0" eaLnBrk="1">
              <a:lnSpc>
                <a:spcPct val="90000"/>
              </a:lnSpc>
              <a:buFont typeface="Wingdings" charset="2"/>
              <a:buNone/>
            </a:pPr>
            <a:r>
              <a:rPr lang="en-US" altLang="zh-CN" sz="2000">
                <a:solidFill>
                  <a:schemeClr val="bg1"/>
                </a:solidFill>
                <a:effectLst>
                  <a:outerShdw blurRad="38100" dist="38100" dir="2700000" algn="tl">
                    <a:srgbClr val="000000"/>
                  </a:outerShdw>
                </a:effectLst>
                <a:latin typeface="Courier New" charset="0"/>
                <a:ea typeface="宋体" charset="-122"/>
              </a:rPr>
              <a:t>{</a:t>
            </a:r>
            <a:endParaRPr lang="en-US" altLang="zh-CN" sz="2000">
              <a:solidFill>
                <a:schemeClr val="bg1"/>
              </a:solidFill>
              <a:effectLst>
                <a:outerShdw blurRad="38100" dist="38100" dir="2700000" algn="tl">
                  <a:srgbClr val="000000"/>
                </a:outerShdw>
              </a:effectLst>
              <a:latin typeface="Courier New" charset="0"/>
              <a:ea typeface="宋体" charset="-122"/>
            </a:endParaRPr>
          </a:p>
          <a:p>
            <a:pPr marL="0" indent="0" eaLnBrk="1">
              <a:lnSpc>
                <a:spcPct val="90000"/>
              </a:lnSpc>
              <a:buFont typeface="Wingdings" charset="2"/>
              <a:buNone/>
            </a:pPr>
            <a:r>
              <a:rPr lang="en-US" altLang="zh-CN" sz="2000">
                <a:solidFill>
                  <a:schemeClr val="bg1"/>
                </a:solidFill>
                <a:effectLst>
                  <a:outerShdw blurRad="38100" dist="38100" dir="2700000" algn="tl">
                    <a:srgbClr val="000000"/>
                  </a:outerShdw>
                </a:effectLst>
                <a:latin typeface="Courier New" charset="0"/>
                <a:ea typeface="宋体" charset="-122"/>
              </a:rPr>
              <a:t>    int a[][3]={{1,2,3},{4,5},{6},{0}};</a:t>
            </a:r>
            <a:endParaRPr lang="en-US" altLang="zh-CN" sz="2000">
              <a:solidFill>
                <a:schemeClr val="bg1"/>
              </a:solidFill>
              <a:effectLst>
                <a:outerShdw blurRad="38100" dist="38100" dir="2700000" algn="tl">
                  <a:srgbClr val="000000"/>
                </a:outerShdw>
              </a:effectLst>
              <a:latin typeface="Courier New" charset="0"/>
              <a:ea typeface="宋体" charset="-122"/>
            </a:endParaRPr>
          </a:p>
          <a:p>
            <a:pPr marL="0" indent="0" eaLnBrk="1">
              <a:lnSpc>
                <a:spcPct val="90000"/>
              </a:lnSpc>
              <a:buFont typeface="Wingdings" charset="2"/>
              <a:buNone/>
            </a:pPr>
            <a:r>
              <a:rPr lang="en-US" altLang="zh-CN" sz="2000">
                <a:solidFill>
                  <a:schemeClr val="bg1"/>
                </a:solidFill>
                <a:effectLst>
                  <a:outerShdw blurRad="38100" dist="38100" dir="2700000" algn="tl">
                    <a:srgbClr val="000000"/>
                  </a:outerShdw>
                </a:effectLst>
                <a:latin typeface="Courier New" charset="0"/>
                <a:ea typeface="宋体" charset="-122"/>
              </a:rPr>
              <a:t>    printf("%d,%d,%d\n",a[1][1],a[2][1],a[3][1]);</a:t>
            </a:r>
            <a:endParaRPr lang="en-US" altLang="zh-CN" sz="2000">
              <a:solidFill>
                <a:schemeClr val="bg1"/>
              </a:solidFill>
              <a:effectLst>
                <a:outerShdw blurRad="38100" dist="38100" dir="2700000" algn="tl">
                  <a:srgbClr val="000000"/>
                </a:outerShdw>
              </a:effectLst>
              <a:latin typeface="Courier New" charset="0"/>
              <a:ea typeface="宋体" charset="-122"/>
            </a:endParaRPr>
          </a:p>
          <a:p>
            <a:pPr marL="0" indent="0" eaLnBrk="1">
              <a:lnSpc>
                <a:spcPct val="90000"/>
              </a:lnSpc>
              <a:buFont typeface="Wingdings" charset="2"/>
              <a:buNone/>
            </a:pPr>
            <a:r>
              <a:rPr lang="en-US" altLang="zh-CN" sz="2000">
                <a:solidFill>
                  <a:schemeClr val="bg1"/>
                </a:solidFill>
                <a:effectLst>
                  <a:outerShdw blurRad="38100" dist="38100" dir="2700000" algn="tl">
                    <a:srgbClr val="000000"/>
                  </a:outerShdw>
                </a:effectLst>
                <a:latin typeface="Courier New" charset="0"/>
                <a:ea typeface="宋体" charset="-122"/>
              </a:rPr>
              <a:t>}</a:t>
            </a:r>
            <a:endParaRPr lang="en-US" altLang="zh-CN" sz="2000">
              <a:solidFill>
                <a:schemeClr val="bg1"/>
              </a:solidFill>
              <a:effectLst>
                <a:outerShdw blurRad="38100" dist="38100" dir="2700000" algn="tl">
                  <a:srgbClr val="000000"/>
                </a:outerShdw>
              </a:effectLst>
              <a:latin typeface="Courier New" charset="0"/>
              <a:ea typeface="宋体" charset="-122"/>
            </a:endParaRPr>
          </a:p>
        </p:txBody>
      </p:sp>
      <p:sp>
        <p:nvSpPr>
          <p:cNvPr id="353287" name="Rectangle 2"/>
          <p:cNvSpPr/>
          <p:nvPr>
            <p:ph type="title" idx="4294967295"/>
          </p:nvPr>
        </p:nvSpPr>
        <p:spPr>
          <a:xfrm>
            <a:off x="1346200" y="333375"/>
            <a:ext cx="7797800" cy="839788"/>
          </a:xfrm>
        </p:spPr>
        <p:txBody>
          <a:bodyPr lIns="91440" tIns="45720" rIns="91440" bIns="45720"/>
          <a:lstStyle/>
          <a:p>
            <a:r>
              <a:rPr lang="zh-CN" altLang="en-US"/>
              <a:t>二维数组的初始化示例</a:t>
            </a:r>
            <a:endParaRPr lang="en-US" altLang="zh-CN"/>
          </a:p>
        </p:txBody>
      </p:sp>
      <p:sp>
        <p:nvSpPr>
          <p:cNvPr id="14340" name="Text Box 4"/>
          <p:cNvSpPr txBox="1"/>
          <p:nvPr/>
        </p:nvSpPr>
        <p:spPr bwMode="auto">
          <a:xfrm>
            <a:off x="4427538" y="3933825"/>
            <a:ext cx="1217612" cy="1571625"/>
          </a:xfrm>
          <a:prstGeom prst="rect">
            <a:avLst/>
          </a:prstGeom>
          <a:solidFill>
            <a:srgbClr val="FFFF99"/>
          </a:solidFill>
          <a:ln w="19050">
            <a:solidFill>
              <a:srgbClr val="FF0000"/>
            </a:solidFill>
            <a:miter lim="800000"/>
          </a:ln>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lang="en-US" altLang="zh-CN" sz="2400" b="0">
                <a:solidFill>
                  <a:schemeClr val="tx1"/>
                </a:solidFill>
                <a:latin typeface="Arial" charset="0"/>
                <a:ea typeface="宋体" charset="-122"/>
              </a:rPr>
              <a:t>1   2   3</a:t>
            </a:r>
            <a:endParaRPr lang="en-US" altLang="zh-CN" sz="2400" b="0">
              <a:solidFill>
                <a:schemeClr val="tx1"/>
              </a:solidFill>
              <a:latin typeface="Arial" charset="0"/>
              <a:ea typeface="宋体" charset="-122"/>
            </a:endParaRPr>
          </a:p>
          <a:p>
            <a:pPr eaLnBrk="1" hangingPunct="1">
              <a:spcBef>
                <a:spcPct val="0"/>
              </a:spcBef>
            </a:pPr>
            <a:r>
              <a:rPr lang="en-US" altLang="zh-CN" sz="2400" b="0">
                <a:solidFill>
                  <a:schemeClr val="tx1"/>
                </a:solidFill>
                <a:latin typeface="Arial" charset="0"/>
                <a:ea typeface="宋体" charset="-122"/>
              </a:rPr>
              <a:t>4   5   0</a:t>
            </a:r>
            <a:endParaRPr lang="en-US" altLang="zh-CN" sz="2400" b="0">
              <a:solidFill>
                <a:schemeClr val="tx1"/>
              </a:solidFill>
              <a:latin typeface="Arial" charset="0"/>
              <a:ea typeface="宋体" charset="-122"/>
            </a:endParaRPr>
          </a:p>
          <a:p>
            <a:pPr eaLnBrk="1" hangingPunct="1">
              <a:spcBef>
                <a:spcPct val="0"/>
              </a:spcBef>
            </a:pPr>
            <a:r>
              <a:rPr lang="en-US" altLang="zh-CN" sz="2400" b="0">
                <a:solidFill>
                  <a:schemeClr val="tx1"/>
                </a:solidFill>
                <a:latin typeface="Arial" charset="0"/>
                <a:ea typeface="宋体" charset="-122"/>
              </a:rPr>
              <a:t>6   0   0</a:t>
            </a:r>
            <a:endParaRPr lang="en-US" altLang="zh-CN" sz="2400" b="0">
              <a:solidFill>
                <a:schemeClr val="tx1"/>
              </a:solidFill>
              <a:latin typeface="Arial" charset="0"/>
              <a:ea typeface="宋体" charset="-122"/>
            </a:endParaRPr>
          </a:p>
          <a:p>
            <a:pPr eaLnBrk="1" hangingPunct="1">
              <a:spcBef>
                <a:spcPct val="0"/>
              </a:spcBef>
            </a:pPr>
            <a:r>
              <a:rPr lang="en-US" altLang="zh-CN" sz="2400" b="0">
                <a:solidFill>
                  <a:schemeClr val="tx1"/>
                </a:solidFill>
                <a:latin typeface="Arial" charset="0"/>
                <a:ea typeface="宋体" charset="-122"/>
              </a:rPr>
              <a:t>0   0   0</a:t>
            </a:r>
            <a:endParaRPr lang="en-US" altLang="zh-CN" sz="2400" b="0">
              <a:solidFill>
                <a:schemeClr val="tx1"/>
              </a:solidFill>
              <a:latin typeface="Arial" charset="0"/>
              <a:ea typeface="宋体" charset="-122"/>
            </a:endParaRPr>
          </a:p>
        </p:txBody>
      </p:sp>
      <p:sp>
        <p:nvSpPr>
          <p:cNvPr id="14341" name="Text Box 5"/>
          <p:cNvSpPr txBox="1"/>
          <p:nvPr/>
        </p:nvSpPr>
        <p:spPr bwMode="auto">
          <a:xfrm>
            <a:off x="6588125" y="4400550"/>
            <a:ext cx="2012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lang="zh-CN" altLang="en-US" sz="2000">
                <a:solidFill>
                  <a:schemeClr val="tx1"/>
                </a:solidFill>
                <a:latin typeface="华文细黑" charset="-122"/>
                <a:ea typeface="华文细黑" charset="-122"/>
              </a:rPr>
              <a:t>结果：</a:t>
            </a:r>
            <a:r>
              <a:rPr lang="en-US" altLang="zh-CN" sz="2000">
                <a:solidFill>
                  <a:schemeClr val="tx1"/>
                </a:solidFill>
                <a:latin typeface="Courier New" charset="0"/>
                <a:ea typeface="华文细黑" charset="-122"/>
              </a:rPr>
              <a:t>5, 0, 0</a:t>
            </a:r>
            <a:endParaRPr lang="en-US" altLang="zh-CN" sz="2000">
              <a:solidFill>
                <a:schemeClr val="tx1"/>
              </a:solidFill>
              <a:latin typeface="Courier New" charset="0"/>
              <a:ea typeface="华文细黑" charset="-122"/>
            </a:endParaRPr>
          </a:p>
        </p:txBody>
      </p:sp>
      <p:sp>
        <p:nvSpPr>
          <p:cNvPr id="14342" name="Text Box 6"/>
          <p:cNvSpPr txBox="1"/>
          <p:nvPr/>
        </p:nvSpPr>
        <p:spPr bwMode="auto">
          <a:xfrm>
            <a:off x="504825" y="5549900"/>
            <a:ext cx="6584950" cy="920750"/>
          </a:xfrm>
          <a:prstGeom prst="rect">
            <a:avLst/>
          </a:prstGeom>
          <a:solidFill>
            <a:srgbClr val="333399"/>
          </a:solidFill>
          <a:ln w="22225">
            <a:solidFill>
              <a:schemeClr val="tx1"/>
            </a:solidFill>
            <a:miter lim="800000"/>
          </a:ln>
        </p:spPr>
        <p:txBody>
          <a:bodyPr wrap="none" lIns="0" tIns="144000" rIns="0" bIns="144000">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lang="en-US" altLang="zh-CN" sz="2000">
                <a:solidFill>
                  <a:schemeClr val="bg1"/>
                </a:solidFill>
                <a:latin typeface="Courier New" charset="0"/>
                <a:ea typeface="宋体" charset="-122"/>
              </a:rPr>
              <a:t>【</a:t>
            </a:r>
            <a:r>
              <a:rPr lang="zh-CN" altLang="en-US" sz="2000">
                <a:solidFill>
                  <a:schemeClr val="bg1"/>
                </a:solidFill>
                <a:latin typeface="Courier New" charset="0"/>
                <a:ea typeface="宋体" charset="-122"/>
              </a:rPr>
              <a:t>例二</a:t>
            </a:r>
            <a:r>
              <a:rPr lang="en-US" altLang="zh-CN" sz="2000">
                <a:solidFill>
                  <a:schemeClr val="bg1"/>
                </a:solidFill>
                <a:latin typeface="Courier New" charset="0"/>
                <a:ea typeface="宋体" charset="-122"/>
              </a:rPr>
              <a:t>】</a:t>
            </a:r>
            <a:r>
              <a:rPr lang="zh-CN" altLang="en-US" sz="2000">
                <a:solidFill>
                  <a:schemeClr val="bg1"/>
                </a:solidFill>
                <a:latin typeface="Courier New" charset="0"/>
                <a:ea typeface="宋体" charset="-122"/>
              </a:rPr>
              <a:t>若</a:t>
            </a:r>
            <a:r>
              <a:rPr lang="en-US" altLang="zh-CN" sz="2000">
                <a:solidFill>
                  <a:schemeClr val="bg1"/>
                </a:solidFill>
                <a:latin typeface="Courier New" charset="0"/>
                <a:ea typeface="宋体" charset="-122"/>
              </a:rPr>
              <a:t>int a[ ][3]={1, 2, 3, 4, 5, 6, 7}</a:t>
            </a:r>
            <a:r>
              <a:rPr lang="zh-CN" altLang="en-US" sz="2000">
                <a:solidFill>
                  <a:schemeClr val="bg1"/>
                </a:solidFill>
                <a:latin typeface="Courier New" charset="0"/>
                <a:ea typeface="宋体" charset="-122"/>
              </a:rPr>
              <a:t>，</a:t>
            </a:r>
            <a:endParaRPr lang="zh-CN" altLang="en-US" sz="2000">
              <a:solidFill>
                <a:schemeClr val="bg1"/>
              </a:solidFill>
              <a:latin typeface="Courier New" charset="0"/>
              <a:ea typeface="宋体" charset="-122"/>
            </a:endParaRPr>
          </a:p>
          <a:p>
            <a:pPr eaLnBrk="1" hangingPunct="1">
              <a:spcBef>
                <a:spcPct val="0"/>
              </a:spcBef>
            </a:pPr>
            <a:r>
              <a:rPr lang="zh-CN" altLang="en-US" sz="2000">
                <a:solidFill>
                  <a:schemeClr val="bg1"/>
                </a:solidFill>
                <a:latin typeface="Courier New" charset="0"/>
                <a:ea typeface="宋体" charset="-122"/>
              </a:rPr>
              <a:t>则</a:t>
            </a:r>
            <a:r>
              <a:rPr lang="en-US" altLang="zh-CN" sz="2000">
                <a:solidFill>
                  <a:schemeClr val="bg1"/>
                </a:solidFill>
                <a:latin typeface="Courier New" charset="0"/>
                <a:ea typeface="宋体" charset="-122"/>
              </a:rPr>
              <a:t>a</a:t>
            </a:r>
            <a:r>
              <a:rPr lang="zh-CN" altLang="en-US" sz="2000">
                <a:solidFill>
                  <a:schemeClr val="bg1"/>
                </a:solidFill>
                <a:latin typeface="Courier New" charset="0"/>
                <a:ea typeface="宋体" charset="-122"/>
              </a:rPr>
              <a:t>数组的第一维大小是多少？</a:t>
            </a:r>
            <a:r>
              <a:rPr lang="zh-CN" altLang="en-US" sz="2000">
                <a:solidFill>
                  <a:schemeClr val="bg1"/>
                </a:solidFill>
                <a:latin typeface="宋体" charset="-122"/>
                <a:ea typeface="宋体" charset="-122"/>
              </a:rPr>
              <a:t> </a:t>
            </a:r>
            <a:endParaRPr lang="zh-CN" altLang="en-US" sz="2000">
              <a:solidFill>
                <a:schemeClr val="bg1"/>
              </a:solidFill>
              <a:latin typeface="宋体" charset="-122"/>
              <a:ea typeface="宋体" charset="-122"/>
            </a:endParaRPr>
          </a:p>
        </p:txBody>
      </p:sp>
      <p:sp>
        <p:nvSpPr>
          <p:cNvPr id="14343" name="Text Box 7"/>
          <p:cNvSpPr txBox="1"/>
          <p:nvPr/>
        </p:nvSpPr>
        <p:spPr bwMode="auto">
          <a:xfrm>
            <a:off x="7667625" y="5391150"/>
            <a:ext cx="1217613" cy="1206500"/>
          </a:xfrm>
          <a:prstGeom prst="rect">
            <a:avLst/>
          </a:prstGeom>
          <a:solidFill>
            <a:srgbClr val="FFFF99"/>
          </a:solidFill>
          <a:ln w="19050">
            <a:solidFill>
              <a:srgbClr val="FF0000"/>
            </a:solidFill>
            <a:miter lim="800000"/>
          </a:ln>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lang="en-US" altLang="zh-CN" sz="2400" b="0">
                <a:solidFill>
                  <a:schemeClr val="tx1"/>
                </a:solidFill>
                <a:latin typeface="Arial" charset="0"/>
                <a:ea typeface="宋体" charset="-122"/>
              </a:rPr>
              <a:t>1   2   3</a:t>
            </a:r>
            <a:endParaRPr lang="en-US" altLang="zh-CN" sz="2400" b="0">
              <a:solidFill>
                <a:schemeClr val="tx1"/>
              </a:solidFill>
              <a:latin typeface="Arial" charset="0"/>
              <a:ea typeface="宋体" charset="-122"/>
            </a:endParaRPr>
          </a:p>
          <a:p>
            <a:pPr eaLnBrk="1" hangingPunct="1">
              <a:spcBef>
                <a:spcPct val="0"/>
              </a:spcBef>
            </a:pPr>
            <a:r>
              <a:rPr lang="en-US" altLang="zh-CN" sz="2400" b="0">
                <a:solidFill>
                  <a:schemeClr val="tx1"/>
                </a:solidFill>
                <a:latin typeface="Arial" charset="0"/>
                <a:ea typeface="宋体" charset="-122"/>
              </a:rPr>
              <a:t>4   5  6</a:t>
            </a:r>
            <a:endParaRPr lang="en-US" altLang="zh-CN" sz="2400" b="0">
              <a:solidFill>
                <a:schemeClr val="tx1"/>
              </a:solidFill>
              <a:latin typeface="Arial" charset="0"/>
              <a:ea typeface="宋体" charset="-122"/>
            </a:endParaRPr>
          </a:p>
          <a:p>
            <a:pPr eaLnBrk="1" hangingPunct="1">
              <a:spcBef>
                <a:spcPct val="0"/>
              </a:spcBef>
            </a:pPr>
            <a:r>
              <a:rPr lang="en-US" altLang="zh-CN" sz="2400" b="0">
                <a:solidFill>
                  <a:schemeClr val="tx1"/>
                </a:solidFill>
                <a:latin typeface="Arial" charset="0"/>
                <a:ea typeface="宋体" charset="-122"/>
              </a:rPr>
              <a:t>7   0   0</a:t>
            </a:r>
            <a:endParaRPr lang="en-US" altLang="zh-CN" sz="2400" b="0">
              <a:solidFill>
                <a:schemeClr val="tx1"/>
              </a:solidFill>
              <a:latin typeface="Arial" charset="0"/>
              <a:ea typeface="宋体" charset="-122"/>
            </a:endParaRPr>
          </a:p>
        </p:txBody>
      </p:sp>
      <p:sp>
        <p:nvSpPr>
          <p:cNvPr id="353288" name="Rectangle 8"/>
          <p:cNvSpPr/>
          <p:nvPr/>
        </p:nvSpPr>
        <p:spPr bwMode="auto">
          <a:xfrm>
            <a:off x="4859338" y="4365625"/>
            <a:ext cx="360362" cy="358775"/>
          </a:xfrm>
          <a:prstGeom prst="rect">
            <a:avLst/>
          </a:prstGeom>
          <a:noFill/>
          <a:ln w="5715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53289" name="Rectangle 9"/>
          <p:cNvSpPr/>
          <p:nvPr/>
        </p:nvSpPr>
        <p:spPr bwMode="auto">
          <a:xfrm>
            <a:off x="4197350" y="2998788"/>
            <a:ext cx="1081088" cy="358775"/>
          </a:xfrm>
          <a:prstGeom prst="rect">
            <a:avLst/>
          </a:prstGeom>
          <a:noFill/>
          <a:ln w="5715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53290" name="Rectangle 10"/>
          <p:cNvSpPr/>
          <p:nvPr/>
        </p:nvSpPr>
        <p:spPr bwMode="auto">
          <a:xfrm>
            <a:off x="4859338" y="4725988"/>
            <a:ext cx="360362" cy="358775"/>
          </a:xfrm>
          <a:prstGeom prst="rect">
            <a:avLst/>
          </a:prstGeom>
          <a:noFill/>
          <a:ln w="5715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53291" name="Rectangle 11"/>
          <p:cNvSpPr/>
          <p:nvPr/>
        </p:nvSpPr>
        <p:spPr bwMode="auto">
          <a:xfrm>
            <a:off x="5364163" y="2997200"/>
            <a:ext cx="1081087" cy="358775"/>
          </a:xfrm>
          <a:prstGeom prst="rect">
            <a:avLst/>
          </a:prstGeom>
          <a:noFill/>
          <a:ln w="5715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53292" name="Rectangle 12"/>
          <p:cNvSpPr/>
          <p:nvPr/>
        </p:nvSpPr>
        <p:spPr bwMode="auto">
          <a:xfrm>
            <a:off x="4859338" y="5086350"/>
            <a:ext cx="360362" cy="358775"/>
          </a:xfrm>
          <a:prstGeom prst="rect">
            <a:avLst/>
          </a:prstGeom>
          <a:noFill/>
          <a:ln w="5715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53293" name="Rectangle 13"/>
          <p:cNvSpPr/>
          <p:nvPr/>
        </p:nvSpPr>
        <p:spPr bwMode="auto">
          <a:xfrm>
            <a:off x="6616700" y="2997200"/>
            <a:ext cx="1081088" cy="358775"/>
          </a:xfrm>
          <a:prstGeom prst="rect">
            <a:avLst/>
          </a:prstGeom>
          <a:noFill/>
          <a:ln w="5715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53294" name="Rectangle 14"/>
          <p:cNvSpPr/>
          <p:nvPr/>
        </p:nvSpPr>
        <p:spPr bwMode="auto">
          <a:xfrm>
            <a:off x="3678238" y="5662613"/>
            <a:ext cx="1254125" cy="358775"/>
          </a:xfrm>
          <a:prstGeom prst="rect">
            <a:avLst/>
          </a:prstGeom>
          <a:noFill/>
          <a:ln w="5715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53295" name="Rectangle 15"/>
          <p:cNvSpPr/>
          <p:nvPr/>
        </p:nvSpPr>
        <p:spPr bwMode="auto">
          <a:xfrm>
            <a:off x="7651750" y="5430838"/>
            <a:ext cx="1254125" cy="358775"/>
          </a:xfrm>
          <a:prstGeom prst="rect">
            <a:avLst/>
          </a:prstGeom>
          <a:noFill/>
          <a:ln w="5715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53296" name="Rectangle 16"/>
          <p:cNvSpPr/>
          <p:nvPr/>
        </p:nvSpPr>
        <p:spPr bwMode="auto">
          <a:xfrm>
            <a:off x="5048250" y="5676900"/>
            <a:ext cx="1254125" cy="358775"/>
          </a:xfrm>
          <a:prstGeom prst="rect">
            <a:avLst/>
          </a:prstGeom>
          <a:noFill/>
          <a:ln w="5715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53297" name="Rectangle 17"/>
          <p:cNvSpPr/>
          <p:nvPr/>
        </p:nvSpPr>
        <p:spPr bwMode="auto">
          <a:xfrm>
            <a:off x="7654925" y="5807075"/>
            <a:ext cx="1254125" cy="358775"/>
          </a:xfrm>
          <a:prstGeom prst="rect">
            <a:avLst/>
          </a:prstGeom>
          <a:noFill/>
          <a:ln w="5715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53298" name="Rectangle 18"/>
          <p:cNvSpPr/>
          <p:nvPr/>
        </p:nvSpPr>
        <p:spPr bwMode="auto">
          <a:xfrm>
            <a:off x="6400800" y="5676900"/>
            <a:ext cx="331788" cy="358775"/>
          </a:xfrm>
          <a:prstGeom prst="rect">
            <a:avLst/>
          </a:prstGeom>
          <a:noFill/>
          <a:ln w="5715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53299" name="Rectangle 19"/>
          <p:cNvSpPr/>
          <p:nvPr/>
        </p:nvSpPr>
        <p:spPr bwMode="auto">
          <a:xfrm>
            <a:off x="7659688" y="6181725"/>
            <a:ext cx="1254125" cy="358775"/>
          </a:xfrm>
          <a:prstGeom prst="rect">
            <a:avLst/>
          </a:prstGeom>
          <a:noFill/>
          <a:ln w="5715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 name="日期占位符 1"/>
          <p:cNvSpPr/>
          <p:nvPr>
            <p:ph type="dt" sz="half" idx="10"/>
          </p:nvPr>
        </p:nvSpPr>
        <p:spPr/>
        <p:txBody>
          <a:bodyPr/>
          <a:lstStyle/>
          <a:p>
            <a:fld id="{0ACBC36D-1EE8-8745-8B43-DD0E5487D14E}" type="datetime1">
              <a:rPr lang="zh-CN" altLang="en-US" smtClean="0"/>
            </a:fld>
            <a:endParaRPr lang="en-US"/>
          </a:p>
        </p:txBody>
      </p:sp>
      <p:sp>
        <p:nvSpPr>
          <p:cNvPr id="4" name="幻灯片编号占位符 3"/>
          <p:cNvSpPr/>
          <p:nvPr>
            <p:ph type="sldNum" sz="quarter" idx="12"/>
          </p:nvPr>
        </p:nvSpPr>
        <p:spPr/>
        <p:txBody>
          <a:bodyPr/>
          <a:lstStyle/>
          <a:p>
            <a:fld id="{4FAB73BC-B049-4115-A692-8D63A059BFB8}"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 calcmode="lin" valueType="num">
                                      <p:cBhvr>
                                        <p:cTn id="7" dur="500" fill="hold"/>
                                        <p:tgtEl>
                                          <p:spTgt spid="14340"/>
                                        </p:tgtEl>
                                        <p:attrNameLst>
                                          <p:attrName>ppt_w</p:attrName>
                                        </p:attrNameLst>
                                      </p:cBhvr>
                                      <p:tavLst>
                                        <p:tav tm="0">
                                          <p:val>
                                            <p:fltVal val="0"/>
                                          </p:val>
                                        </p:tav>
                                        <p:tav tm="100000">
                                          <p:val>
                                            <p:strVal val="#ppt_w"/>
                                          </p:val>
                                        </p:tav>
                                      </p:tavLst>
                                    </p:anim>
                                    <p:anim calcmode="lin" valueType="num">
                                      <p:cBhvr>
                                        <p:cTn id="8" dur="500" fill="hold"/>
                                        <p:tgtEl>
                                          <p:spTgt spid="14340"/>
                                        </p:tgtEl>
                                        <p:attrNameLst>
                                          <p:attrName>ppt_h</p:attrName>
                                        </p:attrNameLst>
                                      </p:cBhvr>
                                      <p:tavLst>
                                        <p:tav tm="0">
                                          <p:val>
                                            <p:fltVal val="0"/>
                                          </p:val>
                                        </p:tav>
                                        <p:tav tm="100000">
                                          <p:val>
                                            <p:strVal val="#ppt_h"/>
                                          </p:val>
                                        </p:tav>
                                      </p:tavLst>
                                    </p:anim>
                                    <p:animEffect transition="in" filter="fade">
                                      <p:cBhvr>
                                        <p:cTn id="9" dur="500"/>
                                        <p:tgtEl>
                                          <p:spTgt spid="1434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53289"/>
                                        </p:tgtEl>
                                        <p:attrNameLst>
                                          <p:attrName>style.visibility</p:attrName>
                                        </p:attrNameLst>
                                      </p:cBhvr>
                                      <p:to>
                                        <p:strVal val="visible"/>
                                      </p:to>
                                    </p:set>
                                    <p:anim calcmode="lin" valueType="num">
                                      <p:cBhvr>
                                        <p:cTn id="14" dur="500" fill="hold"/>
                                        <p:tgtEl>
                                          <p:spTgt spid="353289"/>
                                        </p:tgtEl>
                                        <p:attrNameLst>
                                          <p:attrName>ppt_w</p:attrName>
                                        </p:attrNameLst>
                                      </p:cBhvr>
                                      <p:tavLst>
                                        <p:tav tm="0">
                                          <p:val>
                                            <p:fltVal val="0"/>
                                          </p:val>
                                        </p:tav>
                                        <p:tav tm="100000">
                                          <p:val>
                                            <p:strVal val="#ppt_w"/>
                                          </p:val>
                                        </p:tav>
                                      </p:tavLst>
                                    </p:anim>
                                    <p:anim calcmode="lin" valueType="num">
                                      <p:cBhvr>
                                        <p:cTn id="15" dur="500" fill="hold"/>
                                        <p:tgtEl>
                                          <p:spTgt spid="353289"/>
                                        </p:tgtEl>
                                        <p:attrNameLst>
                                          <p:attrName>ppt_h</p:attrName>
                                        </p:attrNameLst>
                                      </p:cBhvr>
                                      <p:tavLst>
                                        <p:tav tm="0">
                                          <p:val>
                                            <p:fltVal val="0"/>
                                          </p:val>
                                        </p:tav>
                                        <p:tav tm="100000">
                                          <p:val>
                                            <p:strVal val="#ppt_h"/>
                                          </p:val>
                                        </p:tav>
                                      </p:tavLst>
                                    </p:anim>
                                    <p:animEffect transition="in" filter="fade">
                                      <p:cBhvr>
                                        <p:cTn id="16" dur="500"/>
                                        <p:tgtEl>
                                          <p:spTgt spid="353289"/>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353288"/>
                                        </p:tgtEl>
                                        <p:attrNameLst>
                                          <p:attrName>style.visibility</p:attrName>
                                        </p:attrNameLst>
                                      </p:cBhvr>
                                      <p:to>
                                        <p:strVal val="visible"/>
                                      </p:to>
                                    </p:set>
                                    <p:anim calcmode="lin" valueType="num">
                                      <p:cBhvr>
                                        <p:cTn id="19" dur="500" fill="hold"/>
                                        <p:tgtEl>
                                          <p:spTgt spid="353288"/>
                                        </p:tgtEl>
                                        <p:attrNameLst>
                                          <p:attrName>ppt_w</p:attrName>
                                        </p:attrNameLst>
                                      </p:cBhvr>
                                      <p:tavLst>
                                        <p:tav tm="0">
                                          <p:val>
                                            <p:fltVal val="0"/>
                                          </p:val>
                                        </p:tav>
                                        <p:tav tm="100000">
                                          <p:val>
                                            <p:strVal val="#ppt_w"/>
                                          </p:val>
                                        </p:tav>
                                      </p:tavLst>
                                    </p:anim>
                                    <p:anim calcmode="lin" valueType="num">
                                      <p:cBhvr>
                                        <p:cTn id="20" dur="500" fill="hold"/>
                                        <p:tgtEl>
                                          <p:spTgt spid="353288"/>
                                        </p:tgtEl>
                                        <p:attrNameLst>
                                          <p:attrName>ppt_h</p:attrName>
                                        </p:attrNameLst>
                                      </p:cBhvr>
                                      <p:tavLst>
                                        <p:tav tm="0">
                                          <p:val>
                                            <p:fltVal val="0"/>
                                          </p:val>
                                        </p:tav>
                                        <p:tav tm="100000">
                                          <p:val>
                                            <p:strVal val="#ppt_h"/>
                                          </p:val>
                                        </p:tav>
                                      </p:tavLst>
                                    </p:anim>
                                    <p:animEffect transition="in" filter="fade">
                                      <p:cBhvr>
                                        <p:cTn id="21" dur="500"/>
                                        <p:tgtEl>
                                          <p:spTgt spid="353288"/>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353291"/>
                                        </p:tgtEl>
                                        <p:attrNameLst>
                                          <p:attrName>style.visibility</p:attrName>
                                        </p:attrNameLst>
                                      </p:cBhvr>
                                      <p:to>
                                        <p:strVal val="visible"/>
                                      </p:to>
                                    </p:set>
                                    <p:anim calcmode="lin" valueType="num">
                                      <p:cBhvr>
                                        <p:cTn id="26" dur="500" fill="hold"/>
                                        <p:tgtEl>
                                          <p:spTgt spid="353291"/>
                                        </p:tgtEl>
                                        <p:attrNameLst>
                                          <p:attrName>ppt_w</p:attrName>
                                        </p:attrNameLst>
                                      </p:cBhvr>
                                      <p:tavLst>
                                        <p:tav tm="0">
                                          <p:val>
                                            <p:fltVal val="0"/>
                                          </p:val>
                                        </p:tav>
                                        <p:tav tm="100000">
                                          <p:val>
                                            <p:strVal val="#ppt_w"/>
                                          </p:val>
                                        </p:tav>
                                      </p:tavLst>
                                    </p:anim>
                                    <p:anim calcmode="lin" valueType="num">
                                      <p:cBhvr>
                                        <p:cTn id="27" dur="500" fill="hold"/>
                                        <p:tgtEl>
                                          <p:spTgt spid="353291"/>
                                        </p:tgtEl>
                                        <p:attrNameLst>
                                          <p:attrName>ppt_h</p:attrName>
                                        </p:attrNameLst>
                                      </p:cBhvr>
                                      <p:tavLst>
                                        <p:tav tm="0">
                                          <p:val>
                                            <p:fltVal val="0"/>
                                          </p:val>
                                        </p:tav>
                                        <p:tav tm="100000">
                                          <p:val>
                                            <p:strVal val="#ppt_h"/>
                                          </p:val>
                                        </p:tav>
                                      </p:tavLst>
                                    </p:anim>
                                    <p:animEffect transition="in" filter="fade">
                                      <p:cBhvr>
                                        <p:cTn id="28" dur="500"/>
                                        <p:tgtEl>
                                          <p:spTgt spid="353291"/>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353290"/>
                                        </p:tgtEl>
                                        <p:attrNameLst>
                                          <p:attrName>style.visibility</p:attrName>
                                        </p:attrNameLst>
                                      </p:cBhvr>
                                      <p:to>
                                        <p:strVal val="visible"/>
                                      </p:to>
                                    </p:set>
                                    <p:anim calcmode="lin" valueType="num">
                                      <p:cBhvr>
                                        <p:cTn id="31" dur="500" fill="hold"/>
                                        <p:tgtEl>
                                          <p:spTgt spid="353290"/>
                                        </p:tgtEl>
                                        <p:attrNameLst>
                                          <p:attrName>ppt_w</p:attrName>
                                        </p:attrNameLst>
                                      </p:cBhvr>
                                      <p:tavLst>
                                        <p:tav tm="0">
                                          <p:val>
                                            <p:fltVal val="0"/>
                                          </p:val>
                                        </p:tav>
                                        <p:tav tm="100000">
                                          <p:val>
                                            <p:strVal val="#ppt_w"/>
                                          </p:val>
                                        </p:tav>
                                      </p:tavLst>
                                    </p:anim>
                                    <p:anim calcmode="lin" valueType="num">
                                      <p:cBhvr>
                                        <p:cTn id="32" dur="500" fill="hold"/>
                                        <p:tgtEl>
                                          <p:spTgt spid="353290"/>
                                        </p:tgtEl>
                                        <p:attrNameLst>
                                          <p:attrName>ppt_h</p:attrName>
                                        </p:attrNameLst>
                                      </p:cBhvr>
                                      <p:tavLst>
                                        <p:tav tm="0">
                                          <p:val>
                                            <p:fltVal val="0"/>
                                          </p:val>
                                        </p:tav>
                                        <p:tav tm="100000">
                                          <p:val>
                                            <p:strVal val="#ppt_h"/>
                                          </p:val>
                                        </p:tav>
                                      </p:tavLst>
                                    </p:anim>
                                    <p:animEffect transition="in" filter="fade">
                                      <p:cBhvr>
                                        <p:cTn id="33" dur="500"/>
                                        <p:tgtEl>
                                          <p:spTgt spid="353290"/>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353293"/>
                                        </p:tgtEl>
                                        <p:attrNameLst>
                                          <p:attrName>style.visibility</p:attrName>
                                        </p:attrNameLst>
                                      </p:cBhvr>
                                      <p:to>
                                        <p:strVal val="visible"/>
                                      </p:to>
                                    </p:set>
                                    <p:anim calcmode="lin" valueType="num">
                                      <p:cBhvr>
                                        <p:cTn id="38" dur="500" fill="hold"/>
                                        <p:tgtEl>
                                          <p:spTgt spid="353293"/>
                                        </p:tgtEl>
                                        <p:attrNameLst>
                                          <p:attrName>ppt_w</p:attrName>
                                        </p:attrNameLst>
                                      </p:cBhvr>
                                      <p:tavLst>
                                        <p:tav tm="0">
                                          <p:val>
                                            <p:fltVal val="0"/>
                                          </p:val>
                                        </p:tav>
                                        <p:tav tm="100000">
                                          <p:val>
                                            <p:strVal val="#ppt_w"/>
                                          </p:val>
                                        </p:tav>
                                      </p:tavLst>
                                    </p:anim>
                                    <p:anim calcmode="lin" valueType="num">
                                      <p:cBhvr>
                                        <p:cTn id="39" dur="500" fill="hold"/>
                                        <p:tgtEl>
                                          <p:spTgt spid="353293"/>
                                        </p:tgtEl>
                                        <p:attrNameLst>
                                          <p:attrName>ppt_h</p:attrName>
                                        </p:attrNameLst>
                                      </p:cBhvr>
                                      <p:tavLst>
                                        <p:tav tm="0">
                                          <p:val>
                                            <p:fltVal val="0"/>
                                          </p:val>
                                        </p:tav>
                                        <p:tav tm="100000">
                                          <p:val>
                                            <p:strVal val="#ppt_h"/>
                                          </p:val>
                                        </p:tav>
                                      </p:tavLst>
                                    </p:anim>
                                    <p:animEffect transition="in" filter="fade">
                                      <p:cBhvr>
                                        <p:cTn id="40" dur="500"/>
                                        <p:tgtEl>
                                          <p:spTgt spid="353293"/>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353292"/>
                                        </p:tgtEl>
                                        <p:attrNameLst>
                                          <p:attrName>style.visibility</p:attrName>
                                        </p:attrNameLst>
                                      </p:cBhvr>
                                      <p:to>
                                        <p:strVal val="visible"/>
                                      </p:to>
                                    </p:set>
                                    <p:anim calcmode="lin" valueType="num">
                                      <p:cBhvr>
                                        <p:cTn id="43" dur="500" fill="hold"/>
                                        <p:tgtEl>
                                          <p:spTgt spid="353292"/>
                                        </p:tgtEl>
                                        <p:attrNameLst>
                                          <p:attrName>ppt_w</p:attrName>
                                        </p:attrNameLst>
                                      </p:cBhvr>
                                      <p:tavLst>
                                        <p:tav tm="0">
                                          <p:val>
                                            <p:fltVal val="0"/>
                                          </p:val>
                                        </p:tav>
                                        <p:tav tm="100000">
                                          <p:val>
                                            <p:strVal val="#ppt_w"/>
                                          </p:val>
                                        </p:tav>
                                      </p:tavLst>
                                    </p:anim>
                                    <p:anim calcmode="lin" valueType="num">
                                      <p:cBhvr>
                                        <p:cTn id="44" dur="500" fill="hold"/>
                                        <p:tgtEl>
                                          <p:spTgt spid="353292"/>
                                        </p:tgtEl>
                                        <p:attrNameLst>
                                          <p:attrName>ppt_h</p:attrName>
                                        </p:attrNameLst>
                                      </p:cBhvr>
                                      <p:tavLst>
                                        <p:tav tm="0">
                                          <p:val>
                                            <p:fltVal val="0"/>
                                          </p:val>
                                        </p:tav>
                                        <p:tav tm="100000">
                                          <p:val>
                                            <p:strVal val="#ppt_h"/>
                                          </p:val>
                                        </p:tav>
                                      </p:tavLst>
                                    </p:anim>
                                    <p:animEffect transition="in" filter="fade">
                                      <p:cBhvr>
                                        <p:cTn id="45" dur="500"/>
                                        <p:tgtEl>
                                          <p:spTgt spid="353292"/>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14341"/>
                                        </p:tgtEl>
                                        <p:attrNameLst>
                                          <p:attrName>style.visibility</p:attrName>
                                        </p:attrNameLst>
                                      </p:cBhvr>
                                      <p:to>
                                        <p:strVal val="visible"/>
                                      </p:to>
                                    </p:set>
                                    <p:anim calcmode="lin" valueType="num">
                                      <p:cBhvr>
                                        <p:cTn id="50" dur="500" fill="hold"/>
                                        <p:tgtEl>
                                          <p:spTgt spid="14341"/>
                                        </p:tgtEl>
                                        <p:attrNameLst>
                                          <p:attrName>ppt_w</p:attrName>
                                        </p:attrNameLst>
                                      </p:cBhvr>
                                      <p:tavLst>
                                        <p:tav tm="0">
                                          <p:val>
                                            <p:fltVal val="0"/>
                                          </p:val>
                                        </p:tav>
                                        <p:tav tm="100000">
                                          <p:val>
                                            <p:strVal val="#ppt_w"/>
                                          </p:val>
                                        </p:tav>
                                      </p:tavLst>
                                    </p:anim>
                                    <p:anim calcmode="lin" valueType="num">
                                      <p:cBhvr>
                                        <p:cTn id="51" dur="500" fill="hold"/>
                                        <p:tgtEl>
                                          <p:spTgt spid="14341"/>
                                        </p:tgtEl>
                                        <p:attrNameLst>
                                          <p:attrName>ppt_h</p:attrName>
                                        </p:attrNameLst>
                                      </p:cBhvr>
                                      <p:tavLst>
                                        <p:tav tm="0">
                                          <p:val>
                                            <p:fltVal val="0"/>
                                          </p:val>
                                        </p:tav>
                                        <p:tav tm="100000">
                                          <p:val>
                                            <p:strVal val="#ppt_h"/>
                                          </p:val>
                                        </p:tav>
                                      </p:tavLst>
                                    </p:anim>
                                    <p:animEffect transition="in" filter="fade">
                                      <p:cBhvr>
                                        <p:cTn id="52" dur="500"/>
                                        <p:tgtEl>
                                          <p:spTgt spid="14341"/>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14342"/>
                                        </p:tgtEl>
                                        <p:attrNameLst>
                                          <p:attrName>style.visibility</p:attrName>
                                        </p:attrNameLst>
                                      </p:cBhvr>
                                      <p:to>
                                        <p:strVal val="visible"/>
                                      </p:to>
                                    </p:set>
                                    <p:anim calcmode="lin" valueType="num">
                                      <p:cBhvr>
                                        <p:cTn id="57" dur="500" fill="hold"/>
                                        <p:tgtEl>
                                          <p:spTgt spid="14342"/>
                                        </p:tgtEl>
                                        <p:attrNameLst>
                                          <p:attrName>ppt_w</p:attrName>
                                        </p:attrNameLst>
                                      </p:cBhvr>
                                      <p:tavLst>
                                        <p:tav tm="0">
                                          <p:val>
                                            <p:fltVal val="0"/>
                                          </p:val>
                                        </p:tav>
                                        <p:tav tm="100000">
                                          <p:val>
                                            <p:strVal val="#ppt_w"/>
                                          </p:val>
                                        </p:tav>
                                      </p:tavLst>
                                    </p:anim>
                                    <p:anim calcmode="lin" valueType="num">
                                      <p:cBhvr>
                                        <p:cTn id="58" dur="500" fill="hold"/>
                                        <p:tgtEl>
                                          <p:spTgt spid="14342"/>
                                        </p:tgtEl>
                                        <p:attrNameLst>
                                          <p:attrName>ppt_h</p:attrName>
                                        </p:attrNameLst>
                                      </p:cBhvr>
                                      <p:tavLst>
                                        <p:tav tm="0">
                                          <p:val>
                                            <p:fltVal val="0"/>
                                          </p:val>
                                        </p:tav>
                                        <p:tav tm="100000">
                                          <p:val>
                                            <p:strVal val="#ppt_h"/>
                                          </p:val>
                                        </p:tav>
                                      </p:tavLst>
                                    </p:anim>
                                    <p:animEffect transition="in" filter="fade">
                                      <p:cBhvr>
                                        <p:cTn id="59" dur="500"/>
                                        <p:tgtEl>
                                          <p:spTgt spid="14342"/>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14343"/>
                                        </p:tgtEl>
                                        <p:attrNameLst>
                                          <p:attrName>style.visibility</p:attrName>
                                        </p:attrNameLst>
                                      </p:cBhvr>
                                      <p:to>
                                        <p:strVal val="visible"/>
                                      </p:to>
                                    </p:set>
                                    <p:anim calcmode="lin" valueType="num">
                                      <p:cBhvr>
                                        <p:cTn id="64" dur="500" fill="hold"/>
                                        <p:tgtEl>
                                          <p:spTgt spid="14343"/>
                                        </p:tgtEl>
                                        <p:attrNameLst>
                                          <p:attrName>ppt_w</p:attrName>
                                        </p:attrNameLst>
                                      </p:cBhvr>
                                      <p:tavLst>
                                        <p:tav tm="0">
                                          <p:val>
                                            <p:fltVal val="0"/>
                                          </p:val>
                                        </p:tav>
                                        <p:tav tm="100000">
                                          <p:val>
                                            <p:strVal val="#ppt_w"/>
                                          </p:val>
                                        </p:tav>
                                      </p:tavLst>
                                    </p:anim>
                                    <p:anim calcmode="lin" valueType="num">
                                      <p:cBhvr>
                                        <p:cTn id="65" dur="500" fill="hold"/>
                                        <p:tgtEl>
                                          <p:spTgt spid="14343"/>
                                        </p:tgtEl>
                                        <p:attrNameLst>
                                          <p:attrName>ppt_h</p:attrName>
                                        </p:attrNameLst>
                                      </p:cBhvr>
                                      <p:tavLst>
                                        <p:tav tm="0">
                                          <p:val>
                                            <p:fltVal val="0"/>
                                          </p:val>
                                        </p:tav>
                                        <p:tav tm="100000">
                                          <p:val>
                                            <p:strVal val="#ppt_h"/>
                                          </p:val>
                                        </p:tav>
                                      </p:tavLst>
                                    </p:anim>
                                    <p:animEffect transition="in" filter="fade">
                                      <p:cBhvr>
                                        <p:cTn id="66" dur="500"/>
                                        <p:tgtEl>
                                          <p:spTgt spid="14343"/>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grpId="0" nodeType="clickEffect">
                                  <p:stCondLst>
                                    <p:cond delay="0"/>
                                  </p:stCondLst>
                                  <p:childTnLst>
                                    <p:set>
                                      <p:cBhvr>
                                        <p:cTn id="70" dur="1" fill="hold">
                                          <p:stCondLst>
                                            <p:cond delay="0"/>
                                          </p:stCondLst>
                                        </p:cTn>
                                        <p:tgtEl>
                                          <p:spTgt spid="353294"/>
                                        </p:tgtEl>
                                        <p:attrNameLst>
                                          <p:attrName>style.visibility</p:attrName>
                                        </p:attrNameLst>
                                      </p:cBhvr>
                                      <p:to>
                                        <p:strVal val="visible"/>
                                      </p:to>
                                    </p:set>
                                    <p:anim calcmode="lin" valueType="num">
                                      <p:cBhvr>
                                        <p:cTn id="71" dur="500" fill="hold"/>
                                        <p:tgtEl>
                                          <p:spTgt spid="353294"/>
                                        </p:tgtEl>
                                        <p:attrNameLst>
                                          <p:attrName>ppt_w</p:attrName>
                                        </p:attrNameLst>
                                      </p:cBhvr>
                                      <p:tavLst>
                                        <p:tav tm="0">
                                          <p:val>
                                            <p:fltVal val="0"/>
                                          </p:val>
                                        </p:tav>
                                        <p:tav tm="100000">
                                          <p:val>
                                            <p:strVal val="#ppt_w"/>
                                          </p:val>
                                        </p:tav>
                                      </p:tavLst>
                                    </p:anim>
                                    <p:anim calcmode="lin" valueType="num">
                                      <p:cBhvr>
                                        <p:cTn id="72" dur="500" fill="hold"/>
                                        <p:tgtEl>
                                          <p:spTgt spid="353294"/>
                                        </p:tgtEl>
                                        <p:attrNameLst>
                                          <p:attrName>ppt_h</p:attrName>
                                        </p:attrNameLst>
                                      </p:cBhvr>
                                      <p:tavLst>
                                        <p:tav tm="0">
                                          <p:val>
                                            <p:fltVal val="0"/>
                                          </p:val>
                                        </p:tav>
                                        <p:tav tm="100000">
                                          <p:val>
                                            <p:strVal val="#ppt_h"/>
                                          </p:val>
                                        </p:tav>
                                      </p:tavLst>
                                    </p:anim>
                                    <p:animEffect transition="in" filter="fade">
                                      <p:cBhvr>
                                        <p:cTn id="73" dur="500"/>
                                        <p:tgtEl>
                                          <p:spTgt spid="353294"/>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353295"/>
                                        </p:tgtEl>
                                        <p:attrNameLst>
                                          <p:attrName>style.visibility</p:attrName>
                                        </p:attrNameLst>
                                      </p:cBhvr>
                                      <p:to>
                                        <p:strVal val="visible"/>
                                      </p:to>
                                    </p:set>
                                    <p:anim calcmode="lin" valueType="num">
                                      <p:cBhvr>
                                        <p:cTn id="76" dur="500" fill="hold"/>
                                        <p:tgtEl>
                                          <p:spTgt spid="353295"/>
                                        </p:tgtEl>
                                        <p:attrNameLst>
                                          <p:attrName>ppt_w</p:attrName>
                                        </p:attrNameLst>
                                      </p:cBhvr>
                                      <p:tavLst>
                                        <p:tav tm="0">
                                          <p:val>
                                            <p:fltVal val="0"/>
                                          </p:val>
                                        </p:tav>
                                        <p:tav tm="100000">
                                          <p:val>
                                            <p:strVal val="#ppt_w"/>
                                          </p:val>
                                        </p:tav>
                                      </p:tavLst>
                                    </p:anim>
                                    <p:anim calcmode="lin" valueType="num">
                                      <p:cBhvr>
                                        <p:cTn id="77" dur="500" fill="hold"/>
                                        <p:tgtEl>
                                          <p:spTgt spid="353295"/>
                                        </p:tgtEl>
                                        <p:attrNameLst>
                                          <p:attrName>ppt_h</p:attrName>
                                        </p:attrNameLst>
                                      </p:cBhvr>
                                      <p:tavLst>
                                        <p:tav tm="0">
                                          <p:val>
                                            <p:fltVal val="0"/>
                                          </p:val>
                                        </p:tav>
                                        <p:tav tm="100000">
                                          <p:val>
                                            <p:strVal val="#ppt_h"/>
                                          </p:val>
                                        </p:tav>
                                      </p:tavLst>
                                    </p:anim>
                                    <p:animEffect transition="in" filter="fade">
                                      <p:cBhvr>
                                        <p:cTn id="78" dur="500"/>
                                        <p:tgtEl>
                                          <p:spTgt spid="353295"/>
                                        </p:tgtEl>
                                      </p:cBhvr>
                                    </p:animEffect>
                                  </p:childTnLst>
                                </p:cTn>
                              </p:par>
                            </p:childTnLst>
                          </p:cTn>
                        </p:par>
                      </p:childTnLst>
                    </p:cTn>
                  </p:par>
                  <p:par>
                    <p:cTn id="79" fill="hold">
                      <p:stCondLst>
                        <p:cond delay="indefinite"/>
                      </p:stCondLst>
                      <p:childTnLst>
                        <p:par>
                          <p:cTn id="80" fill="hold">
                            <p:stCondLst>
                              <p:cond delay="0"/>
                            </p:stCondLst>
                            <p:childTnLst>
                              <p:par>
                                <p:cTn id="81" presetID="53" presetClass="entr" presetSubtype="16" fill="hold" grpId="0" nodeType="clickEffect">
                                  <p:stCondLst>
                                    <p:cond delay="0"/>
                                  </p:stCondLst>
                                  <p:childTnLst>
                                    <p:set>
                                      <p:cBhvr>
                                        <p:cTn id="82" dur="1" fill="hold">
                                          <p:stCondLst>
                                            <p:cond delay="0"/>
                                          </p:stCondLst>
                                        </p:cTn>
                                        <p:tgtEl>
                                          <p:spTgt spid="353296"/>
                                        </p:tgtEl>
                                        <p:attrNameLst>
                                          <p:attrName>style.visibility</p:attrName>
                                        </p:attrNameLst>
                                      </p:cBhvr>
                                      <p:to>
                                        <p:strVal val="visible"/>
                                      </p:to>
                                    </p:set>
                                    <p:anim calcmode="lin" valueType="num">
                                      <p:cBhvr>
                                        <p:cTn id="83" dur="500" fill="hold"/>
                                        <p:tgtEl>
                                          <p:spTgt spid="353296"/>
                                        </p:tgtEl>
                                        <p:attrNameLst>
                                          <p:attrName>ppt_w</p:attrName>
                                        </p:attrNameLst>
                                      </p:cBhvr>
                                      <p:tavLst>
                                        <p:tav tm="0">
                                          <p:val>
                                            <p:fltVal val="0"/>
                                          </p:val>
                                        </p:tav>
                                        <p:tav tm="100000">
                                          <p:val>
                                            <p:strVal val="#ppt_w"/>
                                          </p:val>
                                        </p:tav>
                                      </p:tavLst>
                                    </p:anim>
                                    <p:anim calcmode="lin" valueType="num">
                                      <p:cBhvr>
                                        <p:cTn id="84" dur="500" fill="hold"/>
                                        <p:tgtEl>
                                          <p:spTgt spid="353296"/>
                                        </p:tgtEl>
                                        <p:attrNameLst>
                                          <p:attrName>ppt_h</p:attrName>
                                        </p:attrNameLst>
                                      </p:cBhvr>
                                      <p:tavLst>
                                        <p:tav tm="0">
                                          <p:val>
                                            <p:fltVal val="0"/>
                                          </p:val>
                                        </p:tav>
                                        <p:tav tm="100000">
                                          <p:val>
                                            <p:strVal val="#ppt_h"/>
                                          </p:val>
                                        </p:tav>
                                      </p:tavLst>
                                    </p:anim>
                                    <p:animEffect transition="in" filter="fade">
                                      <p:cBhvr>
                                        <p:cTn id="85" dur="500"/>
                                        <p:tgtEl>
                                          <p:spTgt spid="353296"/>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353297"/>
                                        </p:tgtEl>
                                        <p:attrNameLst>
                                          <p:attrName>style.visibility</p:attrName>
                                        </p:attrNameLst>
                                      </p:cBhvr>
                                      <p:to>
                                        <p:strVal val="visible"/>
                                      </p:to>
                                    </p:set>
                                    <p:anim calcmode="lin" valueType="num">
                                      <p:cBhvr>
                                        <p:cTn id="88" dur="500" fill="hold"/>
                                        <p:tgtEl>
                                          <p:spTgt spid="353297"/>
                                        </p:tgtEl>
                                        <p:attrNameLst>
                                          <p:attrName>ppt_w</p:attrName>
                                        </p:attrNameLst>
                                      </p:cBhvr>
                                      <p:tavLst>
                                        <p:tav tm="0">
                                          <p:val>
                                            <p:fltVal val="0"/>
                                          </p:val>
                                        </p:tav>
                                        <p:tav tm="100000">
                                          <p:val>
                                            <p:strVal val="#ppt_w"/>
                                          </p:val>
                                        </p:tav>
                                      </p:tavLst>
                                    </p:anim>
                                    <p:anim calcmode="lin" valueType="num">
                                      <p:cBhvr>
                                        <p:cTn id="89" dur="500" fill="hold"/>
                                        <p:tgtEl>
                                          <p:spTgt spid="353297"/>
                                        </p:tgtEl>
                                        <p:attrNameLst>
                                          <p:attrName>ppt_h</p:attrName>
                                        </p:attrNameLst>
                                      </p:cBhvr>
                                      <p:tavLst>
                                        <p:tav tm="0">
                                          <p:val>
                                            <p:fltVal val="0"/>
                                          </p:val>
                                        </p:tav>
                                        <p:tav tm="100000">
                                          <p:val>
                                            <p:strVal val="#ppt_h"/>
                                          </p:val>
                                        </p:tav>
                                      </p:tavLst>
                                    </p:anim>
                                    <p:animEffect transition="in" filter="fade">
                                      <p:cBhvr>
                                        <p:cTn id="90" dur="500"/>
                                        <p:tgtEl>
                                          <p:spTgt spid="353297"/>
                                        </p:tgtEl>
                                      </p:cBhvr>
                                    </p:animEffect>
                                  </p:childTnLst>
                                </p:cTn>
                              </p:par>
                            </p:childTnLst>
                          </p:cTn>
                        </p:par>
                      </p:childTnLst>
                    </p:cTn>
                  </p:par>
                  <p:par>
                    <p:cTn id="91" fill="hold">
                      <p:stCondLst>
                        <p:cond delay="indefinite"/>
                      </p:stCondLst>
                      <p:childTnLst>
                        <p:par>
                          <p:cTn id="92" fill="hold">
                            <p:stCondLst>
                              <p:cond delay="0"/>
                            </p:stCondLst>
                            <p:childTnLst>
                              <p:par>
                                <p:cTn id="93" presetID="53" presetClass="entr" presetSubtype="16" fill="hold" grpId="0" nodeType="clickEffect">
                                  <p:stCondLst>
                                    <p:cond delay="0"/>
                                  </p:stCondLst>
                                  <p:childTnLst>
                                    <p:set>
                                      <p:cBhvr>
                                        <p:cTn id="94" dur="1" fill="hold">
                                          <p:stCondLst>
                                            <p:cond delay="0"/>
                                          </p:stCondLst>
                                        </p:cTn>
                                        <p:tgtEl>
                                          <p:spTgt spid="353298"/>
                                        </p:tgtEl>
                                        <p:attrNameLst>
                                          <p:attrName>style.visibility</p:attrName>
                                        </p:attrNameLst>
                                      </p:cBhvr>
                                      <p:to>
                                        <p:strVal val="visible"/>
                                      </p:to>
                                    </p:set>
                                    <p:anim calcmode="lin" valueType="num">
                                      <p:cBhvr>
                                        <p:cTn id="95" dur="500" fill="hold"/>
                                        <p:tgtEl>
                                          <p:spTgt spid="353298"/>
                                        </p:tgtEl>
                                        <p:attrNameLst>
                                          <p:attrName>ppt_w</p:attrName>
                                        </p:attrNameLst>
                                      </p:cBhvr>
                                      <p:tavLst>
                                        <p:tav tm="0">
                                          <p:val>
                                            <p:fltVal val="0"/>
                                          </p:val>
                                        </p:tav>
                                        <p:tav tm="100000">
                                          <p:val>
                                            <p:strVal val="#ppt_w"/>
                                          </p:val>
                                        </p:tav>
                                      </p:tavLst>
                                    </p:anim>
                                    <p:anim calcmode="lin" valueType="num">
                                      <p:cBhvr>
                                        <p:cTn id="96" dur="500" fill="hold"/>
                                        <p:tgtEl>
                                          <p:spTgt spid="353298"/>
                                        </p:tgtEl>
                                        <p:attrNameLst>
                                          <p:attrName>ppt_h</p:attrName>
                                        </p:attrNameLst>
                                      </p:cBhvr>
                                      <p:tavLst>
                                        <p:tav tm="0">
                                          <p:val>
                                            <p:fltVal val="0"/>
                                          </p:val>
                                        </p:tav>
                                        <p:tav tm="100000">
                                          <p:val>
                                            <p:strVal val="#ppt_h"/>
                                          </p:val>
                                        </p:tav>
                                      </p:tavLst>
                                    </p:anim>
                                    <p:animEffect transition="in" filter="fade">
                                      <p:cBhvr>
                                        <p:cTn id="97" dur="500"/>
                                        <p:tgtEl>
                                          <p:spTgt spid="353298"/>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353299"/>
                                        </p:tgtEl>
                                        <p:attrNameLst>
                                          <p:attrName>style.visibility</p:attrName>
                                        </p:attrNameLst>
                                      </p:cBhvr>
                                      <p:to>
                                        <p:strVal val="visible"/>
                                      </p:to>
                                    </p:set>
                                    <p:anim calcmode="lin" valueType="num">
                                      <p:cBhvr>
                                        <p:cTn id="100" dur="500" fill="hold"/>
                                        <p:tgtEl>
                                          <p:spTgt spid="353299"/>
                                        </p:tgtEl>
                                        <p:attrNameLst>
                                          <p:attrName>ppt_w</p:attrName>
                                        </p:attrNameLst>
                                      </p:cBhvr>
                                      <p:tavLst>
                                        <p:tav tm="0">
                                          <p:val>
                                            <p:fltVal val="0"/>
                                          </p:val>
                                        </p:tav>
                                        <p:tav tm="100000">
                                          <p:val>
                                            <p:strVal val="#ppt_w"/>
                                          </p:val>
                                        </p:tav>
                                      </p:tavLst>
                                    </p:anim>
                                    <p:anim calcmode="lin" valueType="num">
                                      <p:cBhvr>
                                        <p:cTn id="101" dur="500" fill="hold"/>
                                        <p:tgtEl>
                                          <p:spTgt spid="353299"/>
                                        </p:tgtEl>
                                        <p:attrNameLst>
                                          <p:attrName>ppt_h</p:attrName>
                                        </p:attrNameLst>
                                      </p:cBhvr>
                                      <p:tavLst>
                                        <p:tav tm="0">
                                          <p:val>
                                            <p:fltVal val="0"/>
                                          </p:val>
                                        </p:tav>
                                        <p:tav tm="100000">
                                          <p:val>
                                            <p:strVal val="#ppt_h"/>
                                          </p:val>
                                        </p:tav>
                                      </p:tavLst>
                                    </p:anim>
                                    <p:animEffect transition="in" filter="fade">
                                      <p:cBhvr>
                                        <p:cTn id="102" dur="500"/>
                                        <p:tgtEl>
                                          <p:spTgt spid="353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animBg="1" autoUpdateAnimBg="0"/>
      <p:bldP spid="14341" grpId="0" autoUpdateAnimBg="0"/>
      <p:bldP spid="14342" grpId="0" animBg="1" autoUpdateAnimBg="0"/>
      <p:bldP spid="14343" grpId="0" animBg="1" autoUpdateAnimBg="0"/>
      <p:bldP spid="353288" grpId="0" animBg="1"/>
      <p:bldP spid="353289" grpId="0" animBg="1"/>
      <p:bldP spid="353290" grpId="0" animBg="1"/>
      <p:bldP spid="353291" grpId="0" animBg="1"/>
      <p:bldP spid="353292" grpId="0" animBg="1"/>
      <p:bldP spid="353293" grpId="0" animBg="1"/>
      <p:bldP spid="353294" grpId="0" animBg="1"/>
      <p:bldP spid="353295" grpId="0" animBg="1"/>
      <p:bldP spid="353296" grpId="0" animBg="1"/>
      <p:bldP spid="353297" grpId="0" animBg="1"/>
      <p:bldP spid="353298" grpId="0" animBg="1"/>
      <p:bldP spid="353299"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5570" name="Rectangle 2"/>
          <p:cNvSpPr/>
          <p:nvPr>
            <p:ph type="title"/>
          </p:nvPr>
        </p:nvSpPr>
        <p:spPr>
          <a:xfrm>
            <a:off x="681038" y="333375"/>
            <a:ext cx="7797800" cy="661988"/>
          </a:xfrm>
          <a:noFill/>
          <a:effectLst/>
          <a:extLs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chor="t">
            <a:spAutoFit/>
          </a:bodyPr>
          <a:lstStyle/>
          <a:p>
            <a:r>
              <a:rPr lang="zh-CN" altLang="en-US"/>
              <a:t>二维数组的存储结构</a:t>
            </a:r>
            <a:endParaRPr lang="zh-CN" altLang="en-US"/>
          </a:p>
        </p:txBody>
      </p:sp>
      <p:sp>
        <p:nvSpPr>
          <p:cNvPr id="30723" name="Text Box 3"/>
          <p:cNvSpPr txBox="1"/>
          <p:nvPr/>
        </p:nvSpPr>
        <p:spPr bwMode="auto">
          <a:xfrm>
            <a:off x="1255713" y="3140075"/>
            <a:ext cx="48291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kumimoji="1" lang="en-US" altLang="zh-CN" sz="3200">
                <a:solidFill>
                  <a:schemeClr val="tx1"/>
                </a:solidFill>
                <a:latin typeface="Courier New" charset="0"/>
                <a:ea typeface="宋体" charset="-122"/>
              </a:rPr>
              <a:t>short int  a[2][3];</a:t>
            </a:r>
            <a:endParaRPr kumimoji="1" lang="en-US" altLang="zh-CN" sz="3200">
              <a:solidFill>
                <a:schemeClr val="tx1"/>
              </a:solidFill>
              <a:latin typeface="Courier New" charset="0"/>
              <a:ea typeface="宋体" charset="-122"/>
            </a:endParaRPr>
          </a:p>
        </p:txBody>
      </p:sp>
      <p:grpSp>
        <p:nvGrpSpPr>
          <p:cNvPr id="365572" name="Group 4"/>
          <p:cNvGrpSpPr/>
          <p:nvPr/>
        </p:nvGrpSpPr>
        <p:grpSpPr bwMode="auto">
          <a:xfrm>
            <a:off x="536575" y="3908425"/>
            <a:ext cx="777875" cy="2479675"/>
            <a:chOff x="2112" y="2352"/>
            <a:chExt cx="490" cy="1344"/>
          </a:xfrm>
        </p:grpSpPr>
        <p:sp>
          <p:nvSpPr>
            <p:cNvPr id="31180" name="Text Box 5"/>
            <p:cNvSpPr txBox="1"/>
            <p:nvPr/>
          </p:nvSpPr>
          <p:spPr bwMode="auto">
            <a:xfrm>
              <a:off x="2112" y="2466"/>
              <a:ext cx="490"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kumimoji="1" lang="en-US" altLang="zh-CN">
                  <a:solidFill>
                    <a:schemeClr val="hlink"/>
                  </a:solidFill>
                  <a:ea typeface="宋体" charset="-122"/>
                </a:rPr>
                <a:t>a[0]</a:t>
              </a:r>
              <a:endParaRPr kumimoji="1" lang="en-US" altLang="zh-CN">
                <a:solidFill>
                  <a:schemeClr val="hlink"/>
                </a:solidFill>
                <a:ea typeface="宋体" charset="-122"/>
              </a:endParaRPr>
            </a:p>
          </p:txBody>
        </p:sp>
        <p:sp>
          <p:nvSpPr>
            <p:cNvPr id="31181" name="Text Box 6"/>
            <p:cNvSpPr txBox="1"/>
            <p:nvPr/>
          </p:nvSpPr>
          <p:spPr bwMode="auto">
            <a:xfrm>
              <a:off x="2112" y="3129"/>
              <a:ext cx="490"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kumimoji="1" lang="en-US" altLang="zh-CN">
                  <a:solidFill>
                    <a:schemeClr val="hlink"/>
                  </a:solidFill>
                  <a:ea typeface="宋体" charset="-122"/>
                </a:rPr>
                <a:t>a[1]</a:t>
              </a:r>
              <a:endParaRPr kumimoji="1" lang="en-US" altLang="zh-CN">
                <a:solidFill>
                  <a:schemeClr val="hlink"/>
                </a:solidFill>
                <a:ea typeface="宋体" charset="-122"/>
              </a:endParaRPr>
            </a:p>
          </p:txBody>
        </p:sp>
        <p:sp>
          <p:nvSpPr>
            <p:cNvPr id="365575" name="Rectangle 7"/>
            <p:cNvSpPr/>
            <p:nvPr/>
          </p:nvSpPr>
          <p:spPr bwMode="auto">
            <a:xfrm>
              <a:off x="2112" y="2352"/>
              <a:ext cx="480" cy="1344"/>
            </a:xfrm>
            <a:prstGeom prst="rect">
              <a:avLst/>
            </a:prstGeom>
            <a:noFill/>
            <a:ln w="38100">
              <a:solidFill>
                <a:srgbClr val="00008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576" name="Line 8"/>
            <p:cNvSpPr/>
            <p:nvPr/>
          </p:nvSpPr>
          <p:spPr bwMode="auto">
            <a:xfrm>
              <a:off x="2136" y="3000"/>
              <a:ext cx="432" cy="0"/>
            </a:xfrm>
            <a:prstGeom prst="line">
              <a:avLst/>
            </a:prstGeom>
            <a:noFill/>
            <a:ln w="57150">
              <a:solidFill>
                <a:srgbClr val="00008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grpSp>
      <p:sp>
        <p:nvSpPr>
          <p:cNvPr id="365577" name="Text Box 9"/>
          <p:cNvSpPr txBox="1"/>
          <p:nvPr/>
        </p:nvSpPr>
        <p:spPr bwMode="auto">
          <a:xfrm>
            <a:off x="1328738" y="5862638"/>
            <a:ext cx="1193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kumimoji="1" lang="en-US" altLang="zh-CN">
                <a:solidFill>
                  <a:schemeClr val="hlink"/>
                </a:solidFill>
                <a:ea typeface="宋体" charset="-122"/>
              </a:rPr>
              <a:t>a[1][0]</a:t>
            </a:r>
            <a:endParaRPr kumimoji="1" lang="en-US" altLang="zh-CN">
              <a:solidFill>
                <a:schemeClr val="hlink"/>
              </a:solidFill>
              <a:ea typeface="宋体" charset="-122"/>
            </a:endParaRPr>
          </a:p>
        </p:txBody>
      </p:sp>
      <p:sp>
        <p:nvSpPr>
          <p:cNvPr id="365578" name="Text Box 10"/>
          <p:cNvSpPr txBox="1"/>
          <p:nvPr/>
        </p:nvSpPr>
        <p:spPr bwMode="auto">
          <a:xfrm>
            <a:off x="2595563" y="5846763"/>
            <a:ext cx="1193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kumimoji="1" lang="en-US" altLang="zh-CN">
                <a:solidFill>
                  <a:schemeClr val="hlink"/>
                </a:solidFill>
                <a:ea typeface="宋体" charset="-122"/>
              </a:rPr>
              <a:t>a[1][1]</a:t>
            </a:r>
            <a:endParaRPr kumimoji="1" lang="en-US" altLang="zh-CN">
              <a:solidFill>
                <a:schemeClr val="hlink"/>
              </a:solidFill>
              <a:ea typeface="宋体" charset="-122"/>
            </a:endParaRPr>
          </a:p>
        </p:txBody>
      </p:sp>
      <p:sp>
        <p:nvSpPr>
          <p:cNvPr id="365579" name="Text Box 11"/>
          <p:cNvSpPr txBox="1"/>
          <p:nvPr/>
        </p:nvSpPr>
        <p:spPr bwMode="auto">
          <a:xfrm>
            <a:off x="3921125" y="5848350"/>
            <a:ext cx="1193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kumimoji="1" lang="en-US" altLang="zh-CN">
                <a:solidFill>
                  <a:schemeClr val="hlink"/>
                </a:solidFill>
                <a:ea typeface="宋体" charset="-122"/>
              </a:rPr>
              <a:t>a[1][2]</a:t>
            </a:r>
            <a:endParaRPr kumimoji="1" lang="en-US" altLang="zh-CN">
              <a:solidFill>
                <a:schemeClr val="hlink"/>
              </a:solidFill>
              <a:ea typeface="宋体" charset="-122"/>
            </a:endParaRPr>
          </a:p>
        </p:txBody>
      </p:sp>
      <p:sp>
        <p:nvSpPr>
          <p:cNvPr id="365580" name="Text Box 12"/>
          <p:cNvSpPr txBox="1"/>
          <p:nvPr/>
        </p:nvSpPr>
        <p:spPr bwMode="auto">
          <a:xfrm>
            <a:off x="1270000" y="3803650"/>
            <a:ext cx="1193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kumimoji="1" lang="en-US" altLang="zh-CN">
                <a:solidFill>
                  <a:schemeClr val="hlink"/>
                </a:solidFill>
                <a:ea typeface="宋体" charset="-122"/>
              </a:rPr>
              <a:t>a[0][0]</a:t>
            </a:r>
            <a:endParaRPr kumimoji="1" lang="en-US" altLang="zh-CN">
              <a:solidFill>
                <a:schemeClr val="hlink"/>
              </a:solidFill>
              <a:ea typeface="宋体" charset="-122"/>
            </a:endParaRPr>
          </a:p>
        </p:txBody>
      </p:sp>
      <p:sp>
        <p:nvSpPr>
          <p:cNvPr id="365581" name="Text Box 13"/>
          <p:cNvSpPr txBox="1"/>
          <p:nvPr/>
        </p:nvSpPr>
        <p:spPr bwMode="auto">
          <a:xfrm>
            <a:off x="2511425" y="3773488"/>
            <a:ext cx="1193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kumimoji="1" lang="en-US" altLang="zh-CN">
                <a:solidFill>
                  <a:schemeClr val="hlink"/>
                </a:solidFill>
                <a:ea typeface="宋体" charset="-122"/>
              </a:rPr>
              <a:t>a[0][1]</a:t>
            </a:r>
            <a:endParaRPr kumimoji="1" lang="en-US" altLang="zh-CN">
              <a:solidFill>
                <a:schemeClr val="hlink"/>
              </a:solidFill>
              <a:ea typeface="宋体" charset="-122"/>
            </a:endParaRPr>
          </a:p>
        </p:txBody>
      </p:sp>
      <p:sp>
        <p:nvSpPr>
          <p:cNvPr id="365582" name="Text Box 14"/>
          <p:cNvSpPr txBox="1"/>
          <p:nvPr/>
        </p:nvSpPr>
        <p:spPr bwMode="auto">
          <a:xfrm>
            <a:off x="3848100" y="3759200"/>
            <a:ext cx="12144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kumimoji="1" lang="en-US" altLang="zh-CN">
                <a:solidFill>
                  <a:schemeClr val="hlink"/>
                </a:solidFill>
                <a:ea typeface="宋体" charset="-122"/>
              </a:rPr>
              <a:t>a[0][2]</a:t>
            </a:r>
            <a:endParaRPr kumimoji="1" lang="en-US" altLang="zh-CN">
              <a:solidFill>
                <a:schemeClr val="hlink"/>
              </a:solidFill>
              <a:ea typeface="宋体" charset="-122"/>
            </a:endParaRPr>
          </a:p>
        </p:txBody>
      </p:sp>
      <p:sp>
        <p:nvSpPr>
          <p:cNvPr id="365583" name="Text Box 15"/>
          <p:cNvSpPr txBox="1"/>
          <p:nvPr/>
        </p:nvSpPr>
        <p:spPr bwMode="auto">
          <a:xfrm>
            <a:off x="395288" y="1196975"/>
            <a:ext cx="5545137" cy="186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marL="342900" indent="-342900">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lnSpc>
                <a:spcPct val="115000"/>
              </a:lnSpc>
              <a:spcBef>
                <a:spcPct val="20000"/>
              </a:spcBef>
              <a:buClr>
                <a:srgbClr val="CCCCFF"/>
              </a:buClr>
              <a:buFont typeface="Monotype Sorts" charset="2"/>
              <a:buNone/>
            </a:pPr>
            <a:r>
              <a:rPr kumimoji="1" lang="zh-CN" altLang="en-US">
                <a:solidFill>
                  <a:srgbClr val="000066"/>
                </a:solidFill>
                <a:latin typeface="楷体_GB2312" pitchFamily="49" charset="-122"/>
                <a:ea typeface="楷体_GB2312" pitchFamily="49" charset="-122"/>
              </a:rPr>
              <a:t>存放顺序：</a:t>
            </a:r>
            <a:endParaRPr kumimoji="1" lang="zh-CN" altLang="en-US">
              <a:latin typeface="楷体_GB2312" pitchFamily="49" charset="-122"/>
              <a:ea typeface="楷体_GB2312" pitchFamily="49" charset="-122"/>
            </a:endParaRPr>
          </a:p>
          <a:p>
            <a:pPr eaLnBrk="1" hangingPunct="1">
              <a:lnSpc>
                <a:spcPct val="115000"/>
              </a:lnSpc>
              <a:spcBef>
                <a:spcPct val="20000"/>
              </a:spcBef>
              <a:buClr>
                <a:srgbClr val="CCCCFF"/>
              </a:buClr>
              <a:buFont typeface="Monotype Sorts" charset="2"/>
              <a:buNone/>
            </a:pPr>
            <a:r>
              <a:rPr kumimoji="1" lang="zh-CN" altLang="en-US">
                <a:solidFill>
                  <a:srgbClr val="000066"/>
                </a:solidFill>
                <a:latin typeface="楷体_GB2312" pitchFamily="49" charset="-122"/>
                <a:ea typeface="楷体_GB2312" pitchFamily="49" charset="-122"/>
              </a:rPr>
              <a:t>先顺序存放第</a:t>
            </a:r>
            <a:r>
              <a:rPr kumimoji="1" lang="en-US" altLang="zh-CN">
                <a:solidFill>
                  <a:srgbClr val="000066"/>
                </a:solidFill>
                <a:latin typeface="楷体_GB2312" pitchFamily="49" charset="-122"/>
                <a:ea typeface="楷体_GB2312" pitchFamily="49" charset="-122"/>
              </a:rPr>
              <a:t>0</a:t>
            </a:r>
            <a:r>
              <a:rPr kumimoji="1" lang="zh-CN" altLang="en-US">
                <a:solidFill>
                  <a:srgbClr val="000066"/>
                </a:solidFill>
                <a:latin typeface="楷体_GB2312" pitchFamily="49" charset="-122"/>
                <a:ea typeface="楷体_GB2312" pitchFamily="49" charset="-122"/>
              </a:rPr>
              <a:t>行的元素</a:t>
            </a:r>
            <a:endParaRPr kumimoji="1" lang="zh-CN" altLang="en-US">
              <a:solidFill>
                <a:srgbClr val="000066"/>
              </a:solidFill>
              <a:latin typeface="楷体_GB2312" pitchFamily="49" charset="-122"/>
              <a:ea typeface="楷体_GB2312" pitchFamily="49" charset="-122"/>
            </a:endParaRPr>
          </a:p>
          <a:p>
            <a:pPr eaLnBrk="1" hangingPunct="1">
              <a:lnSpc>
                <a:spcPct val="115000"/>
              </a:lnSpc>
              <a:spcBef>
                <a:spcPct val="20000"/>
              </a:spcBef>
              <a:buClr>
                <a:srgbClr val="CCCCFF"/>
              </a:buClr>
              <a:buFont typeface="Monotype Sorts" charset="2"/>
              <a:buNone/>
            </a:pPr>
            <a:r>
              <a:rPr kumimoji="1" lang="zh-CN" altLang="en-US">
                <a:solidFill>
                  <a:srgbClr val="000066"/>
                </a:solidFill>
                <a:latin typeface="楷体_GB2312" pitchFamily="49" charset="-122"/>
                <a:ea typeface="楷体_GB2312" pitchFamily="49" charset="-122"/>
              </a:rPr>
              <a:t>再存放第</a:t>
            </a:r>
            <a:r>
              <a:rPr kumimoji="1" lang="en-US" altLang="zh-CN">
                <a:solidFill>
                  <a:srgbClr val="000066"/>
                </a:solidFill>
                <a:latin typeface="楷体_GB2312" pitchFamily="49" charset="-122"/>
                <a:ea typeface="楷体_GB2312" pitchFamily="49" charset="-122"/>
              </a:rPr>
              <a:t>1</a:t>
            </a:r>
            <a:r>
              <a:rPr kumimoji="1" lang="zh-CN" altLang="en-US">
                <a:solidFill>
                  <a:srgbClr val="000066"/>
                </a:solidFill>
                <a:latin typeface="楷体_GB2312" pitchFamily="49" charset="-122"/>
                <a:ea typeface="楷体_GB2312" pitchFamily="49" charset="-122"/>
              </a:rPr>
              <a:t>行的元素</a:t>
            </a:r>
            <a:endParaRPr kumimoji="1" lang="zh-CN" altLang="en-US">
              <a:solidFill>
                <a:srgbClr val="000066"/>
              </a:solidFill>
              <a:latin typeface="楷体_GB2312" pitchFamily="49" charset="-122"/>
              <a:ea typeface="楷体_GB2312" pitchFamily="49" charset="-122"/>
            </a:endParaRPr>
          </a:p>
        </p:txBody>
      </p:sp>
      <p:grpSp>
        <p:nvGrpSpPr>
          <p:cNvPr id="365584" name="Group 16"/>
          <p:cNvGrpSpPr/>
          <p:nvPr/>
        </p:nvGrpSpPr>
        <p:grpSpPr bwMode="auto">
          <a:xfrm>
            <a:off x="6659563" y="1700213"/>
            <a:ext cx="1981200" cy="4572000"/>
            <a:chOff x="4512" y="336"/>
            <a:chExt cx="1248" cy="2880"/>
          </a:xfrm>
        </p:grpSpPr>
        <p:sp>
          <p:nvSpPr>
            <p:cNvPr id="31155" name="Text Box 17"/>
            <p:cNvSpPr txBox="1"/>
            <p:nvPr/>
          </p:nvSpPr>
          <p:spPr bwMode="auto">
            <a:xfrm>
              <a:off x="5210" y="645"/>
              <a:ext cx="550" cy="1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10000"/>
                </a:spcBef>
              </a:pPr>
              <a:r>
                <a:rPr kumimoji="1" lang="en-US" altLang="zh-CN" sz="1800">
                  <a:solidFill>
                    <a:schemeClr val="tx1"/>
                  </a:solidFill>
                  <a:ea typeface="宋体" charset="-122"/>
                </a:rPr>
                <a:t>a[0][0]</a:t>
              </a:r>
              <a:endParaRPr kumimoji="1" lang="en-US" altLang="zh-CN" sz="1800">
                <a:solidFill>
                  <a:schemeClr val="tx1"/>
                </a:solidFill>
                <a:ea typeface="宋体" charset="-122"/>
              </a:endParaRPr>
            </a:p>
            <a:p>
              <a:pPr eaLnBrk="1" hangingPunct="1">
                <a:spcBef>
                  <a:spcPct val="10000"/>
                </a:spcBef>
              </a:pPr>
              <a:endParaRPr kumimoji="1" lang="en-US" altLang="zh-CN" sz="1800">
                <a:solidFill>
                  <a:schemeClr val="tx1"/>
                </a:solidFill>
                <a:ea typeface="宋体" charset="-122"/>
              </a:endParaRPr>
            </a:p>
            <a:p>
              <a:pPr eaLnBrk="1" hangingPunct="1">
                <a:spcBef>
                  <a:spcPct val="10000"/>
                </a:spcBef>
              </a:pPr>
              <a:r>
                <a:rPr kumimoji="1" lang="en-US" altLang="zh-CN" sz="1800">
                  <a:solidFill>
                    <a:schemeClr val="tx1"/>
                  </a:solidFill>
                  <a:ea typeface="宋体" charset="-122"/>
                </a:rPr>
                <a:t>a[0][1]</a:t>
              </a:r>
              <a:endParaRPr kumimoji="1" lang="en-US" altLang="zh-CN" sz="1800">
                <a:solidFill>
                  <a:schemeClr val="tx1"/>
                </a:solidFill>
                <a:ea typeface="宋体" charset="-122"/>
              </a:endParaRPr>
            </a:p>
            <a:p>
              <a:pPr eaLnBrk="1" hangingPunct="1">
                <a:spcBef>
                  <a:spcPct val="10000"/>
                </a:spcBef>
              </a:pPr>
              <a:endParaRPr kumimoji="1" lang="en-US" altLang="zh-CN" sz="1800">
                <a:solidFill>
                  <a:schemeClr val="tx1"/>
                </a:solidFill>
                <a:ea typeface="宋体" charset="-122"/>
              </a:endParaRPr>
            </a:p>
            <a:p>
              <a:pPr eaLnBrk="1" hangingPunct="1">
                <a:spcBef>
                  <a:spcPct val="10000"/>
                </a:spcBef>
              </a:pPr>
              <a:r>
                <a:rPr kumimoji="1" lang="en-US" altLang="zh-CN" sz="1800">
                  <a:solidFill>
                    <a:schemeClr val="tx1"/>
                  </a:solidFill>
                  <a:ea typeface="宋体" charset="-122"/>
                </a:rPr>
                <a:t>a[0][2]</a:t>
              </a:r>
              <a:endParaRPr kumimoji="1" lang="en-US" altLang="zh-CN" sz="1800">
                <a:solidFill>
                  <a:schemeClr val="tx1"/>
                </a:solidFill>
                <a:ea typeface="宋体" charset="-122"/>
              </a:endParaRPr>
            </a:p>
            <a:p>
              <a:pPr eaLnBrk="1" hangingPunct="1">
                <a:spcBef>
                  <a:spcPct val="10000"/>
                </a:spcBef>
              </a:pPr>
              <a:endParaRPr kumimoji="1" lang="en-US" altLang="zh-CN" sz="1800">
                <a:solidFill>
                  <a:schemeClr val="tx1"/>
                </a:solidFill>
                <a:ea typeface="宋体" charset="-122"/>
              </a:endParaRPr>
            </a:p>
            <a:p>
              <a:pPr eaLnBrk="1" hangingPunct="1">
                <a:spcBef>
                  <a:spcPct val="10000"/>
                </a:spcBef>
              </a:pPr>
              <a:r>
                <a:rPr kumimoji="1" lang="en-US" altLang="zh-CN" sz="1800">
                  <a:solidFill>
                    <a:schemeClr val="tx1"/>
                  </a:solidFill>
                  <a:ea typeface="宋体" charset="-122"/>
                </a:rPr>
                <a:t>a[1][0]</a:t>
              </a:r>
              <a:endParaRPr kumimoji="1" lang="en-US" altLang="zh-CN" sz="1800">
                <a:solidFill>
                  <a:schemeClr val="tx1"/>
                </a:solidFill>
                <a:ea typeface="宋体" charset="-122"/>
              </a:endParaRPr>
            </a:p>
          </p:txBody>
        </p:sp>
        <p:sp>
          <p:nvSpPr>
            <p:cNvPr id="31156" name="Text Box 18"/>
            <p:cNvSpPr txBox="1"/>
            <p:nvPr/>
          </p:nvSpPr>
          <p:spPr bwMode="auto">
            <a:xfrm>
              <a:off x="5210" y="2127"/>
              <a:ext cx="550" cy="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10000"/>
                </a:spcBef>
              </a:pPr>
              <a:r>
                <a:rPr kumimoji="1" lang="en-US" altLang="zh-CN" sz="1800">
                  <a:solidFill>
                    <a:schemeClr val="tx1"/>
                  </a:solidFill>
                  <a:ea typeface="宋体" charset="-122"/>
                </a:rPr>
                <a:t>a[1][1]</a:t>
              </a:r>
              <a:endParaRPr kumimoji="1" lang="en-US" altLang="zh-CN" sz="1800">
                <a:solidFill>
                  <a:schemeClr val="tx1"/>
                </a:solidFill>
                <a:ea typeface="宋体" charset="-122"/>
              </a:endParaRPr>
            </a:p>
            <a:p>
              <a:pPr eaLnBrk="1" hangingPunct="1">
                <a:spcBef>
                  <a:spcPct val="10000"/>
                </a:spcBef>
              </a:pPr>
              <a:endParaRPr kumimoji="1" lang="en-US" altLang="zh-CN" sz="1800">
                <a:solidFill>
                  <a:schemeClr val="tx1"/>
                </a:solidFill>
                <a:ea typeface="宋体" charset="-122"/>
              </a:endParaRPr>
            </a:p>
            <a:p>
              <a:pPr eaLnBrk="1" hangingPunct="1">
                <a:spcBef>
                  <a:spcPct val="10000"/>
                </a:spcBef>
              </a:pPr>
              <a:r>
                <a:rPr kumimoji="1" lang="en-US" altLang="zh-CN" sz="1800">
                  <a:solidFill>
                    <a:schemeClr val="tx1"/>
                  </a:solidFill>
                  <a:ea typeface="宋体" charset="-122"/>
                </a:rPr>
                <a:t>a[1][2]</a:t>
              </a:r>
              <a:endParaRPr kumimoji="1" lang="en-US" altLang="zh-CN" sz="1800">
                <a:solidFill>
                  <a:schemeClr val="tx1"/>
                </a:solidFill>
                <a:ea typeface="宋体" charset="-122"/>
              </a:endParaRPr>
            </a:p>
            <a:p>
              <a:pPr eaLnBrk="1" hangingPunct="1">
                <a:spcBef>
                  <a:spcPct val="10000"/>
                </a:spcBef>
              </a:pPr>
              <a:endParaRPr kumimoji="1" lang="zh-CN" altLang="en-US" sz="1800">
                <a:solidFill>
                  <a:schemeClr val="tx1"/>
                </a:solidFill>
                <a:ea typeface="宋体" charset="-122"/>
              </a:endParaRPr>
            </a:p>
          </p:txBody>
        </p:sp>
        <p:grpSp>
          <p:nvGrpSpPr>
            <p:cNvPr id="31157" name="Group 19"/>
            <p:cNvGrpSpPr/>
            <p:nvPr/>
          </p:nvGrpSpPr>
          <p:grpSpPr bwMode="auto">
            <a:xfrm>
              <a:off x="4512" y="336"/>
              <a:ext cx="759" cy="2880"/>
              <a:chOff x="4512" y="336"/>
              <a:chExt cx="759" cy="2880"/>
            </a:xfrm>
          </p:grpSpPr>
          <p:grpSp>
            <p:nvGrpSpPr>
              <p:cNvPr id="31158" name="Group 20"/>
              <p:cNvGrpSpPr/>
              <p:nvPr/>
            </p:nvGrpSpPr>
            <p:grpSpPr bwMode="auto">
              <a:xfrm>
                <a:off x="4512" y="336"/>
                <a:ext cx="576" cy="1920"/>
                <a:chOff x="4752" y="576"/>
                <a:chExt cx="576" cy="1920"/>
              </a:xfrm>
            </p:grpSpPr>
            <p:sp>
              <p:nvSpPr>
                <p:cNvPr id="365589" name="Rectangle 21"/>
                <p:cNvSpPr/>
                <p:nvPr/>
              </p:nvSpPr>
              <p:spPr bwMode="auto">
                <a:xfrm>
                  <a:off x="4752" y="960"/>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590" name="Rectangle 22"/>
                <p:cNvSpPr/>
                <p:nvPr/>
              </p:nvSpPr>
              <p:spPr bwMode="auto">
                <a:xfrm>
                  <a:off x="4752" y="1152"/>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591" name="Rectangle 23"/>
                <p:cNvSpPr/>
                <p:nvPr/>
              </p:nvSpPr>
              <p:spPr bwMode="auto">
                <a:xfrm>
                  <a:off x="4752" y="1344"/>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592" name="Rectangle 24"/>
                <p:cNvSpPr/>
                <p:nvPr/>
              </p:nvSpPr>
              <p:spPr bwMode="auto">
                <a:xfrm>
                  <a:off x="4752" y="1536"/>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593" name="Rectangle 25"/>
                <p:cNvSpPr/>
                <p:nvPr/>
              </p:nvSpPr>
              <p:spPr bwMode="auto">
                <a:xfrm>
                  <a:off x="4752" y="1728"/>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594" name="Rectangle 26"/>
                <p:cNvSpPr/>
                <p:nvPr/>
              </p:nvSpPr>
              <p:spPr bwMode="auto">
                <a:xfrm>
                  <a:off x="4752" y="1920"/>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595" name="Rectangle 27"/>
                <p:cNvSpPr/>
                <p:nvPr/>
              </p:nvSpPr>
              <p:spPr bwMode="auto">
                <a:xfrm>
                  <a:off x="4752" y="2112"/>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596" name="Rectangle 28"/>
                <p:cNvSpPr/>
                <p:nvPr/>
              </p:nvSpPr>
              <p:spPr bwMode="auto">
                <a:xfrm>
                  <a:off x="4752" y="2304"/>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597" name="Rectangle 29"/>
                <p:cNvSpPr/>
                <p:nvPr/>
              </p:nvSpPr>
              <p:spPr bwMode="auto">
                <a:xfrm>
                  <a:off x="4752" y="768"/>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598" name="Rectangle 30"/>
                <p:cNvSpPr/>
                <p:nvPr/>
              </p:nvSpPr>
              <p:spPr bwMode="auto">
                <a:xfrm>
                  <a:off x="4752" y="576"/>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grpSp>
          <p:sp>
            <p:nvSpPr>
              <p:cNvPr id="365599" name="AutoShape 31"/>
              <p:cNvSpPr/>
              <p:nvPr/>
            </p:nvSpPr>
            <p:spPr bwMode="auto">
              <a:xfrm>
                <a:off x="5088" y="609"/>
                <a:ext cx="183" cy="288"/>
              </a:xfrm>
              <a:prstGeom prst="rightBrace">
                <a:avLst>
                  <a:gd name="adj1" fmla="val 13115"/>
                  <a:gd name="adj2" fmla="val 50000"/>
                </a:avLst>
              </a:prstGeom>
              <a:noFill/>
              <a:ln w="12700" cap="sq">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600" name="AutoShape 32"/>
              <p:cNvSpPr/>
              <p:nvPr/>
            </p:nvSpPr>
            <p:spPr bwMode="auto">
              <a:xfrm>
                <a:off x="5088" y="993"/>
                <a:ext cx="183" cy="288"/>
              </a:xfrm>
              <a:prstGeom prst="rightBrace">
                <a:avLst>
                  <a:gd name="adj1" fmla="val 13115"/>
                  <a:gd name="adj2" fmla="val 50000"/>
                </a:avLst>
              </a:prstGeom>
              <a:noFill/>
              <a:ln w="12700" cap="sq">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601" name="AutoShape 33"/>
              <p:cNvSpPr/>
              <p:nvPr/>
            </p:nvSpPr>
            <p:spPr bwMode="auto">
              <a:xfrm>
                <a:off x="5088" y="1377"/>
                <a:ext cx="183" cy="288"/>
              </a:xfrm>
              <a:prstGeom prst="rightBrace">
                <a:avLst>
                  <a:gd name="adj1" fmla="val 13115"/>
                  <a:gd name="adj2" fmla="val 50000"/>
                </a:avLst>
              </a:prstGeom>
              <a:noFill/>
              <a:ln w="12700" cap="sq">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602" name="AutoShape 34"/>
              <p:cNvSpPr/>
              <p:nvPr/>
            </p:nvSpPr>
            <p:spPr bwMode="auto">
              <a:xfrm>
                <a:off x="5088" y="1750"/>
                <a:ext cx="183" cy="288"/>
              </a:xfrm>
              <a:prstGeom prst="rightBrace">
                <a:avLst>
                  <a:gd name="adj1" fmla="val 13115"/>
                  <a:gd name="adj2" fmla="val 50000"/>
                </a:avLst>
              </a:prstGeom>
              <a:noFill/>
              <a:ln w="12700" cap="sq">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603" name="Rectangle 35"/>
              <p:cNvSpPr/>
              <p:nvPr/>
            </p:nvSpPr>
            <p:spPr bwMode="auto">
              <a:xfrm>
                <a:off x="4512" y="2640"/>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604" name="Rectangle 36"/>
              <p:cNvSpPr/>
              <p:nvPr/>
            </p:nvSpPr>
            <p:spPr bwMode="auto">
              <a:xfrm>
                <a:off x="4512" y="2832"/>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605" name="Rectangle 37"/>
              <p:cNvSpPr/>
              <p:nvPr/>
            </p:nvSpPr>
            <p:spPr bwMode="auto">
              <a:xfrm>
                <a:off x="4512" y="3024"/>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606" name="Rectangle 38"/>
              <p:cNvSpPr/>
              <p:nvPr/>
            </p:nvSpPr>
            <p:spPr bwMode="auto">
              <a:xfrm>
                <a:off x="4512" y="2448"/>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607" name="Rectangle 39"/>
              <p:cNvSpPr/>
              <p:nvPr/>
            </p:nvSpPr>
            <p:spPr bwMode="auto">
              <a:xfrm>
                <a:off x="4512" y="2256"/>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608" name="AutoShape 40"/>
              <p:cNvSpPr/>
              <p:nvPr/>
            </p:nvSpPr>
            <p:spPr bwMode="auto">
              <a:xfrm>
                <a:off x="5088" y="2119"/>
                <a:ext cx="183" cy="288"/>
              </a:xfrm>
              <a:prstGeom prst="rightBrace">
                <a:avLst>
                  <a:gd name="adj1" fmla="val 13115"/>
                  <a:gd name="adj2" fmla="val 50000"/>
                </a:avLst>
              </a:prstGeom>
              <a:noFill/>
              <a:ln w="12700" cap="sq">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609" name="AutoShape 41"/>
              <p:cNvSpPr/>
              <p:nvPr/>
            </p:nvSpPr>
            <p:spPr bwMode="auto">
              <a:xfrm>
                <a:off x="5088" y="2503"/>
                <a:ext cx="183" cy="288"/>
              </a:xfrm>
              <a:prstGeom prst="rightBrace">
                <a:avLst>
                  <a:gd name="adj1" fmla="val 13115"/>
                  <a:gd name="adj2" fmla="val 50000"/>
                </a:avLst>
              </a:prstGeom>
              <a:noFill/>
              <a:ln w="12700" cap="sq">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grpSp>
      </p:grpSp>
      <p:grpSp>
        <p:nvGrpSpPr>
          <p:cNvPr id="365610" name="Group 42"/>
          <p:cNvGrpSpPr/>
          <p:nvPr/>
        </p:nvGrpSpPr>
        <p:grpSpPr bwMode="auto">
          <a:xfrm>
            <a:off x="1687513" y="4333875"/>
            <a:ext cx="495300" cy="887413"/>
            <a:chOff x="4368" y="0"/>
            <a:chExt cx="1392" cy="1567"/>
          </a:xfrm>
        </p:grpSpPr>
        <p:grpSp>
          <p:nvGrpSpPr>
            <p:cNvPr id="31121" name="Group 43"/>
            <p:cNvGrpSpPr/>
            <p:nvPr/>
          </p:nvGrpSpPr>
          <p:grpSpPr bwMode="auto">
            <a:xfrm>
              <a:off x="4368" y="0"/>
              <a:ext cx="1392" cy="1056"/>
              <a:chOff x="4368" y="2016"/>
              <a:chExt cx="1072" cy="1344"/>
            </a:xfrm>
          </p:grpSpPr>
          <p:sp>
            <p:nvSpPr>
              <p:cNvPr id="365612" name="Freeform 44"/>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13" name="Freeform 45"/>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14" name="Rectangle 46"/>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615" name="Freeform 47"/>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16" name="Freeform 48"/>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17" name="Freeform 49"/>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18" name="Freeform 50"/>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19" name="Rectangle 51"/>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620" name="Freeform 52"/>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21" name="Freeform 53"/>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22" name="Freeform 54"/>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23" name="Freeform 55"/>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24" name="Freeform 56"/>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25" name="Freeform 57"/>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26" name="Freeform 58"/>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27" name="Freeform 59"/>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28" name="Freeform 60"/>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29" name="Freeform 61"/>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30" name="Freeform 62"/>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31" name="Freeform 63"/>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32" name="Freeform 64"/>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33" name="Freeform 65"/>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34" name="Freeform 66"/>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35" name="Freeform 67"/>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36" name="Freeform 68"/>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37" name="Freeform 69"/>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38" name="Freeform 70"/>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39" name="Freeform 71"/>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40" name="Freeform 72"/>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41" name="Freeform 73"/>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42" name="Freeform 74"/>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43" name="Freeform 75"/>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1122" name="Text Box 76"/>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365645" name="Group 77"/>
          <p:cNvGrpSpPr/>
          <p:nvPr/>
        </p:nvGrpSpPr>
        <p:grpSpPr bwMode="auto">
          <a:xfrm>
            <a:off x="2921000" y="4333875"/>
            <a:ext cx="495300" cy="887413"/>
            <a:chOff x="4368" y="0"/>
            <a:chExt cx="1392" cy="1567"/>
          </a:xfrm>
        </p:grpSpPr>
        <p:grpSp>
          <p:nvGrpSpPr>
            <p:cNvPr id="31087" name="Group 78"/>
            <p:cNvGrpSpPr/>
            <p:nvPr/>
          </p:nvGrpSpPr>
          <p:grpSpPr bwMode="auto">
            <a:xfrm>
              <a:off x="4368" y="0"/>
              <a:ext cx="1392" cy="1056"/>
              <a:chOff x="4368" y="2016"/>
              <a:chExt cx="1072" cy="1344"/>
            </a:xfrm>
          </p:grpSpPr>
          <p:sp>
            <p:nvSpPr>
              <p:cNvPr id="365647" name="Freeform 79"/>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48" name="Freeform 80"/>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49" name="Rectangle 81"/>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650" name="Freeform 82"/>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51" name="Freeform 83"/>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52" name="Freeform 84"/>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53" name="Freeform 85"/>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54" name="Rectangle 86"/>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655" name="Freeform 87"/>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56" name="Freeform 88"/>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57" name="Freeform 89"/>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58" name="Freeform 90"/>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59" name="Freeform 91"/>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60" name="Freeform 92"/>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61" name="Freeform 93"/>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62" name="Freeform 94"/>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63" name="Freeform 95"/>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64" name="Freeform 96"/>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65" name="Freeform 97"/>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66" name="Freeform 98"/>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67" name="Freeform 99"/>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68" name="Freeform 100"/>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69" name="Freeform 101"/>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70" name="Freeform 102"/>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71" name="Freeform 103"/>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72" name="Freeform 104"/>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73" name="Freeform 105"/>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74" name="Freeform 106"/>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75" name="Freeform 107"/>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76" name="Freeform 108"/>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77" name="Freeform 109"/>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78" name="Freeform 110"/>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1088" name="Text Box 111"/>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365680" name="Group 112"/>
          <p:cNvGrpSpPr/>
          <p:nvPr/>
        </p:nvGrpSpPr>
        <p:grpSpPr bwMode="auto">
          <a:xfrm>
            <a:off x="4289425" y="4333875"/>
            <a:ext cx="495300" cy="887413"/>
            <a:chOff x="4368" y="0"/>
            <a:chExt cx="1392" cy="1567"/>
          </a:xfrm>
        </p:grpSpPr>
        <p:grpSp>
          <p:nvGrpSpPr>
            <p:cNvPr id="31053" name="Group 113"/>
            <p:cNvGrpSpPr/>
            <p:nvPr/>
          </p:nvGrpSpPr>
          <p:grpSpPr bwMode="auto">
            <a:xfrm>
              <a:off x="4368" y="0"/>
              <a:ext cx="1392" cy="1056"/>
              <a:chOff x="4368" y="2016"/>
              <a:chExt cx="1072" cy="1344"/>
            </a:xfrm>
          </p:grpSpPr>
          <p:sp>
            <p:nvSpPr>
              <p:cNvPr id="365682" name="Freeform 114"/>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83" name="Freeform 115"/>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84" name="Rectangle 116"/>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685" name="Freeform 117"/>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86" name="Freeform 118"/>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87" name="Freeform 119"/>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88" name="Freeform 120"/>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89" name="Rectangle 121"/>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690" name="Freeform 122"/>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91" name="Freeform 123"/>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92" name="Freeform 124"/>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93" name="Freeform 125"/>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94" name="Freeform 126"/>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95" name="Freeform 127"/>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96" name="Freeform 128"/>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97" name="Freeform 129"/>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98" name="Freeform 130"/>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699" name="Freeform 131"/>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00" name="Freeform 132"/>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01" name="Freeform 133"/>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02" name="Freeform 134"/>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03" name="Freeform 135"/>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04" name="Freeform 136"/>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05" name="Freeform 137"/>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06" name="Freeform 138"/>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07" name="Freeform 139"/>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08" name="Freeform 140"/>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09" name="Freeform 141"/>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10" name="Freeform 142"/>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11" name="Freeform 143"/>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12" name="Freeform 144"/>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13" name="Freeform 145"/>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1054" name="Text Box 146"/>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365715" name="Group 147"/>
          <p:cNvGrpSpPr/>
          <p:nvPr/>
        </p:nvGrpSpPr>
        <p:grpSpPr bwMode="auto">
          <a:xfrm>
            <a:off x="1687513" y="5191125"/>
            <a:ext cx="495300" cy="887413"/>
            <a:chOff x="4368" y="0"/>
            <a:chExt cx="1392" cy="1567"/>
          </a:xfrm>
        </p:grpSpPr>
        <p:grpSp>
          <p:nvGrpSpPr>
            <p:cNvPr id="31019" name="Group 148"/>
            <p:cNvGrpSpPr/>
            <p:nvPr/>
          </p:nvGrpSpPr>
          <p:grpSpPr bwMode="auto">
            <a:xfrm>
              <a:off x="4368" y="0"/>
              <a:ext cx="1392" cy="1056"/>
              <a:chOff x="4368" y="2016"/>
              <a:chExt cx="1072" cy="1344"/>
            </a:xfrm>
          </p:grpSpPr>
          <p:sp>
            <p:nvSpPr>
              <p:cNvPr id="365717" name="Freeform 149"/>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18" name="Freeform 150"/>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19" name="Rectangle 151"/>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720" name="Freeform 152"/>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21" name="Freeform 153"/>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22" name="Freeform 154"/>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23" name="Freeform 155"/>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24" name="Rectangle 156"/>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725" name="Freeform 157"/>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26" name="Freeform 158"/>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27" name="Freeform 159"/>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28" name="Freeform 160"/>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29" name="Freeform 161"/>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30" name="Freeform 162"/>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31" name="Freeform 163"/>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32" name="Freeform 164"/>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33" name="Freeform 165"/>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34" name="Freeform 166"/>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35" name="Freeform 167"/>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36" name="Freeform 168"/>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37" name="Freeform 169"/>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38" name="Freeform 170"/>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39" name="Freeform 171"/>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40" name="Freeform 172"/>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41" name="Freeform 173"/>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42" name="Freeform 174"/>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43" name="Freeform 175"/>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44" name="Freeform 176"/>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45" name="Freeform 177"/>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46" name="Freeform 178"/>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47" name="Freeform 179"/>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48" name="Freeform 180"/>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1020" name="Text Box 181"/>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365750" name="Group 182"/>
          <p:cNvGrpSpPr/>
          <p:nvPr/>
        </p:nvGrpSpPr>
        <p:grpSpPr bwMode="auto">
          <a:xfrm>
            <a:off x="2921000" y="5191125"/>
            <a:ext cx="495300" cy="887413"/>
            <a:chOff x="4368" y="0"/>
            <a:chExt cx="1392" cy="1567"/>
          </a:xfrm>
        </p:grpSpPr>
        <p:grpSp>
          <p:nvGrpSpPr>
            <p:cNvPr id="30985" name="Group 183"/>
            <p:cNvGrpSpPr/>
            <p:nvPr/>
          </p:nvGrpSpPr>
          <p:grpSpPr bwMode="auto">
            <a:xfrm>
              <a:off x="4368" y="0"/>
              <a:ext cx="1392" cy="1056"/>
              <a:chOff x="4368" y="2016"/>
              <a:chExt cx="1072" cy="1344"/>
            </a:xfrm>
          </p:grpSpPr>
          <p:sp>
            <p:nvSpPr>
              <p:cNvPr id="365752" name="Freeform 184"/>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53" name="Freeform 185"/>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54" name="Rectangle 186"/>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755" name="Freeform 187"/>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56" name="Freeform 188"/>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57" name="Freeform 189"/>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58" name="Freeform 190"/>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59" name="Rectangle 191"/>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760" name="Freeform 192"/>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61" name="Freeform 193"/>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62" name="Freeform 194"/>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63" name="Freeform 195"/>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64" name="Freeform 196"/>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65" name="Freeform 197"/>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66" name="Freeform 198"/>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67" name="Freeform 199"/>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68" name="Freeform 200"/>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69" name="Freeform 201"/>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70" name="Freeform 202"/>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71" name="Freeform 203"/>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72" name="Freeform 204"/>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73" name="Freeform 205"/>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74" name="Freeform 206"/>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75" name="Freeform 207"/>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76" name="Freeform 208"/>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77" name="Freeform 209"/>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78" name="Freeform 210"/>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79" name="Freeform 211"/>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80" name="Freeform 212"/>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81" name="Freeform 213"/>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82" name="Freeform 214"/>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83" name="Freeform 215"/>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0986" name="Text Box 216"/>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365785" name="Group 217"/>
          <p:cNvGrpSpPr/>
          <p:nvPr/>
        </p:nvGrpSpPr>
        <p:grpSpPr bwMode="auto">
          <a:xfrm>
            <a:off x="4289425" y="5191125"/>
            <a:ext cx="495300" cy="887413"/>
            <a:chOff x="4368" y="0"/>
            <a:chExt cx="1392" cy="1567"/>
          </a:xfrm>
        </p:grpSpPr>
        <p:grpSp>
          <p:nvGrpSpPr>
            <p:cNvPr id="30951" name="Group 218"/>
            <p:cNvGrpSpPr/>
            <p:nvPr/>
          </p:nvGrpSpPr>
          <p:grpSpPr bwMode="auto">
            <a:xfrm>
              <a:off x="4368" y="0"/>
              <a:ext cx="1392" cy="1056"/>
              <a:chOff x="4368" y="2016"/>
              <a:chExt cx="1072" cy="1344"/>
            </a:xfrm>
          </p:grpSpPr>
          <p:sp>
            <p:nvSpPr>
              <p:cNvPr id="365787" name="Freeform 219"/>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88" name="Freeform 220"/>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89" name="Rectangle 221"/>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790" name="Freeform 222"/>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91" name="Freeform 223"/>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92" name="Freeform 224"/>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93" name="Freeform 225"/>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94" name="Rectangle 226"/>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795" name="Freeform 227"/>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96" name="Freeform 228"/>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97" name="Freeform 229"/>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98" name="Freeform 230"/>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799" name="Freeform 231"/>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00" name="Freeform 232"/>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01" name="Freeform 233"/>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02" name="Freeform 234"/>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03" name="Freeform 235"/>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04" name="Freeform 236"/>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05" name="Freeform 237"/>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06" name="Freeform 238"/>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07" name="Freeform 239"/>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08" name="Freeform 240"/>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09" name="Freeform 241"/>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10" name="Freeform 242"/>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11" name="Freeform 243"/>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12" name="Freeform 244"/>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13" name="Freeform 245"/>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14" name="Freeform 246"/>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15" name="Freeform 247"/>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16" name="Freeform 248"/>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17" name="Freeform 249"/>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18" name="Freeform 250"/>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0952" name="Text Box 251"/>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365820" name="Group 252"/>
          <p:cNvGrpSpPr/>
          <p:nvPr/>
        </p:nvGrpSpPr>
        <p:grpSpPr bwMode="auto">
          <a:xfrm>
            <a:off x="6840538" y="2043113"/>
            <a:ext cx="495300" cy="887412"/>
            <a:chOff x="4368" y="0"/>
            <a:chExt cx="1392" cy="1567"/>
          </a:xfrm>
        </p:grpSpPr>
        <p:grpSp>
          <p:nvGrpSpPr>
            <p:cNvPr id="30917" name="Group 253"/>
            <p:cNvGrpSpPr/>
            <p:nvPr/>
          </p:nvGrpSpPr>
          <p:grpSpPr bwMode="auto">
            <a:xfrm>
              <a:off x="4368" y="0"/>
              <a:ext cx="1392" cy="1056"/>
              <a:chOff x="4368" y="2016"/>
              <a:chExt cx="1072" cy="1344"/>
            </a:xfrm>
          </p:grpSpPr>
          <p:sp>
            <p:nvSpPr>
              <p:cNvPr id="365822" name="Freeform 254"/>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23" name="Freeform 255"/>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24" name="Rectangle 256"/>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825" name="Freeform 257"/>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26" name="Freeform 258"/>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27" name="Freeform 259"/>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28" name="Freeform 260"/>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29" name="Rectangle 261"/>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830" name="Freeform 262"/>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31" name="Freeform 263"/>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32" name="Freeform 264"/>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33" name="Freeform 265"/>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34" name="Freeform 266"/>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35" name="Freeform 267"/>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36" name="Freeform 268"/>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37" name="Freeform 269"/>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38" name="Freeform 270"/>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39" name="Freeform 271"/>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40" name="Freeform 272"/>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41" name="Freeform 273"/>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42" name="Freeform 274"/>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43" name="Freeform 275"/>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44" name="Freeform 276"/>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45" name="Freeform 277"/>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46" name="Freeform 278"/>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47" name="Freeform 279"/>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48" name="Freeform 280"/>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49" name="Freeform 281"/>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50" name="Freeform 282"/>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51" name="Freeform 283"/>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52" name="Freeform 284"/>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53" name="Freeform 285"/>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0918" name="Text Box 286"/>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365855" name="Group 287"/>
          <p:cNvGrpSpPr/>
          <p:nvPr/>
        </p:nvGrpSpPr>
        <p:grpSpPr bwMode="auto">
          <a:xfrm>
            <a:off x="6840538" y="2647950"/>
            <a:ext cx="495300" cy="887413"/>
            <a:chOff x="4368" y="0"/>
            <a:chExt cx="1392" cy="1567"/>
          </a:xfrm>
        </p:grpSpPr>
        <p:grpSp>
          <p:nvGrpSpPr>
            <p:cNvPr id="30883" name="Group 288"/>
            <p:cNvGrpSpPr/>
            <p:nvPr/>
          </p:nvGrpSpPr>
          <p:grpSpPr bwMode="auto">
            <a:xfrm>
              <a:off x="4368" y="0"/>
              <a:ext cx="1392" cy="1056"/>
              <a:chOff x="4368" y="2016"/>
              <a:chExt cx="1072" cy="1344"/>
            </a:xfrm>
          </p:grpSpPr>
          <p:sp>
            <p:nvSpPr>
              <p:cNvPr id="365857" name="Freeform 289"/>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58" name="Freeform 290"/>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59" name="Rectangle 291"/>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860" name="Freeform 292"/>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61" name="Freeform 293"/>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62" name="Freeform 294"/>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63" name="Freeform 295"/>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64" name="Rectangle 296"/>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865" name="Freeform 297"/>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66" name="Freeform 298"/>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67" name="Freeform 299"/>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68" name="Freeform 300"/>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69" name="Freeform 301"/>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70" name="Freeform 302"/>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71" name="Freeform 303"/>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72" name="Freeform 304"/>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73" name="Freeform 305"/>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74" name="Freeform 306"/>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75" name="Freeform 307"/>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76" name="Freeform 308"/>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77" name="Freeform 309"/>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78" name="Freeform 310"/>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79" name="Freeform 311"/>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80" name="Freeform 312"/>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81" name="Freeform 313"/>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82" name="Freeform 314"/>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83" name="Freeform 315"/>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84" name="Freeform 316"/>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85" name="Freeform 317"/>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86" name="Freeform 318"/>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87" name="Freeform 319"/>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88" name="Freeform 320"/>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0884" name="Text Box 321"/>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365890" name="Group 322"/>
          <p:cNvGrpSpPr/>
          <p:nvPr/>
        </p:nvGrpSpPr>
        <p:grpSpPr bwMode="auto">
          <a:xfrm>
            <a:off x="6840538" y="3238500"/>
            <a:ext cx="495300" cy="887413"/>
            <a:chOff x="4368" y="0"/>
            <a:chExt cx="1392" cy="1567"/>
          </a:xfrm>
        </p:grpSpPr>
        <p:grpSp>
          <p:nvGrpSpPr>
            <p:cNvPr id="30849" name="Group 323"/>
            <p:cNvGrpSpPr/>
            <p:nvPr/>
          </p:nvGrpSpPr>
          <p:grpSpPr bwMode="auto">
            <a:xfrm>
              <a:off x="4368" y="0"/>
              <a:ext cx="1392" cy="1056"/>
              <a:chOff x="4368" y="2016"/>
              <a:chExt cx="1072" cy="1344"/>
            </a:xfrm>
          </p:grpSpPr>
          <p:sp>
            <p:nvSpPr>
              <p:cNvPr id="365892" name="Freeform 324"/>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93" name="Freeform 325"/>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94" name="Rectangle 326"/>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895" name="Freeform 327"/>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96" name="Freeform 328"/>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97" name="Freeform 329"/>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98" name="Freeform 330"/>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899" name="Rectangle 331"/>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900" name="Freeform 332"/>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01" name="Freeform 333"/>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02" name="Freeform 334"/>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03" name="Freeform 335"/>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04" name="Freeform 336"/>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05" name="Freeform 337"/>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06" name="Freeform 338"/>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07" name="Freeform 339"/>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08" name="Freeform 340"/>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09" name="Freeform 341"/>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10" name="Freeform 342"/>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11" name="Freeform 343"/>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12" name="Freeform 344"/>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13" name="Freeform 345"/>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14" name="Freeform 346"/>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15" name="Freeform 347"/>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16" name="Freeform 348"/>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17" name="Freeform 349"/>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18" name="Freeform 350"/>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19" name="Freeform 351"/>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20" name="Freeform 352"/>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21" name="Freeform 353"/>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22" name="Freeform 354"/>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23" name="Freeform 355"/>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0850" name="Text Box 356"/>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365925" name="Group 357"/>
          <p:cNvGrpSpPr/>
          <p:nvPr/>
        </p:nvGrpSpPr>
        <p:grpSpPr bwMode="auto">
          <a:xfrm>
            <a:off x="6840538" y="3871913"/>
            <a:ext cx="495300" cy="887412"/>
            <a:chOff x="4368" y="0"/>
            <a:chExt cx="1392" cy="1567"/>
          </a:xfrm>
        </p:grpSpPr>
        <p:grpSp>
          <p:nvGrpSpPr>
            <p:cNvPr id="30815" name="Group 358"/>
            <p:cNvGrpSpPr/>
            <p:nvPr/>
          </p:nvGrpSpPr>
          <p:grpSpPr bwMode="auto">
            <a:xfrm>
              <a:off x="4368" y="0"/>
              <a:ext cx="1392" cy="1056"/>
              <a:chOff x="4368" y="2016"/>
              <a:chExt cx="1072" cy="1344"/>
            </a:xfrm>
          </p:grpSpPr>
          <p:sp>
            <p:nvSpPr>
              <p:cNvPr id="365927" name="Freeform 359"/>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28" name="Freeform 360"/>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29" name="Rectangle 361"/>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930" name="Freeform 362"/>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31" name="Freeform 363"/>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32" name="Freeform 364"/>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33" name="Freeform 365"/>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34" name="Rectangle 366"/>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935" name="Freeform 367"/>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36" name="Freeform 368"/>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37" name="Freeform 369"/>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38" name="Freeform 370"/>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39" name="Freeform 371"/>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40" name="Freeform 372"/>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41" name="Freeform 373"/>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42" name="Freeform 374"/>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43" name="Freeform 375"/>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44" name="Freeform 376"/>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45" name="Freeform 377"/>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46" name="Freeform 378"/>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47" name="Freeform 379"/>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48" name="Freeform 380"/>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49" name="Freeform 381"/>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50" name="Freeform 382"/>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51" name="Freeform 383"/>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52" name="Freeform 384"/>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53" name="Freeform 385"/>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54" name="Freeform 386"/>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55" name="Freeform 387"/>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56" name="Freeform 388"/>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57" name="Freeform 389"/>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58" name="Freeform 390"/>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0816" name="Text Box 391"/>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365960" name="Group 392"/>
          <p:cNvGrpSpPr/>
          <p:nvPr/>
        </p:nvGrpSpPr>
        <p:grpSpPr bwMode="auto">
          <a:xfrm>
            <a:off x="6840538" y="4462463"/>
            <a:ext cx="495300" cy="887412"/>
            <a:chOff x="4368" y="0"/>
            <a:chExt cx="1392" cy="1567"/>
          </a:xfrm>
        </p:grpSpPr>
        <p:grpSp>
          <p:nvGrpSpPr>
            <p:cNvPr id="30781" name="Group 393"/>
            <p:cNvGrpSpPr/>
            <p:nvPr/>
          </p:nvGrpSpPr>
          <p:grpSpPr bwMode="auto">
            <a:xfrm>
              <a:off x="4368" y="0"/>
              <a:ext cx="1392" cy="1056"/>
              <a:chOff x="4368" y="2016"/>
              <a:chExt cx="1072" cy="1344"/>
            </a:xfrm>
          </p:grpSpPr>
          <p:sp>
            <p:nvSpPr>
              <p:cNvPr id="365962" name="Freeform 394"/>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63" name="Freeform 395"/>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64" name="Rectangle 396"/>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965" name="Freeform 397"/>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66" name="Freeform 398"/>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67" name="Freeform 399"/>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68" name="Freeform 400"/>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69" name="Rectangle 401"/>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5970" name="Freeform 402"/>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71" name="Freeform 403"/>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72" name="Freeform 404"/>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73" name="Freeform 405"/>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74" name="Freeform 406"/>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75" name="Freeform 407"/>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76" name="Freeform 408"/>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77" name="Freeform 409"/>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78" name="Freeform 410"/>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79" name="Freeform 411"/>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80" name="Freeform 412"/>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81" name="Freeform 413"/>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82" name="Freeform 414"/>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83" name="Freeform 415"/>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84" name="Freeform 416"/>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85" name="Freeform 417"/>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86" name="Freeform 418"/>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87" name="Freeform 419"/>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88" name="Freeform 420"/>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89" name="Freeform 421"/>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90" name="Freeform 422"/>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91" name="Freeform 423"/>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92" name="Freeform 424"/>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93" name="Freeform 425"/>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0782" name="Text Box 426"/>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365995" name="Group 427"/>
          <p:cNvGrpSpPr/>
          <p:nvPr/>
        </p:nvGrpSpPr>
        <p:grpSpPr bwMode="auto">
          <a:xfrm>
            <a:off x="6840538" y="5067300"/>
            <a:ext cx="495300" cy="887413"/>
            <a:chOff x="4368" y="0"/>
            <a:chExt cx="1392" cy="1567"/>
          </a:xfrm>
        </p:grpSpPr>
        <p:grpSp>
          <p:nvGrpSpPr>
            <p:cNvPr id="30747" name="Group 428"/>
            <p:cNvGrpSpPr/>
            <p:nvPr/>
          </p:nvGrpSpPr>
          <p:grpSpPr bwMode="auto">
            <a:xfrm>
              <a:off x="4368" y="0"/>
              <a:ext cx="1392" cy="1056"/>
              <a:chOff x="4368" y="2016"/>
              <a:chExt cx="1072" cy="1344"/>
            </a:xfrm>
          </p:grpSpPr>
          <p:sp>
            <p:nvSpPr>
              <p:cNvPr id="365997" name="Freeform 429"/>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98" name="Freeform 430"/>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5999" name="Rectangle 431"/>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6000" name="Freeform 432"/>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01" name="Freeform 433"/>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02" name="Freeform 434"/>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03" name="Freeform 435"/>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04" name="Rectangle 436"/>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66005" name="Freeform 437"/>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06" name="Freeform 438"/>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07" name="Freeform 439"/>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08" name="Freeform 440"/>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09" name="Freeform 441"/>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10" name="Freeform 442"/>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11" name="Freeform 443"/>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12" name="Freeform 444"/>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13" name="Freeform 445"/>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14" name="Freeform 446"/>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15" name="Freeform 447"/>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16" name="Freeform 448"/>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17" name="Freeform 449"/>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18" name="Freeform 450"/>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19" name="Freeform 451"/>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20" name="Freeform 452"/>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21" name="Freeform 453"/>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22" name="Freeform 454"/>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23" name="Freeform 455"/>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24" name="Freeform 456"/>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25" name="Freeform 457"/>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26" name="Freeform 458"/>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27" name="Freeform 459"/>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6028" name="Freeform 460"/>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0748" name="Text Box 461"/>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sp>
        <p:nvSpPr>
          <p:cNvPr id="366030" name="Text Box 462"/>
          <p:cNvSpPr txBox="1"/>
          <p:nvPr/>
        </p:nvSpPr>
        <p:spPr bwMode="auto">
          <a:xfrm>
            <a:off x="2195513" y="5808663"/>
            <a:ext cx="6624637" cy="860425"/>
          </a:xfrm>
          <a:prstGeom prst="rect">
            <a:avLst/>
          </a:prstGeom>
          <a:solidFill>
            <a:srgbClr val="FFFF99"/>
          </a:solidFill>
          <a:ln w="38100">
            <a:solidFill>
              <a:srgbClr val="000080"/>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r>
              <a:rPr lang="zh-CN" altLang="en-US" sz="2400">
                <a:solidFill>
                  <a:srgbClr val="880000"/>
                </a:solidFill>
                <a:latin typeface="楷体_GB2312" pitchFamily="49" charset="-122"/>
                <a:ea typeface="楷体_GB2312" pitchFamily="49" charset="-122"/>
              </a:rPr>
              <a:t>所以需要知道数组的每一行 有多少列，这样从起始地址开始，才能正确的读出数组的元素</a:t>
            </a:r>
            <a:endParaRPr lang="zh-CN" altLang="en-US" sz="2400">
              <a:solidFill>
                <a:srgbClr val="880000"/>
              </a:solidFill>
              <a:latin typeface="楷体_GB2312" pitchFamily="49" charset="-122"/>
              <a:ea typeface="楷体_GB2312" pitchFamily="49" charset="-122"/>
            </a:endParaRPr>
          </a:p>
        </p:txBody>
      </p:sp>
      <p:sp>
        <p:nvSpPr>
          <p:cNvPr id="366031" name="Rectangle 463"/>
          <p:cNvSpPr/>
          <p:nvPr/>
        </p:nvSpPr>
        <p:spPr bwMode="auto">
          <a:xfrm>
            <a:off x="2268538" y="1268413"/>
            <a:ext cx="1606550" cy="519112"/>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r>
              <a:rPr kumimoji="1" lang="zh-CN" altLang="en-US">
                <a:solidFill>
                  <a:schemeClr val="accent2"/>
                </a:solidFill>
                <a:ea typeface="宋体" charset="-122"/>
              </a:rPr>
              <a:t>按行存放</a:t>
            </a:r>
            <a:endParaRPr kumimoji="1" lang="zh-CN" altLang="en-US">
              <a:solidFill>
                <a:schemeClr val="accent2"/>
              </a:solidFill>
              <a:ea typeface="宋体" charset="-122"/>
            </a:endParaRPr>
          </a:p>
        </p:txBody>
      </p:sp>
      <p:sp>
        <p:nvSpPr>
          <p:cNvPr id="2" name="日期占位符 1"/>
          <p:cNvSpPr/>
          <p:nvPr>
            <p:ph type="dt" sz="half" idx="10"/>
          </p:nvPr>
        </p:nvSpPr>
        <p:spPr/>
        <p:txBody>
          <a:bodyPr/>
          <a:lstStyle/>
          <a:p>
            <a:fld id="{6A5AD552-59B9-5F40-9932-A1F559B0038D}" type="datetime1">
              <a:rPr lang="zh-CN" altLang="en-US" smtClean="0"/>
            </a:fld>
            <a:endParaRPr lang="en-US" dirty="0"/>
          </a:p>
        </p:txBody>
      </p:sp>
      <p:sp>
        <p:nvSpPr>
          <p:cNvPr id="4" name="幻灯片编号占位符 3"/>
          <p:cNvSpPr/>
          <p:nvPr>
            <p:ph type="sldNum" sz="quarter" idx="12"/>
          </p:nvPr>
        </p:nvSpPr>
        <p:spPr/>
        <p:txBody>
          <a:bodyPr/>
          <a:lstStyle/>
          <a:p>
            <a:fld id="{4FAB73BC-B049-4115-A692-8D63A059BFB8}" type="slidenum">
              <a:rPr lang="en-US" smtClean="0"/>
            </a:fld>
            <a:endParaRPr lang="en-US" dirty="0"/>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5583"/>
                                        </p:tgtEl>
                                        <p:attrNameLst>
                                          <p:attrName>style.visibility</p:attrName>
                                        </p:attrNameLst>
                                      </p:cBhvr>
                                      <p:to>
                                        <p:strVal val="visible"/>
                                      </p:to>
                                    </p:set>
                                    <p:anim calcmode="lin" valueType="num">
                                      <p:cBhvr additive="base">
                                        <p:cTn id="7" dur="500" fill="hold"/>
                                        <p:tgtEl>
                                          <p:spTgt spid="365583"/>
                                        </p:tgtEl>
                                        <p:attrNameLst>
                                          <p:attrName>ppt_x</p:attrName>
                                        </p:attrNameLst>
                                      </p:cBhvr>
                                      <p:tavLst>
                                        <p:tav tm="0">
                                          <p:val>
                                            <p:strVal val="0-#ppt_w/2"/>
                                          </p:val>
                                        </p:tav>
                                        <p:tav tm="100000">
                                          <p:val>
                                            <p:strVal val="#ppt_x"/>
                                          </p:val>
                                        </p:tav>
                                      </p:tavLst>
                                    </p:anim>
                                    <p:anim calcmode="lin" valueType="num">
                                      <p:cBhvr additive="base">
                                        <p:cTn id="8" dur="500" fill="hold"/>
                                        <p:tgtEl>
                                          <p:spTgt spid="3655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iterate type="lt">
                                    <p:tmPct val="5000"/>
                                  </p:iterate>
                                  <p:childTnLst>
                                    <p:set>
                                      <p:cBhvr>
                                        <p:cTn id="12" dur="1" fill="hold">
                                          <p:stCondLst>
                                            <p:cond delay="0"/>
                                          </p:stCondLst>
                                        </p:cTn>
                                        <p:tgtEl>
                                          <p:spTgt spid="366031">
                                            <p:txEl>
                                              <p:pRg st="0" end="0"/>
                                            </p:txEl>
                                          </p:spTgt>
                                        </p:tgtEl>
                                        <p:attrNameLst>
                                          <p:attrName>style.visibility</p:attrName>
                                        </p:attrNameLst>
                                      </p:cBhvr>
                                      <p:to>
                                        <p:strVal val="visible"/>
                                      </p:to>
                                    </p:set>
                                    <p:anim calcmode="lin" valueType="num">
                                      <p:cBhvr>
                                        <p:cTn id="13" dur="1000" fill="hold"/>
                                        <p:tgtEl>
                                          <p:spTgt spid="366031">
                                            <p:txEl>
                                              <p:pRg st="0" end="0"/>
                                            </p:txEl>
                                          </p:spTgt>
                                        </p:tgtEl>
                                        <p:attrNameLst>
                                          <p:attrName>ppt_w</p:attrName>
                                        </p:attrNameLst>
                                      </p:cBhvr>
                                      <p:tavLst>
                                        <p:tav tm="0">
                                          <p:val>
                                            <p:fltVal val="0"/>
                                          </p:val>
                                        </p:tav>
                                        <p:tav tm="100000">
                                          <p:val>
                                            <p:strVal val="#ppt_w"/>
                                          </p:val>
                                        </p:tav>
                                      </p:tavLst>
                                    </p:anim>
                                    <p:anim calcmode="lin" valueType="num">
                                      <p:cBhvr>
                                        <p:cTn id="14" dur="1000" fill="hold"/>
                                        <p:tgtEl>
                                          <p:spTgt spid="366031">
                                            <p:txEl>
                                              <p:pRg st="0" end="0"/>
                                            </p:txEl>
                                          </p:spTgt>
                                        </p:tgtEl>
                                        <p:attrNameLst>
                                          <p:attrName>ppt_h</p:attrName>
                                        </p:attrNameLst>
                                      </p:cBhvr>
                                      <p:tavLst>
                                        <p:tav tm="0">
                                          <p:val>
                                            <p:fltVal val="0"/>
                                          </p:val>
                                        </p:tav>
                                        <p:tav tm="100000">
                                          <p:val>
                                            <p:strVal val="#ppt_h"/>
                                          </p:val>
                                        </p:tav>
                                      </p:tavLst>
                                    </p:anim>
                                    <p:anim calcmode="lin" valueType="num">
                                      <p:cBhvr>
                                        <p:cTn id="15" dur="1000" fill="hold"/>
                                        <p:tgtEl>
                                          <p:spTgt spid="366031">
                                            <p:txEl>
                                              <p:pRg st="0" end="0"/>
                                            </p:txEl>
                                          </p:spTgt>
                                        </p:tgtEl>
                                        <p:attrNameLst>
                                          <p:attrName>style.rotation</p:attrName>
                                        </p:attrNameLst>
                                      </p:cBhvr>
                                      <p:tavLst>
                                        <p:tav tm="0">
                                          <p:val>
                                            <p:fltVal val="90"/>
                                          </p:val>
                                        </p:tav>
                                        <p:tav tm="100000">
                                          <p:val>
                                            <p:fltVal val="0"/>
                                          </p:val>
                                        </p:tav>
                                      </p:tavLst>
                                    </p:anim>
                                    <p:animEffect transition="in" filter="fade">
                                      <p:cBhvr>
                                        <p:cTn id="16" dur="1000"/>
                                        <p:tgtEl>
                                          <p:spTgt spid="366031">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365572"/>
                                        </p:tgtEl>
                                        <p:attrNameLst>
                                          <p:attrName>style.visibility</p:attrName>
                                        </p:attrNameLst>
                                      </p:cBhvr>
                                      <p:to>
                                        <p:strVal val="visible"/>
                                      </p:to>
                                    </p:set>
                                    <p:animEffect transition="in" filter="wipe(up)">
                                      <p:cBhvr>
                                        <p:cTn id="21" dur="500"/>
                                        <p:tgtEl>
                                          <p:spTgt spid="365572"/>
                                        </p:tgtEl>
                                      </p:cBhvr>
                                    </p:animEffect>
                                  </p:childTnLst>
                                </p:cTn>
                              </p:par>
                            </p:childTnLst>
                          </p:cTn>
                        </p:par>
                        <p:par>
                          <p:cTn id="22" fill="hold">
                            <p:stCondLst>
                              <p:cond delay="500"/>
                            </p:stCondLst>
                            <p:childTnLst>
                              <p:par>
                                <p:cTn id="23" presetID="22" presetClass="entr" presetSubtype="2" fill="hold" grpId="0" nodeType="afterEffect">
                                  <p:stCondLst>
                                    <p:cond delay="0"/>
                                  </p:stCondLst>
                                  <p:childTnLst>
                                    <p:set>
                                      <p:cBhvr>
                                        <p:cTn id="24" dur="1" fill="hold">
                                          <p:stCondLst>
                                            <p:cond delay="0"/>
                                          </p:stCondLst>
                                        </p:cTn>
                                        <p:tgtEl>
                                          <p:spTgt spid="365580"/>
                                        </p:tgtEl>
                                        <p:attrNameLst>
                                          <p:attrName>style.visibility</p:attrName>
                                        </p:attrNameLst>
                                      </p:cBhvr>
                                      <p:to>
                                        <p:strVal val="visible"/>
                                      </p:to>
                                    </p:set>
                                    <p:animEffect transition="in" filter="wipe(right)">
                                      <p:cBhvr>
                                        <p:cTn id="25" dur="500"/>
                                        <p:tgtEl>
                                          <p:spTgt spid="365580"/>
                                        </p:tgtEl>
                                      </p:cBhvr>
                                    </p:animEffect>
                                  </p:childTnLst>
                                </p:cTn>
                              </p:par>
                            </p:childTnLst>
                          </p:cTn>
                        </p:par>
                        <p:par>
                          <p:cTn id="26" fill="hold">
                            <p:stCondLst>
                              <p:cond delay="1000"/>
                            </p:stCondLst>
                            <p:childTnLst>
                              <p:par>
                                <p:cTn id="27" presetID="22" presetClass="entr" presetSubtype="2" fill="hold" grpId="0" nodeType="afterEffect">
                                  <p:stCondLst>
                                    <p:cond delay="0"/>
                                  </p:stCondLst>
                                  <p:childTnLst>
                                    <p:set>
                                      <p:cBhvr>
                                        <p:cTn id="28" dur="1" fill="hold">
                                          <p:stCondLst>
                                            <p:cond delay="0"/>
                                          </p:stCondLst>
                                        </p:cTn>
                                        <p:tgtEl>
                                          <p:spTgt spid="365581"/>
                                        </p:tgtEl>
                                        <p:attrNameLst>
                                          <p:attrName>style.visibility</p:attrName>
                                        </p:attrNameLst>
                                      </p:cBhvr>
                                      <p:to>
                                        <p:strVal val="visible"/>
                                      </p:to>
                                    </p:set>
                                    <p:animEffect transition="in" filter="wipe(right)">
                                      <p:cBhvr>
                                        <p:cTn id="29" dur="500"/>
                                        <p:tgtEl>
                                          <p:spTgt spid="365581"/>
                                        </p:tgtEl>
                                      </p:cBhvr>
                                    </p:animEffect>
                                  </p:childTnLst>
                                </p:cTn>
                              </p:par>
                            </p:childTnLst>
                          </p:cTn>
                        </p:par>
                        <p:par>
                          <p:cTn id="30" fill="hold">
                            <p:stCondLst>
                              <p:cond delay="1500"/>
                            </p:stCondLst>
                            <p:childTnLst>
                              <p:par>
                                <p:cTn id="31" presetID="22" presetClass="entr" presetSubtype="2" fill="hold" grpId="0" nodeType="afterEffect">
                                  <p:stCondLst>
                                    <p:cond delay="0"/>
                                  </p:stCondLst>
                                  <p:childTnLst>
                                    <p:set>
                                      <p:cBhvr>
                                        <p:cTn id="32" dur="1" fill="hold">
                                          <p:stCondLst>
                                            <p:cond delay="0"/>
                                          </p:stCondLst>
                                        </p:cTn>
                                        <p:tgtEl>
                                          <p:spTgt spid="365582"/>
                                        </p:tgtEl>
                                        <p:attrNameLst>
                                          <p:attrName>style.visibility</p:attrName>
                                        </p:attrNameLst>
                                      </p:cBhvr>
                                      <p:to>
                                        <p:strVal val="visible"/>
                                      </p:to>
                                    </p:set>
                                    <p:animEffect transition="in" filter="wipe(right)">
                                      <p:cBhvr>
                                        <p:cTn id="33" dur="500"/>
                                        <p:tgtEl>
                                          <p:spTgt spid="365582"/>
                                        </p:tgtEl>
                                      </p:cBhvr>
                                    </p:animEffect>
                                  </p:childTnLst>
                                </p:cTn>
                              </p:par>
                            </p:childTnLst>
                          </p:cTn>
                        </p:par>
                        <p:par>
                          <p:cTn id="34" fill="hold">
                            <p:stCondLst>
                              <p:cond delay="2000"/>
                            </p:stCondLst>
                            <p:childTnLst>
                              <p:par>
                                <p:cTn id="35" presetID="22" presetClass="entr" presetSubtype="8" fill="hold" grpId="0" nodeType="afterEffect">
                                  <p:stCondLst>
                                    <p:cond delay="0"/>
                                  </p:stCondLst>
                                  <p:childTnLst>
                                    <p:set>
                                      <p:cBhvr>
                                        <p:cTn id="36" dur="1" fill="hold">
                                          <p:stCondLst>
                                            <p:cond delay="0"/>
                                          </p:stCondLst>
                                        </p:cTn>
                                        <p:tgtEl>
                                          <p:spTgt spid="365577"/>
                                        </p:tgtEl>
                                        <p:attrNameLst>
                                          <p:attrName>style.visibility</p:attrName>
                                        </p:attrNameLst>
                                      </p:cBhvr>
                                      <p:to>
                                        <p:strVal val="visible"/>
                                      </p:to>
                                    </p:set>
                                    <p:animEffect transition="in" filter="wipe(left)">
                                      <p:cBhvr>
                                        <p:cTn id="37" dur="500"/>
                                        <p:tgtEl>
                                          <p:spTgt spid="365577"/>
                                        </p:tgtEl>
                                      </p:cBhvr>
                                    </p:animEffect>
                                  </p:childTnLst>
                                </p:cTn>
                              </p:par>
                            </p:childTnLst>
                          </p:cTn>
                        </p:par>
                        <p:par>
                          <p:cTn id="38" fill="hold">
                            <p:stCondLst>
                              <p:cond delay="2500"/>
                            </p:stCondLst>
                            <p:childTnLst>
                              <p:par>
                                <p:cTn id="39" presetID="22" presetClass="entr" presetSubtype="8" fill="hold" grpId="0" nodeType="afterEffect">
                                  <p:stCondLst>
                                    <p:cond delay="0"/>
                                  </p:stCondLst>
                                  <p:childTnLst>
                                    <p:set>
                                      <p:cBhvr>
                                        <p:cTn id="40" dur="1" fill="hold">
                                          <p:stCondLst>
                                            <p:cond delay="0"/>
                                          </p:stCondLst>
                                        </p:cTn>
                                        <p:tgtEl>
                                          <p:spTgt spid="365578"/>
                                        </p:tgtEl>
                                        <p:attrNameLst>
                                          <p:attrName>style.visibility</p:attrName>
                                        </p:attrNameLst>
                                      </p:cBhvr>
                                      <p:to>
                                        <p:strVal val="visible"/>
                                      </p:to>
                                    </p:set>
                                    <p:animEffect transition="in" filter="wipe(left)">
                                      <p:cBhvr>
                                        <p:cTn id="41" dur="500"/>
                                        <p:tgtEl>
                                          <p:spTgt spid="365578"/>
                                        </p:tgtEl>
                                      </p:cBhvr>
                                    </p:animEffect>
                                  </p:childTnLst>
                                </p:cTn>
                              </p:par>
                            </p:childTnLst>
                          </p:cTn>
                        </p:par>
                        <p:par>
                          <p:cTn id="42" fill="hold">
                            <p:stCondLst>
                              <p:cond delay="3000"/>
                            </p:stCondLst>
                            <p:childTnLst>
                              <p:par>
                                <p:cTn id="43" presetID="22" presetClass="entr" presetSubtype="8" fill="hold" grpId="0" nodeType="afterEffect">
                                  <p:stCondLst>
                                    <p:cond delay="0"/>
                                  </p:stCondLst>
                                  <p:childTnLst>
                                    <p:set>
                                      <p:cBhvr>
                                        <p:cTn id="44" dur="1" fill="hold">
                                          <p:stCondLst>
                                            <p:cond delay="0"/>
                                          </p:stCondLst>
                                        </p:cTn>
                                        <p:tgtEl>
                                          <p:spTgt spid="365579"/>
                                        </p:tgtEl>
                                        <p:attrNameLst>
                                          <p:attrName>style.visibility</p:attrName>
                                        </p:attrNameLst>
                                      </p:cBhvr>
                                      <p:to>
                                        <p:strVal val="visible"/>
                                      </p:to>
                                    </p:set>
                                    <p:animEffect transition="in" filter="wipe(left)">
                                      <p:cBhvr>
                                        <p:cTn id="45" dur="500"/>
                                        <p:tgtEl>
                                          <p:spTgt spid="36557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365584"/>
                                        </p:tgtEl>
                                        <p:attrNameLst>
                                          <p:attrName>style.visibility</p:attrName>
                                        </p:attrNameLst>
                                      </p:cBhvr>
                                      <p:to>
                                        <p:strVal val="visible"/>
                                      </p:to>
                                    </p:set>
                                    <p:animEffect transition="in" filter="wipe(up)">
                                      <p:cBhvr>
                                        <p:cTn id="50" dur="500"/>
                                        <p:tgtEl>
                                          <p:spTgt spid="365584"/>
                                        </p:tgtEl>
                                      </p:cBhvr>
                                    </p:animEffect>
                                  </p:childTnLst>
                                </p:cTn>
                              </p:par>
                            </p:childTnLst>
                          </p:cTn>
                        </p:par>
                      </p:childTnLst>
                    </p:cTn>
                  </p:par>
                  <p:par>
                    <p:cTn id="51" fill="hold">
                      <p:stCondLst>
                        <p:cond delay="indefinite"/>
                      </p:stCondLst>
                      <p:childTnLst>
                        <p:par>
                          <p:cTn id="52" fill="hold">
                            <p:stCondLst>
                              <p:cond delay="0"/>
                            </p:stCondLst>
                            <p:childTnLst>
                              <p:par>
                                <p:cTn id="53" presetID="26" presetClass="emph" presetSubtype="0" fill="hold" nodeType="clickEffect">
                                  <p:stCondLst>
                                    <p:cond delay="0"/>
                                  </p:stCondLst>
                                  <p:childTnLst>
                                    <p:animEffect transition="out" filter="fade">
                                      <p:cBhvr>
                                        <p:cTn id="54" dur="500" tmFilter="0, 0; .2, .5; .8, .5; 1, 0"/>
                                        <p:tgtEl>
                                          <p:spTgt spid="365610"/>
                                        </p:tgtEl>
                                      </p:cBhvr>
                                    </p:animEffect>
                                    <p:animScale>
                                      <p:cBhvr>
                                        <p:cTn id="55" dur="250" autoRev="1" fill="hold"/>
                                        <p:tgtEl>
                                          <p:spTgt spid="365610"/>
                                        </p:tgtEl>
                                      </p:cBhvr>
                                      <p:by x="105000" y="105000"/>
                                    </p:animScale>
                                  </p:childTnLst>
                                </p:cTn>
                              </p:par>
                            </p:childTnLst>
                          </p:cTn>
                        </p:par>
                        <p:par>
                          <p:cTn id="56" fill="hold">
                            <p:stCondLst>
                              <p:cond delay="500"/>
                            </p:stCondLst>
                            <p:childTnLst>
                              <p:par>
                                <p:cTn id="57" presetID="2" presetClass="entr" presetSubtype="4" fill="hold" nodeType="afterEffect">
                                  <p:stCondLst>
                                    <p:cond delay="0"/>
                                  </p:stCondLst>
                                  <p:childTnLst>
                                    <p:set>
                                      <p:cBhvr>
                                        <p:cTn id="58" dur="1" fill="hold">
                                          <p:stCondLst>
                                            <p:cond delay="0"/>
                                          </p:stCondLst>
                                        </p:cTn>
                                        <p:tgtEl>
                                          <p:spTgt spid="365820"/>
                                        </p:tgtEl>
                                        <p:attrNameLst>
                                          <p:attrName>style.visibility</p:attrName>
                                        </p:attrNameLst>
                                      </p:cBhvr>
                                      <p:to>
                                        <p:strVal val="visible"/>
                                      </p:to>
                                    </p:set>
                                    <p:anim calcmode="lin" valueType="num">
                                      <p:cBhvr additive="base">
                                        <p:cTn id="59" dur="500" fill="hold"/>
                                        <p:tgtEl>
                                          <p:spTgt spid="365820"/>
                                        </p:tgtEl>
                                        <p:attrNameLst>
                                          <p:attrName>ppt_x</p:attrName>
                                        </p:attrNameLst>
                                      </p:cBhvr>
                                      <p:tavLst>
                                        <p:tav tm="0">
                                          <p:val>
                                            <p:strVal val="#ppt_x"/>
                                          </p:val>
                                        </p:tav>
                                        <p:tav tm="100000">
                                          <p:val>
                                            <p:strVal val="#ppt_x"/>
                                          </p:val>
                                        </p:tav>
                                      </p:tavLst>
                                    </p:anim>
                                    <p:anim calcmode="lin" valueType="num">
                                      <p:cBhvr additive="base">
                                        <p:cTn id="60" dur="500" fill="hold"/>
                                        <p:tgtEl>
                                          <p:spTgt spid="365820"/>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6" presetClass="emph" presetSubtype="0" fill="hold" nodeType="clickEffect">
                                  <p:stCondLst>
                                    <p:cond delay="0"/>
                                  </p:stCondLst>
                                  <p:childTnLst>
                                    <p:animEffect transition="out" filter="fade">
                                      <p:cBhvr>
                                        <p:cTn id="64" dur="500" tmFilter="0, 0; .2, .5; .8, .5; 1, 0"/>
                                        <p:tgtEl>
                                          <p:spTgt spid="365645"/>
                                        </p:tgtEl>
                                      </p:cBhvr>
                                    </p:animEffect>
                                    <p:animScale>
                                      <p:cBhvr>
                                        <p:cTn id="65" dur="250" autoRev="1" fill="hold"/>
                                        <p:tgtEl>
                                          <p:spTgt spid="365645"/>
                                        </p:tgtEl>
                                      </p:cBhvr>
                                      <p:by x="105000" y="105000"/>
                                    </p:animScale>
                                  </p:childTnLst>
                                </p:cTn>
                              </p:par>
                            </p:childTnLst>
                          </p:cTn>
                        </p:par>
                        <p:par>
                          <p:cTn id="66" fill="hold">
                            <p:stCondLst>
                              <p:cond delay="500"/>
                            </p:stCondLst>
                            <p:childTnLst>
                              <p:par>
                                <p:cTn id="67" presetID="2" presetClass="entr" presetSubtype="4" fill="hold" nodeType="afterEffect">
                                  <p:stCondLst>
                                    <p:cond delay="0"/>
                                  </p:stCondLst>
                                  <p:childTnLst>
                                    <p:set>
                                      <p:cBhvr>
                                        <p:cTn id="68" dur="1" fill="hold">
                                          <p:stCondLst>
                                            <p:cond delay="0"/>
                                          </p:stCondLst>
                                        </p:cTn>
                                        <p:tgtEl>
                                          <p:spTgt spid="365855"/>
                                        </p:tgtEl>
                                        <p:attrNameLst>
                                          <p:attrName>style.visibility</p:attrName>
                                        </p:attrNameLst>
                                      </p:cBhvr>
                                      <p:to>
                                        <p:strVal val="visible"/>
                                      </p:to>
                                    </p:set>
                                    <p:anim calcmode="lin" valueType="num">
                                      <p:cBhvr additive="base">
                                        <p:cTn id="69" dur="500" fill="hold"/>
                                        <p:tgtEl>
                                          <p:spTgt spid="365855"/>
                                        </p:tgtEl>
                                        <p:attrNameLst>
                                          <p:attrName>ppt_x</p:attrName>
                                        </p:attrNameLst>
                                      </p:cBhvr>
                                      <p:tavLst>
                                        <p:tav tm="0">
                                          <p:val>
                                            <p:strVal val="#ppt_x"/>
                                          </p:val>
                                        </p:tav>
                                        <p:tav tm="100000">
                                          <p:val>
                                            <p:strVal val="#ppt_x"/>
                                          </p:val>
                                        </p:tav>
                                      </p:tavLst>
                                    </p:anim>
                                    <p:anim calcmode="lin" valueType="num">
                                      <p:cBhvr additive="base">
                                        <p:cTn id="70" dur="500" fill="hold"/>
                                        <p:tgtEl>
                                          <p:spTgt spid="365855"/>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6" presetClass="emph" presetSubtype="0" fill="hold" nodeType="clickEffect">
                                  <p:stCondLst>
                                    <p:cond delay="0"/>
                                  </p:stCondLst>
                                  <p:childTnLst>
                                    <p:animEffect transition="out" filter="fade">
                                      <p:cBhvr>
                                        <p:cTn id="74" dur="500" tmFilter="0, 0; .2, .5; .8, .5; 1, 0"/>
                                        <p:tgtEl>
                                          <p:spTgt spid="365680"/>
                                        </p:tgtEl>
                                      </p:cBhvr>
                                    </p:animEffect>
                                    <p:animScale>
                                      <p:cBhvr>
                                        <p:cTn id="75" dur="250" autoRev="1" fill="hold"/>
                                        <p:tgtEl>
                                          <p:spTgt spid="365680"/>
                                        </p:tgtEl>
                                      </p:cBhvr>
                                      <p:by x="105000" y="105000"/>
                                    </p:animScale>
                                  </p:childTnLst>
                                </p:cTn>
                              </p:par>
                            </p:childTnLst>
                          </p:cTn>
                        </p:par>
                        <p:par>
                          <p:cTn id="76" fill="hold">
                            <p:stCondLst>
                              <p:cond delay="500"/>
                            </p:stCondLst>
                            <p:childTnLst>
                              <p:par>
                                <p:cTn id="77" presetID="2" presetClass="entr" presetSubtype="4" fill="hold" nodeType="afterEffect">
                                  <p:stCondLst>
                                    <p:cond delay="0"/>
                                  </p:stCondLst>
                                  <p:childTnLst>
                                    <p:set>
                                      <p:cBhvr>
                                        <p:cTn id="78" dur="1" fill="hold">
                                          <p:stCondLst>
                                            <p:cond delay="0"/>
                                          </p:stCondLst>
                                        </p:cTn>
                                        <p:tgtEl>
                                          <p:spTgt spid="365890"/>
                                        </p:tgtEl>
                                        <p:attrNameLst>
                                          <p:attrName>style.visibility</p:attrName>
                                        </p:attrNameLst>
                                      </p:cBhvr>
                                      <p:to>
                                        <p:strVal val="visible"/>
                                      </p:to>
                                    </p:set>
                                    <p:anim calcmode="lin" valueType="num">
                                      <p:cBhvr additive="base">
                                        <p:cTn id="79" dur="500" fill="hold"/>
                                        <p:tgtEl>
                                          <p:spTgt spid="365890"/>
                                        </p:tgtEl>
                                        <p:attrNameLst>
                                          <p:attrName>ppt_x</p:attrName>
                                        </p:attrNameLst>
                                      </p:cBhvr>
                                      <p:tavLst>
                                        <p:tav tm="0">
                                          <p:val>
                                            <p:strVal val="#ppt_x"/>
                                          </p:val>
                                        </p:tav>
                                        <p:tav tm="100000">
                                          <p:val>
                                            <p:strVal val="#ppt_x"/>
                                          </p:val>
                                        </p:tav>
                                      </p:tavLst>
                                    </p:anim>
                                    <p:anim calcmode="lin" valueType="num">
                                      <p:cBhvr additive="base">
                                        <p:cTn id="80" dur="500" fill="hold"/>
                                        <p:tgtEl>
                                          <p:spTgt spid="365890"/>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6" presetClass="emph" presetSubtype="0" fill="hold" nodeType="clickEffect">
                                  <p:stCondLst>
                                    <p:cond delay="0"/>
                                  </p:stCondLst>
                                  <p:childTnLst>
                                    <p:animEffect transition="out" filter="fade">
                                      <p:cBhvr>
                                        <p:cTn id="84" dur="500" tmFilter="0, 0; .2, .5; .8, .5; 1, 0"/>
                                        <p:tgtEl>
                                          <p:spTgt spid="365715"/>
                                        </p:tgtEl>
                                      </p:cBhvr>
                                    </p:animEffect>
                                    <p:animScale>
                                      <p:cBhvr>
                                        <p:cTn id="85" dur="250" autoRev="1" fill="hold"/>
                                        <p:tgtEl>
                                          <p:spTgt spid="365715"/>
                                        </p:tgtEl>
                                      </p:cBhvr>
                                      <p:by x="105000" y="105000"/>
                                    </p:animScale>
                                  </p:childTnLst>
                                </p:cTn>
                              </p:par>
                            </p:childTnLst>
                          </p:cTn>
                        </p:par>
                        <p:par>
                          <p:cTn id="86" fill="hold">
                            <p:stCondLst>
                              <p:cond delay="500"/>
                            </p:stCondLst>
                            <p:childTnLst>
                              <p:par>
                                <p:cTn id="87" presetID="2" presetClass="entr" presetSubtype="4" fill="hold" nodeType="afterEffect">
                                  <p:stCondLst>
                                    <p:cond delay="0"/>
                                  </p:stCondLst>
                                  <p:childTnLst>
                                    <p:set>
                                      <p:cBhvr>
                                        <p:cTn id="88" dur="1" fill="hold">
                                          <p:stCondLst>
                                            <p:cond delay="0"/>
                                          </p:stCondLst>
                                        </p:cTn>
                                        <p:tgtEl>
                                          <p:spTgt spid="365925"/>
                                        </p:tgtEl>
                                        <p:attrNameLst>
                                          <p:attrName>style.visibility</p:attrName>
                                        </p:attrNameLst>
                                      </p:cBhvr>
                                      <p:to>
                                        <p:strVal val="visible"/>
                                      </p:to>
                                    </p:set>
                                    <p:anim calcmode="lin" valueType="num">
                                      <p:cBhvr additive="base">
                                        <p:cTn id="89" dur="500" fill="hold"/>
                                        <p:tgtEl>
                                          <p:spTgt spid="365925"/>
                                        </p:tgtEl>
                                        <p:attrNameLst>
                                          <p:attrName>ppt_x</p:attrName>
                                        </p:attrNameLst>
                                      </p:cBhvr>
                                      <p:tavLst>
                                        <p:tav tm="0">
                                          <p:val>
                                            <p:strVal val="#ppt_x"/>
                                          </p:val>
                                        </p:tav>
                                        <p:tav tm="100000">
                                          <p:val>
                                            <p:strVal val="#ppt_x"/>
                                          </p:val>
                                        </p:tav>
                                      </p:tavLst>
                                    </p:anim>
                                    <p:anim calcmode="lin" valueType="num">
                                      <p:cBhvr additive="base">
                                        <p:cTn id="90" dur="500" fill="hold"/>
                                        <p:tgtEl>
                                          <p:spTgt spid="365925"/>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6" presetClass="emph" presetSubtype="0" fill="hold" nodeType="clickEffect">
                                  <p:stCondLst>
                                    <p:cond delay="0"/>
                                  </p:stCondLst>
                                  <p:childTnLst>
                                    <p:animEffect transition="out" filter="fade">
                                      <p:cBhvr>
                                        <p:cTn id="94" dur="500" tmFilter="0, 0; .2, .5; .8, .5; 1, 0"/>
                                        <p:tgtEl>
                                          <p:spTgt spid="365750"/>
                                        </p:tgtEl>
                                      </p:cBhvr>
                                    </p:animEffect>
                                    <p:animScale>
                                      <p:cBhvr>
                                        <p:cTn id="95" dur="250" autoRev="1" fill="hold"/>
                                        <p:tgtEl>
                                          <p:spTgt spid="365750"/>
                                        </p:tgtEl>
                                      </p:cBhvr>
                                      <p:by x="105000" y="105000"/>
                                    </p:animScale>
                                  </p:childTnLst>
                                </p:cTn>
                              </p:par>
                            </p:childTnLst>
                          </p:cTn>
                        </p:par>
                        <p:par>
                          <p:cTn id="96" fill="hold">
                            <p:stCondLst>
                              <p:cond delay="500"/>
                            </p:stCondLst>
                            <p:childTnLst>
                              <p:par>
                                <p:cTn id="97" presetID="2" presetClass="entr" presetSubtype="4" fill="hold" nodeType="afterEffect">
                                  <p:stCondLst>
                                    <p:cond delay="0"/>
                                  </p:stCondLst>
                                  <p:childTnLst>
                                    <p:set>
                                      <p:cBhvr>
                                        <p:cTn id="98" dur="1" fill="hold">
                                          <p:stCondLst>
                                            <p:cond delay="0"/>
                                          </p:stCondLst>
                                        </p:cTn>
                                        <p:tgtEl>
                                          <p:spTgt spid="365960"/>
                                        </p:tgtEl>
                                        <p:attrNameLst>
                                          <p:attrName>style.visibility</p:attrName>
                                        </p:attrNameLst>
                                      </p:cBhvr>
                                      <p:to>
                                        <p:strVal val="visible"/>
                                      </p:to>
                                    </p:set>
                                    <p:anim calcmode="lin" valueType="num">
                                      <p:cBhvr additive="base">
                                        <p:cTn id="99" dur="500" fill="hold"/>
                                        <p:tgtEl>
                                          <p:spTgt spid="365960"/>
                                        </p:tgtEl>
                                        <p:attrNameLst>
                                          <p:attrName>ppt_x</p:attrName>
                                        </p:attrNameLst>
                                      </p:cBhvr>
                                      <p:tavLst>
                                        <p:tav tm="0">
                                          <p:val>
                                            <p:strVal val="#ppt_x"/>
                                          </p:val>
                                        </p:tav>
                                        <p:tav tm="100000">
                                          <p:val>
                                            <p:strVal val="#ppt_x"/>
                                          </p:val>
                                        </p:tav>
                                      </p:tavLst>
                                    </p:anim>
                                    <p:anim calcmode="lin" valueType="num">
                                      <p:cBhvr additive="base">
                                        <p:cTn id="100" dur="500" fill="hold"/>
                                        <p:tgtEl>
                                          <p:spTgt spid="365960"/>
                                        </p:tgtEl>
                                        <p:attrNameLst>
                                          <p:attrName>ppt_y</p:attrName>
                                        </p:attrNameLst>
                                      </p:cBhvr>
                                      <p:tavLst>
                                        <p:tav tm="0">
                                          <p:val>
                                            <p:strVal val="1+#ppt_h/2"/>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6" presetClass="emph" presetSubtype="0" fill="hold" nodeType="clickEffect">
                                  <p:stCondLst>
                                    <p:cond delay="0"/>
                                  </p:stCondLst>
                                  <p:childTnLst>
                                    <p:animEffect transition="out" filter="fade">
                                      <p:cBhvr>
                                        <p:cTn id="104" dur="500" tmFilter="0, 0; .2, .5; .8, .5; 1, 0"/>
                                        <p:tgtEl>
                                          <p:spTgt spid="365785"/>
                                        </p:tgtEl>
                                      </p:cBhvr>
                                    </p:animEffect>
                                    <p:animScale>
                                      <p:cBhvr>
                                        <p:cTn id="105" dur="250" autoRev="1" fill="hold"/>
                                        <p:tgtEl>
                                          <p:spTgt spid="365785"/>
                                        </p:tgtEl>
                                      </p:cBhvr>
                                      <p:by x="105000" y="105000"/>
                                    </p:animScale>
                                  </p:childTnLst>
                                </p:cTn>
                              </p:par>
                            </p:childTnLst>
                          </p:cTn>
                        </p:par>
                        <p:par>
                          <p:cTn id="106" fill="hold">
                            <p:stCondLst>
                              <p:cond delay="500"/>
                            </p:stCondLst>
                            <p:childTnLst>
                              <p:par>
                                <p:cTn id="107" presetID="2" presetClass="entr" presetSubtype="4" fill="hold" nodeType="afterEffect">
                                  <p:stCondLst>
                                    <p:cond delay="0"/>
                                  </p:stCondLst>
                                  <p:childTnLst>
                                    <p:set>
                                      <p:cBhvr>
                                        <p:cTn id="108" dur="1" fill="hold">
                                          <p:stCondLst>
                                            <p:cond delay="0"/>
                                          </p:stCondLst>
                                        </p:cTn>
                                        <p:tgtEl>
                                          <p:spTgt spid="365995"/>
                                        </p:tgtEl>
                                        <p:attrNameLst>
                                          <p:attrName>style.visibility</p:attrName>
                                        </p:attrNameLst>
                                      </p:cBhvr>
                                      <p:to>
                                        <p:strVal val="visible"/>
                                      </p:to>
                                    </p:set>
                                    <p:anim calcmode="lin" valueType="num">
                                      <p:cBhvr additive="base">
                                        <p:cTn id="109" dur="500" fill="hold"/>
                                        <p:tgtEl>
                                          <p:spTgt spid="365995"/>
                                        </p:tgtEl>
                                        <p:attrNameLst>
                                          <p:attrName>ppt_x</p:attrName>
                                        </p:attrNameLst>
                                      </p:cBhvr>
                                      <p:tavLst>
                                        <p:tav tm="0">
                                          <p:val>
                                            <p:strVal val="#ppt_x"/>
                                          </p:val>
                                        </p:tav>
                                        <p:tav tm="100000">
                                          <p:val>
                                            <p:strVal val="#ppt_x"/>
                                          </p:val>
                                        </p:tav>
                                      </p:tavLst>
                                    </p:anim>
                                    <p:anim calcmode="lin" valueType="num">
                                      <p:cBhvr additive="base">
                                        <p:cTn id="110" dur="500" fill="hold"/>
                                        <p:tgtEl>
                                          <p:spTgt spid="365995"/>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53" presetClass="entr" presetSubtype="16" fill="hold" grpId="0" nodeType="clickEffect">
                                  <p:stCondLst>
                                    <p:cond delay="0"/>
                                  </p:stCondLst>
                                  <p:childTnLst>
                                    <p:set>
                                      <p:cBhvr>
                                        <p:cTn id="114" dur="1" fill="hold">
                                          <p:stCondLst>
                                            <p:cond delay="0"/>
                                          </p:stCondLst>
                                        </p:cTn>
                                        <p:tgtEl>
                                          <p:spTgt spid="366030"/>
                                        </p:tgtEl>
                                        <p:attrNameLst>
                                          <p:attrName>style.visibility</p:attrName>
                                        </p:attrNameLst>
                                      </p:cBhvr>
                                      <p:to>
                                        <p:strVal val="visible"/>
                                      </p:to>
                                    </p:set>
                                    <p:anim calcmode="lin" valueType="num">
                                      <p:cBhvr>
                                        <p:cTn id="115" dur="500" fill="hold"/>
                                        <p:tgtEl>
                                          <p:spTgt spid="366030"/>
                                        </p:tgtEl>
                                        <p:attrNameLst>
                                          <p:attrName>ppt_w</p:attrName>
                                        </p:attrNameLst>
                                      </p:cBhvr>
                                      <p:tavLst>
                                        <p:tav tm="0">
                                          <p:val>
                                            <p:fltVal val="0"/>
                                          </p:val>
                                        </p:tav>
                                        <p:tav tm="100000">
                                          <p:val>
                                            <p:strVal val="#ppt_w"/>
                                          </p:val>
                                        </p:tav>
                                      </p:tavLst>
                                    </p:anim>
                                    <p:anim calcmode="lin" valueType="num">
                                      <p:cBhvr>
                                        <p:cTn id="116" dur="500" fill="hold"/>
                                        <p:tgtEl>
                                          <p:spTgt spid="366030"/>
                                        </p:tgtEl>
                                        <p:attrNameLst>
                                          <p:attrName>ppt_h</p:attrName>
                                        </p:attrNameLst>
                                      </p:cBhvr>
                                      <p:tavLst>
                                        <p:tav tm="0">
                                          <p:val>
                                            <p:fltVal val="0"/>
                                          </p:val>
                                        </p:tav>
                                        <p:tav tm="100000">
                                          <p:val>
                                            <p:strVal val="#ppt_h"/>
                                          </p:val>
                                        </p:tav>
                                      </p:tavLst>
                                    </p:anim>
                                    <p:animEffect transition="in" filter="fade">
                                      <p:cBhvr>
                                        <p:cTn id="117" dur="500"/>
                                        <p:tgtEl>
                                          <p:spTgt spid="366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7" grpId="0" autoUpdateAnimBg="0"/>
      <p:bldP spid="365578" grpId="0" autoUpdateAnimBg="0"/>
      <p:bldP spid="365579" grpId="0" autoUpdateAnimBg="0"/>
      <p:bldP spid="365580" grpId="0" autoUpdateAnimBg="0"/>
      <p:bldP spid="365581" grpId="0" autoUpdateAnimBg="0"/>
      <p:bldP spid="365582" grpId="0" autoUpdateAnimBg="0"/>
      <p:bldP spid="365583" grpId="0" autoUpdateAnimBg="0"/>
      <p:bldP spid="36603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5" name="Rectangle 7"/>
          <p:cNvSpPr/>
          <p:nvPr/>
        </p:nvSpPr>
        <p:spPr bwMode="auto">
          <a:xfrm>
            <a:off x="284543" y="2924944"/>
            <a:ext cx="8678863" cy="439738"/>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a:lnSpc>
                <a:spcPct val="95000"/>
              </a:lnSpc>
              <a:spcBef>
                <a:spcPct val="20000"/>
              </a:spcBef>
              <a:buClr>
                <a:srgbClr val="FFCC66"/>
              </a:buClr>
              <a:buSzPct val="80000"/>
              <a:buFont typeface="Monotype Sorts" charset="2"/>
              <a:buNone/>
            </a:pPr>
            <a:r>
              <a:rPr lang="zh-CN" altLang="en-US" sz="2400">
                <a:solidFill>
                  <a:schemeClr val="tx1"/>
                </a:solidFill>
                <a:effectLst>
                  <a:outerShdw blurRad="38100" dist="38100" dir="2700000" algn="tl">
                    <a:srgbClr val="FFFFFF"/>
                  </a:outerShdw>
                </a:effectLst>
                <a:ea typeface="宋体" charset="-122"/>
              </a:rPr>
              <a:t>二维数组占用字节数</a:t>
            </a:r>
            <a:r>
              <a:rPr lang="en-US" altLang="zh-CN" sz="2400">
                <a:solidFill>
                  <a:schemeClr val="tx1"/>
                </a:solidFill>
                <a:effectLst>
                  <a:outerShdw blurRad="38100" dist="38100" dir="2700000" algn="tl">
                    <a:srgbClr val="FFFFFF"/>
                  </a:outerShdw>
                </a:effectLst>
                <a:ea typeface="宋体" charset="-122"/>
              </a:rPr>
              <a:t>=</a:t>
            </a:r>
            <a:r>
              <a:rPr lang="zh-CN" altLang="en-US" sz="2400">
                <a:solidFill>
                  <a:schemeClr val="tx1"/>
                </a:solidFill>
                <a:effectLst>
                  <a:outerShdw blurRad="38100" dist="38100" dir="2700000" algn="tl">
                    <a:srgbClr val="FFFFFF"/>
                  </a:outerShdw>
                </a:effectLst>
                <a:ea typeface="宋体" charset="-122"/>
              </a:rPr>
              <a:t>第一维长度</a:t>
            </a:r>
            <a:r>
              <a:rPr lang="zh-CN" altLang="zh-CN" sz="2400">
                <a:solidFill>
                  <a:schemeClr val="tx1"/>
                </a:solidFill>
                <a:effectLst>
                  <a:outerShdw blurRad="38100" dist="38100" dir="2700000" algn="tl">
                    <a:srgbClr val="FFFFFF"/>
                  </a:outerShdw>
                </a:effectLst>
                <a:ea typeface="宋体" charset="-122"/>
              </a:rPr>
              <a:t>×</a:t>
            </a:r>
            <a:r>
              <a:rPr lang="zh-CN" altLang="en-US" sz="2400">
                <a:solidFill>
                  <a:schemeClr val="tx1"/>
                </a:solidFill>
                <a:effectLst>
                  <a:outerShdw blurRad="38100" dist="38100" dir="2700000" algn="tl">
                    <a:srgbClr val="FFFFFF"/>
                  </a:outerShdw>
                </a:effectLst>
                <a:ea typeface="宋体" charset="-122"/>
              </a:rPr>
              <a:t>第二维长度</a:t>
            </a:r>
            <a:r>
              <a:rPr lang="zh-CN" altLang="zh-CN" sz="2400">
                <a:solidFill>
                  <a:schemeClr val="tx1"/>
                </a:solidFill>
                <a:effectLst>
                  <a:outerShdw blurRad="38100" dist="38100" dir="2700000" algn="tl">
                    <a:srgbClr val="FFFFFF"/>
                  </a:outerShdw>
                </a:effectLst>
                <a:ea typeface="宋体" charset="-122"/>
              </a:rPr>
              <a:t>×</a:t>
            </a:r>
            <a:r>
              <a:rPr lang="zh-CN" altLang="zh-CN" sz="2400">
                <a:effectLst>
                  <a:outerShdw blurRad="38100" dist="38100" dir="2700000" algn="tl">
                    <a:srgbClr val="000000"/>
                  </a:outerShdw>
                </a:effectLst>
                <a:ea typeface="宋体" charset="-122"/>
              </a:rPr>
              <a:t> </a:t>
            </a:r>
            <a:r>
              <a:rPr lang="en-US" altLang="zh-CN" sz="2400">
                <a:solidFill>
                  <a:schemeClr val="tx1"/>
                </a:solidFill>
                <a:effectLst>
                  <a:outerShdw blurRad="38100" dist="38100" dir="2700000" algn="tl">
                    <a:srgbClr val="FFFFFF"/>
                  </a:outerShdw>
                </a:effectLst>
                <a:ea typeface="宋体" charset="-122"/>
              </a:rPr>
              <a:t>sizeof(</a:t>
            </a:r>
            <a:r>
              <a:rPr lang="zh-CN" altLang="en-US" sz="2400">
                <a:solidFill>
                  <a:schemeClr val="tx1"/>
                </a:solidFill>
                <a:effectLst>
                  <a:outerShdw blurRad="38100" dist="38100" dir="2700000" algn="tl">
                    <a:srgbClr val="FFFFFF"/>
                  </a:outerShdw>
                </a:effectLst>
                <a:ea typeface="宋体" charset="-122"/>
              </a:rPr>
              <a:t>基类型</a:t>
            </a:r>
            <a:r>
              <a:rPr lang="en-US" altLang="zh-CN" sz="2400">
                <a:solidFill>
                  <a:schemeClr val="tx1"/>
                </a:solidFill>
                <a:effectLst>
                  <a:outerShdw blurRad="38100" dist="38100" dir="2700000" algn="tl">
                    <a:srgbClr val="FFFFFF"/>
                  </a:outerShdw>
                </a:effectLst>
                <a:ea typeface="宋体" charset="-122"/>
              </a:rPr>
              <a:t>)</a:t>
            </a:r>
            <a:endParaRPr lang="en-US" altLang="zh-CN" sz="2400">
              <a:solidFill>
                <a:schemeClr val="tx1"/>
              </a:solidFill>
              <a:effectLst>
                <a:outerShdw blurRad="38100" dist="38100" dir="2700000" algn="tl">
                  <a:srgbClr val="FFFFFF"/>
                </a:outerShdw>
              </a:effectLst>
              <a:ea typeface="宋体" charset="-122"/>
            </a:endParaRPr>
          </a:p>
        </p:txBody>
      </p:sp>
      <p:sp>
        <p:nvSpPr>
          <p:cNvPr id="370696" name="Text Box 8"/>
          <p:cNvSpPr txBox="1"/>
          <p:nvPr/>
        </p:nvSpPr>
        <p:spPr bwMode="auto">
          <a:xfrm>
            <a:off x="502031" y="2132782"/>
            <a:ext cx="57594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r>
              <a:rPr lang="zh-CN" altLang="en-US" dirty="0">
                <a:effectLst>
                  <a:outerShdw blurRad="38100" dist="38100" dir="2700000" algn="tl">
                    <a:srgbClr val="C0C0C0"/>
                  </a:outerShdw>
                </a:effectLst>
                <a:ea typeface="宋体" charset="-122"/>
              </a:rPr>
              <a:t>二维数组所占的存储空间的计算：</a:t>
            </a:r>
            <a:endParaRPr lang="zh-CN" altLang="en-US" dirty="0">
              <a:effectLst>
                <a:outerShdw blurRad="38100" dist="38100" dir="2700000" algn="tl">
                  <a:srgbClr val="C0C0C0"/>
                </a:outerShdw>
              </a:effectLst>
              <a:ea typeface="宋体" charset="-122"/>
            </a:endParaRPr>
          </a:p>
        </p:txBody>
      </p:sp>
      <p:sp>
        <p:nvSpPr>
          <p:cNvPr id="2" name="日期占位符 1"/>
          <p:cNvSpPr/>
          <p:nvPr>
            <p:ph type="dt" sz="half" idx="10"/>
          </p:nvPr>
        </p:nvSpPr>
        <p:spPr/>
        <p:txBody>
          <a:bodyPr/>
          <a:lstStyle/>
          <a:p>
            <a:fld id="{BE2A97AC-577E-E74F-A174-02C7C7913F68}" type="datetime1">
              <a:rPr lang="zh-CN" altLang="en-US" smtClean="0"/>
            </a:fld>
            <a:endParaRPr lang="en-US"/>
          </a:p>
        </p:txBody>
      </p:sp>
      <p:sp>
        <p:nvSpPr>
          <p:cNvPr id="4" name="幻灯片编号占位符 3"/>
          <p:cNvSpPr/>
          <p:nvPr>
            <p:ph type="sldNum" sz="quarter" idx="12"/>
          </p:nvPr>
        </p:nvSpPr>
        <p:spPr/>
        <p:txBody>
          <a:bodyPr/>
          <a:lstStyle/>
          <a:p>
            <a:fld id="{4FAB73BC-B049-4115-A692-8D63A059BFB8}" type="slidenum">
              <a:rPr lang="en-US" smtClean="0"/>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5394" name="Rectangle 2"/>
          <p:cNvSpPr/>
          <p:nvPr>
            <p:ph type="title"/>
          </p:nvPr>
        </p:nvSpPr>
        <p:spPr>
          <a:xfrm>
            <a:off x="152400" y="152400"/>
            <a:ext cx="8812213" cy="661988"/>
          </a:xfrm>
          <a:noFill/>
          <a:effectLst/>
          <a:extLs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chor="t">
            <a:spAutoFit/>
          </a:bodyPr>
          <a:lstStyle/>
          <a:p>
            <a:r>
              <a:rPr lang="zh-CN" altLang="en-US"/>
              <a:t>二维数组的输入和输出</a:t>
            </a:r>
            <a:endParaRPr lang="zh-CN" altLang="en-US"/>
          </a:p>
        </p:txBody>
      </p:sp>
      <p:sp>
        <p:nvSpPr>
          <p:cNvPr id="315395" name="Text Box 3"/>
          <p:cNvSpPr txBox="1"/>
          <p:nvPr/>
        </p:nvSpPr>
        <p:spPr bwMode="auto">
          <a:xfrm>
            <a:off x="685800" y="914400"/>
            <a:ext cx="7772400" cy="124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lnSpc>
                <a:spcPct val="135000"/>
              </a:lnSpc>
              <a:spcBef>
                <a:spcPct val="0"/>
              </a:spcBef>
            </a:pPr>
            <a:r>
              <a:rPr kumimoji="1" lang="zh-CN" altLang="en-US">
                <a:solidFill>
                  <a:srgbClr val="0066FF"/>
                </a:solidFill>
                <a:ea typeface="宋体" charset="-122"/>
              </a:rPr>
              <a:t>数组的输入和输出只能逐个对数组元素进行操作（字符数组例外）</a:t>
            </a:r>
            <a:endParaRPr kumimoji="1" lang="zh-CN" altLang="en-US">
              <a:solidFill>
                <a:srgbClr val="0066FF"/>
              </a:solidFill>
              <a:ea typeface="宋体" charset="-122"/>
            </a:endParaRPr>
          </a:p>
        </p:txBody>
      </p:sp>
      <p:sp>
        <p:nvSpPr>
          <p:cNvPr id="315396" name="Text Box 4"/>
          <p:cNvSpPr txBox="1"/>
          <p:nvPr/>
        </p:nvSpPr>
        <p:spPr bwMode="auto">
          <a:xfrm>
            <a:off x="3203575" y="2046288"/>
            <a:ext cx="3587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kumimoji="1" lang="en-US" altLang="zh-CN">
                <a:solidFill>
                  <a:schemeClr val="tx1"/>
                </a:solidFill>
                <a:latin typeface="Courier New" charset="0"/>
                <a:ea typeface="宋体" charset="-122"/>
              </a:rPr>
              <a:t>int a[2][3],i,j;</a:t>
            </a:r>
            <a:endParaRPr kumimoji="1" lang="en-US" altLang="zh-CN">
              <a:solidFill>
                <a:schemeClr val="tx1"/>
              </a:solidFill>
              <a:latin typeface="Courier New" charset="0"/>
              <a:ea typeface="宋体" charset="-122"/>
            </a:endParaRPr>
          </a:p>
        </p:txBody>
      </p:sp>
      <p:grpSp>
        <p:nvGrpSpPr>
          <p:cNvPr id="315397" name="Group 5"/>
          <p:cNvGrpSpPr/>
          <p:nvPr/>
        </p:nvGrpSpPr>
        <p:grpSpPr bwMode="auto">
          <a:xfrm>
            <a:off x="107950" y="2862263"/>
            <a:ext cx="4356100" cy="3433762"/>
            <a:chOff x="240" y="1599"/>
            <a:chExt cx="2744" cy="2163"/>
          </a:xfrm>
        </p:grpSpPr>
        <p:sp>
          <p:nvSpPr>
            <p:cNvPr id="315398" name="Text Box 6"/>
            <p:cNvSpPr txBox="1"/>
            <p:nvPr/>
          </p:nvSpPr>
          <p:spPr bwMode="auto">
            <a:xfrm>
              <a:off x="252" y="1599"/>
              <a:ext cx="1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kumimoji="1" lang="zh-CN" altLang="en-US">
                  <a:solidFill>
                    <a:schemeClr val="accent2"/>
                  </a:solidFill>
                  <a:effectLst>
                    <a:outerShdw blurRad="38100" dist="38100" dir="2700000" algn="tl">
                      <a:srgbClr val="C0C0C0"/>
                    </a:outerShdw>
                  </a:effectLst>
                  <a:ea typeface="宋体" charset="-122"/>
                </a:rPr>
                <a:t>输入方法：</a:t>
              </a:r>
              <a:endParaRPr kumimoji="1" lang="zh-CN" altLang="en-US">
                <a:solidFill>
                  <a:schemeClr val="accent2"/>
                </a:solidFill>
                <a:effectLst>
                  <a:outerShdw blurRad="38100" dist="38100" dir="2700000" algn="tl">
                    <a:srgbClr val="C0C0C0"/>
                  </a:outerShdw>
                </a:effectLst>
                <a:ea typeface="宋体" charset="-122"/>
              </a:endParaRPr>
            </a:p>
          </p:txBody>
        </p:sp>
        <p:grpSp>
          <p:nvGrpSpPr>
            <p:cNvPr id="32784" name="Group 7"/>
            <p:cNvGrpSpPr/>
            <p:nvPr/>
          </p:nvGrpSpPr>
          <p:grpSpPr bwMode="auto">
            <a:xfrm>
              <a:off x="240" y="1971"/>
              <a:ext cx="2744" cy="1791"/>
              <a:chOff x="240" y="1971"/>
              <a:chExt cx="2744" cy="1791"/>
            </a:xfrm>
          </p:grpSpPr>
          <p:sp>
            <p:nvSpPr>
              <p:cNvPr id="32785" name="Text Box 8"/>
              <p:cNvSpPr txBox="1"/>
              <p:nvPr/>
            </p:nvSpPr>
            <p:spPr bwMode="auto">
              <a:xfrm>
                <a:off x="804" y="3435"/>
                <a:ext cx="1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b="0">
                  <a:solidFill>
                    <a:schemeClr val="tx1"/>
                  </a:solidFill>
                  <a:ea typeface="宋体" charset="-122"/>
                </a:endParaRPr>
              </a:p>
            </p:txBody>
          </p:sp>
          <p:sp>
            <p:nvSpPr>
              <p:cNvPr id="32786" name="Text Box 9"/>
              <p:cNvSpPr txBox="1"/>
              <p:nvPr/>
            </p:nvSpPr>
            <p:spPr bwMode="auto">
              <a:xfrm>
                <a:off x="240" y="1971"/>
                <a:ext cx="20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kumimoji="1" lang="zh-CN" altLang="en-US" sz="2400">
                    <a:solidFill>
                      <a:srgbClr val="0066FF"/>
                    </a:solidFill>
                    <a:latin typeface="Courier New" charset="0"/>
                    <a:ea typeface="宋体" charset="-122"/>
                  </a:rPr>
                  <a:t>输入第</a:t>
                </a:r>
                <a:r>
                  <a:rPr kumimoji="1" lang="en-US" altLang="zh-CN" sz="2400">
                    <a:solidFill>
                      <a:srgbClr val="0066FF"/>
                    </a:solidFill>
                    <a:latin typeface="Courier New" charset="0"/>
                    <a:ea typeface="宋体" charset="-122"/>
                  </a:rPr>
                  <a:t>i</a:t>
                </a:r>
                <a:r>
                  <a:rPr kumimoji="1" lang="zh-CN" altLang="en-US" sz="2400">
                    <a:solidFill>
                      <a:srgbClr val="0066FF"/>
                    </a:solidFill>
                    <a:latin typeface="Courier New" charset="0"/>
                    <a:ea typeface="宋体" charset="-122"/>
                  </a:rPr>
                  <a:t>行第</a:t>
                </a:r>
                <a:r>
                  <a:rPr kumimoji="1" lang="en-US" altLang="zh-CN" sz="2400">
                    <a:solidFill>
                      <a:srgbClr val="0066FF"/>
                    </a:solidFill>
                    <a:latin typeface="Courier New" charset="0"/>
                    <a:ea typeface="宋体" charset="-122"/>
                  </a:rPr>
                  <a:t>j</a:t>
                </a:r>
                <a:r>
                  <a:rPr kumimoji="1" lang="zh-CN" altLang="en-US" sz="2400">
                    <a:solidFill>
                      <a:srgbClr val="0066FF"/>
                    </a:solidFill>
                    <a:latin typeface="Courier New" charset="0"/>
                    <a:ea typeface="宋体" charset="-122"/>
                  </a:rPr>
                  <a:t>列元素：</a:t>
                </a:r>
                <a:endParaRPr kumimoji="1" lang="zh-CN" altLang="en-US" sz="2400" b="0">
                  <a:solidFill>
                    <a:srgbClr val="0066FF"/>
                  </a:solidFill>
                  <a:latin typeface="Courier New" charset="0"/>
                  <a:ea typeface="宋体" charset="-122"/>
                </a:endParaRPr>
              </a:p>
            </p:txBody>
          </p:sp>
          <p:sp>
            <p:nvSpPr>
              <p:cNvPr id="32787" name="Text Box 10"/>
              <p:cNvSpPr txBox="1"/>
              <p:nvPr/>
            </p:nvSpPr>
            <p:spPr bwMode="auto">
              <a:xfrm>
                <a:off x="264" y="2235"/>
                <a:ext cx="253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kumimoji="1" lang="en-US" altLang="zh-CN" sz="2400">
                    <a:solidFill>
                      <a:schemeClr val="tx1"/>
                    </a:solidFill>
                    <a:latin typeface="Courier New" charset="0"/>
                    <a:ea typeface="宋体" charset="-122"/>
                  </a:rPr>
                  <a:t>scanf(“%d”,&amp;a[i][j]);</a:t>
                </a:r>
                <a:endParaRPr kumimoji="1" lang="en-US" altLang="zh-CN" sz="2400">
                  <a:solidFill>
                    <a:srgbClr val="FF9900"/>
                  </a:solidFill>
                  <a:latin typeface="Courier New" charset="0"/>
                  <a:ea typeface="宋体" charset="-122"/>
                </a:endParaRPr>
              </a:p>
            </p:txBody>
          </p:sp>
          <p:sp>
            <p:nvSpPr>
              <p:cNvPr id="32788" name="Text Box 11"/>
              <p:cNvSpPr txBox="1"/>
              <p:nvPr/>
            </p:nvSpPr>
            <p:spPr bwMode="auto">
              <a:xfrm>
                <a:off x="240" y="2568"/>
                <a:ext cx="18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kumimoji="1" lang="zh-CN" altLang="en-US" sz="2400">
                    <a:solidFill>
                      <a:srgbClr val="0066FF"/>
                    </a:solidFill>
                    <a:latin typeface="Courier New" charset="0"/>
                    <a:ea typeface="宋体" charset="-122"/>
                  </a:rPr>
                  <a:t>输入整个数组元素：</a:t>
                </a:r>
                <a:endParaRPr kumimoji="1" lang="zh-CN" altLang="en-US" sz="2400" b="0">
                  <a:solidFill>
                    <a:srgbClr val="0066FF"/>
                  </a:solidFill>
                  <a:latin typeface="Courier New" charset="0"/>
                  <a:ea typeface="宋体" charset="-122"/>
                </a:endParaRPr>
              </a:p>
            </p:txBody>
          </p:sp>
          <p:sp>
            <p:nvSpPr>
              <p:cNvPr id="315404" name="Text Box 12"/>
              <p:cNvSpPr txBox="1"/>
              <p:nvPr/>
            </p:nvSpPr>
            <p:spPr bwMode="auto">
              <a:xfrm>
                <a:off x="276" y="2891"/>
                <a:ext cx="2708"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20000"/>
                  </a:lnSpc>
                  <a:spcBef>
                    <a:spcPct val="0"/>
                  </a:spcBef>
                  <a:defRPr/>
                </a:pPr>
                <a:r>
                  <a:rPr kumimoji="1" lang="en-US" altLang="zh-CN" sz="2000">
                    <a:solidFill>
                      <a:schemeClr val="tx1"/>
                    </a:solidFill>
                    <a:latin typeface="Courier New" charset="0"/>
                    <a:ea typeface="宋体" charset="-122"/>
                  </a:rPr>
                  <a:t>for (i=0;i&lt;2;i++)</a:t>
                </a:r>
                <a:endParaRPr kumimoji="1" lang="en-US" altLang="zh-CN" sz="2000">
                  <a:solidFill>
                    <a:schemeClr val="tx1"/>
                  </a:solidFill>
                  <a:latin typeface="Courier New" charset="0"/>
                  <a:ea typeface="宋体" charset="-122"/>
                </a:endParaRPr>
              </a:p>
              <a:p>
                <a:pPr eaLnBrk="1" hangingPunct="1">
                  <a:lnSpc>
                    <a:spcPct val="120000"/>
                  </a:lnSpc>
                  <a:spcBef>
                    <a:spcPct val="0"/>
                  </a:spcBef>
                  <a:defRPr/>
                </a:pPr>
                <a:r>
                  <a:rPr kumimoji="1" lang="en-US" altLang="zh-CN" sz="2000">
                    <a:solidFill>
                      <a:schemeClr val="tx1"/>
                    </a:solidFill>
                    <a:latin typeface="Courier New" charset="0"/>
                    <a:ea typeface="宋体" charset="-122"/>
                  </a:rPr>
                  <a:t>   for(j=0;j&lt;3;j++)</a:t>
                </a:r>
                <a:endParaRPr kumimoji="1" lang="en-US" altLang="zh-CN" sz="2000">
                  <a:solidFill>
                    <a:schemeClr val="tx1"/>
                  </a:solidFill>
                  <a:latin typeface="Courier New" charset="0"/>
                  <a:ea typeface="宋体" charset="-122"/>
                </a:endParaRPr>
              </a:p>
              <a:p>
                <a:pPr eaLnBrk="1" hangingPunct="1">
                  <a:lnSpc>
                    <a:spcPct val="120000"/>
                  </a:lnSpc>
                  <a:spcBef>
                    <a:spcPct val="0"/>
                  </a:spcBef>
                  <a:defRPr/>
                </a:pPr>
                <a:r>
                  <a:rPr kumimoji="1" lang="en-US" altLang="zh-CN" sz="2000">
                    <a:solidFill>
                      <a:schemeClr val="tx1"/>
                    </a:solidFill>
                    <a:latin typeface="Courier New" charset="0"/>
                    <a:ea typeface="宋体" charset="-122"/>
                  </a:rPr>
                  <a:t>      scanf(“%d”,&amp;a[i][j]);</a:t>
                </a:r>
                <a:endParaRPr kumimoji="1" lang="en-US" altLang="zh-CN" sz="2000">
                  <a:solidFill>
                    <a:schemeClr val="tx1"/>
                  </a:solidFill>
                  <a:effectLst>
                    <a:outerShdw blurRad="38100" dist="38100" dir="2700000" algn="tl">
                      <a:srgbClr val="C0C0C0"/>
                    </a:outerShdw>
                  </a:effectLst>
                  <a:latin typeface="Courier New" charset="0"/>
                  <a:ea typeface="宋体" charset="-122"/>
                </a:endParaRPr>
              </a:p>
            </p:txBody>
          </p:sp>
        </p:grpSp>
      </p:grpSp>
      <p:grpSp>
        <p:nvGrpSpPr>
          <p:cNvPr id="315405" name="Group 13"/>
          <p:cNvGrpSpPr/>
          <p:nvPr/>
        </p:nvGrpSpPr>
        <p:grpSpPr bwMode="auto">
          <a:xfrm>
            <a:off x="4572000" y="2811463"/>
            <a:ext cx="4510088" cy="3289300"/>
            <a:chOff x="3351" y="1647"/>
            <a:chExt cx="2841" cy="2072"/>
          </a:xfrm>
        </p:grpSpPr>
        <p:sp>
          <p:nvSpPr>
            <p:cNvPr id="315406" name="Text Box 14"/>
            <p:cNvSpPr txBox="1"/>
            <p:nvPr/>
          </p:nvSpPr>
          <p:spPr bwMode="auto">
            <a:xfrm>
              <a:off x="3378" y="1647"/>
              <a:ext cx="1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kumimoji="1" lang="zh-CN" altLang="en-US">
                  <a:solidFill>
                    <a:schemeClr val="accent2"/>
                  </a:solidFill>
                  <a:effectLst>
                    <a:outerShdw blurRad="38100" dist="38100" dir="2700000" algn="tl">
                      <a:srgbClr val="C0C0C0"/>
                    </a:outerShdw>
                  </a:effectLst>
                  <a:ea typeface="宋体" charset="-122"/>
                </a:rPr>
                <a:t>输出方法：</a:t>
              </a:r>
              <a:endParaRPr kumimoji="1" lang="zh-CN" altLang="en-US">
                <a:solidFill>
                  <a:schemeClr val="accent2"/>
                </a:solidFill>
                <a:effectLst>
                  <a:outerShdw blurRad="38100" dist="38100" dir="2700000" algn="tl">
                    <a:srgbClr val="C0C0C0"/>
                  </a:outerShdw>
                </a:effectLst>
                <a:ea typeface="宋体" charset="-122"/>
              </a:endParaRPr>
            </a:p>
          </p:txBody>
        </p:sp>
        <p:sp>
          <p:nvSpPr>
            <p:cNvPr id="32778" name="Text Box 15"/>
            <p:cNvSpPr txBox="1"/>
            <p:nvPr/>
          </p:nvSpPr>
          <p:spPr bwMode="auto">
            <a:xfrm>
              <a:off x="3351" y="3019"/>
              <a:ext cx="1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sp>
          <p:nvSpPr>
            <p:cNvPr id="32779" name="Text Box 16"/>
            <p:cNvSpPr txBox="1"/>
            <p:nvPr/>
          </p:nvSpPr>
          <p:spPr bwMode="auto">
            <a:xfrm>
              <a:off x="3366" y="2007"/>
              <a:ext cx="20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kumimoji="1" lang="zh-CN" altLang="en-US" sz="2400">
                  <a:solidFill>
                    <a:srgbClr val="0066FF"/>
                  </a:solidFill>
                  <a:latin typeface="Courier New" charset="0"/>
                  <a:ea typeface="宋体" charset="-122"/>
                </a:rPr>
                <a:t>输出第</a:t>
              </a:r>
              <a:r>
                <a:rPr kumimoji="1" lang="en-US" altLang="zh-CN" sz="2400">
                  <a:solidFill>
                    <a:srgbClr val="0066FF"/>
                  </a:solidFill>
                  <a:latin typeface="Courier New" charset="0"/>
                  <a:ea typeface="宋体" charset="-122"/>
                </a:rPr>
                <a:t>i</a:t>
              </a:r>
              <a:r>
                <a:rPr kumimoji="1" lang="zh-CN" altLang="zh-CN" sz="2400">
                  <a:solidFill>
                    <a:srgbClr val="0066FF"/>
                  </a:solidFill>
                  <a:latin typeface="Courier New" charset="0"/>
                  <a:ea typeface="宋体" charset="-122"/>
                </a:rPr>
                <a:t>行第</a:t>
              </a:r>
              <a:r>
                <a:rPr kumimoji="1" lang="en-US" altLang="zh-CN" sz="2400">
                  <a:solidFill>
                    <a:srgbClr val="0066FF"/>
                  </a:solidFill>
                  <a:latin typeface="Courier New" charset="0"/>
                  <a:ea typeface="宋体" charset="-122"/>
                </a:rPr>
                <a:t>j</a:t>
              </a:r>
              <a:r>
                <a:rPr kumimoji="1" lang="zh-CN" altLang="zh-CN" sz="2400">
                  <a:solidFill>
                    <a:srgbClr val="0066FF"/>
                  </a:solidFill>
                  <a:latin typeface="Courier New" charset="0"/>
                  <a:ea typeface="宋体" charset="-122"/>
                </a:rPr>
                <a:t>列</a:t>
              </a:r>
              <a:r>
                <a:rPr kumimoji="1" lang="zh-CN" altLang="en-US" sz="2400">
                  <a:solidFill>
                    <a:srgbClr val="0066FF"/>
                  </a:solidFill>
                  <a:latin typeface="Courier New" charset="0"/>
                  <a:ea typeface="宋体" charset="-122"/>
                </a:rPr>
                <a:t>元素：</a:t>
              </a:r>
              <a:endParaRPr kumimoji="1" lang="zh-CN" altLang="en-US" sz="2400">
                <a:solidFill>
                  <a:srgbClr val="0066FF"/>
                </a:solidFill>
                <a:latin typeface="Courier New" charset="0"/>
                <a:ea typeface="宋体" charset="-122"/>
              </a:endParaRPr>
            </a:p>
          </p:txBody>
        </p:sp>
        <p:sp>
          <p:nvSpPr>
            <p:cNvPr id="32780" name="Text Box 17"/>
            <p:cNvSpPr txBox="1"/>
            <p:nvPr/>
          </p:nvSpPr>
          <p:spPr bwMode="auto">
            <a:xfrm>
              <a:off x="3387" y="2309"/>
              <a:ext cx="253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kumimoji="1" lang="en-US" altLang="zh-CN" sz="2400">
                  <a:solidFill>
                    <a:schemeClr val="tx1"/>
                  </a:solidFill>
                  <a:latin typeface="Courier New" charset="0"/>
                  <a:ea typeface="宋体" charset="-122"/>
                </a:rPr>
                <a:t>printf(“%d”,a[i][j]);</a:t>
              </a:r>
              <a:endParaRPr kumimoji="1" lang="en-US" altLang="zh-CN" sz="2400">
                <a:solidFill>
                  <a:schemeClr val="tx1"/>
                </a:solidFill>
                <a:latin typeface="Courier New" charset="0"/>
                <a:ea typeface="宋体" charset="-122"/>
              </a:endParaRPr>
            </a:p>
          </p:txBody>
        </p:sp>
        <p:sp>
          <p:nvSpPr>
            <p:cNvPr id="32781" name="Text Box 18"/>
            <p:cNvSpPr txBox="1"/>
            <p:nvPr/>
          </p:nvSpPr>
          <p:spPr bwMode="auto">
            <a:xfrm>
              <a:off x="3354" y="2642"/>
              <a:ext cx="18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kumimoji="1" lang="zh-CN" altLang="en-US" sz="2400">
                  <a:solidFill>
                    <a:srgbClr val="0066FF"/>
                  </a:solidFill>
                  <a:ea typeface="宋体" charset="-122"/>
                </a:rPr>
                <a:t>输出整个数组元素：</a:t>
              </a:r>
              <a:endParaRPr kumimoji="1" lang="zh-CN" altLang="en-US" sz="2400">
                <a:solidFill>
                  <a:srgbClr val="0066FF"/>
                </a:solidFill>
                <a:ea typeface="宋体" charset="-122"/>
              </a:endParaRPr>
            </a:p>
          </p:txBody>
        </p:sp>
        <p:sp>
          <p:nvSpPr>
            <p:cNvPr id="315411" name="Text Box 19"/>
            <p:cNvSpPr txBox="1"/>
            <p:nvPr/>
          </p:nvSpPr>
          <p:spPr bwMode="auto">
            <a:xfrm>
              <a:off x="3388" y="2971"/>
              <a:ext cx="2804"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20000"/>
                </a:lnSpc>
                <a:spcBef>
                  <a:spcPct val="0"/>
                </a:spcBef>
                <a:defRPr/>
              </a:pPr>
              <a:r>
                <a:rPr kumimoji="1" lang="en-US" altLang="zh-CN" sz="2000">
                  <a:solidFill>
                    <a:schemeClr val="tx1"/>
                  </a:solidFill>
                  <a:latin typeface="Courier New" charset="0"/>
                  <a:ea typeface="宋体" charset="-122"/>
                </a:rPr>
                <a:t>for (i=0;i&lt;2;i++)</a:t>
              </a:r>
              <a:endParaRPr kumimoji="1" lang="en-US" altLang="zh-CN" sz="2000">
                <a:solidFill>
                  <a:schemeClr val="tx1"/>
                </a:solidFill>
                <a:latin typeface="Courier New" charset="0"/>
                <a:ea typeface="宋体" charset="-122"/>
              </a:endParaRPr>
            </a:p>
            <a:p>
              <a:pPr eaLnBrk="1" hangingPunct="1">
                <a:lnSpc>
                  <a:spcPct val="120000"/>
                </a:lnSpc>
                <a:spcBef>
                  <a:spcPct val="0"/>
                </a:spcBef>
                <a:defRPr/>
              </a:pPr>
              <a:r>
                <a:rPr kumimoji="1" lang="en-US" altLang="zh-CN" sz="2000">
                  <a:solidFill>
                    <a:schemeClr val="tx1"/>
                  </a:solidFill>
                  <a:latin typeface="Courier New" charset="0"/>
                  <a:ea typeface="宋体" charset="-122"/>
                </a:rPr>
                <a:t>   for(j=0;j&lt;3;j++)</a:t>
              </a:r>
              <a:endParaRPr kumimoji="1" lang="en-US" altLang="zh-CN" sz="2000">
                <a:solidFill>
                  <a:schemeClr val="tx1"/>
                </a:solidFill>
                <a:latin typeface="Courier New" charset="0"/>
                <a:ea typeface="宋体" charset="-122"/>
              </a:endParaRPr>
            </a:p>
            <a:p>
              <a:pPr eaLnBrk="1" hangingPunct="1">
                <a:lnSpc>
                  <a:spcPct val="120000"/>
                </a:lnSpc>
                <a:spcBef>
                  <a:spcPct val="0"/>
                </a:spcBef>
                <a:defRPr/>
              </a:pPr>
              <a:r>
                <a:rPr kumimoji="1" lang="en-US" altLang="zh-CN" sz="2000">
                  <a:solidFill>
                    <a:schemeClr val="tx1"/>
                  </a:solidFill>
                  <a:latin typeface="Courier New" charset="0"/>
                  <a:ea typeface="宋体" charset="-122"/>
                </a:rPr>
                <a:t>       printf(“%d”,a[i][j]);</a:t>
              </a:r>
              <a:endParaRPr kumimoji="1" lang="en-US" altLang="zh-CN" sz="2000">
                <a:solidFill>
                  <a:srgbClr val="CC9900"/>
                </a:solidFill>
                <a:effectLst>
                  <a:outerShdw blurRad="38100" dist="38100" dir="2700000" algn="tl">
                    <a:srgbClr val="C0C0C0"/>
                  </a:outerShdw>
                </a:effectLst>
                <a:latin typeface="Courier New" charset="0"/>
                <a:ea typeface="宋体" charset="-122"/>
              </a:endParaRPr>
            </a:p>
          </p:txBody>
        </p:sp>
      </p:grpSp>
      <p:sp>
        <p:nvSpPr>
          <p:cNvPr id="315412" name="Line 20"/>
          <p:cNvSpPr/>
          <p:nvPr/>
        </p:nvSpPr>
        <p:spPr bwMode="auto">
          <a:xfrm>
            <a:off x="4495800" y="2590800"/>
            <a:ext cx="0" cy="4267200"/>
          </a:xfrm>
          <a:prstGeom prst="line">
            <a:avLst/>
          </a:prstGeom>
          <a:noFill/>
          <a:ln w="57150">
            <a:solidFill>
              <a:srgbClr val="99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15413" name="Line 21"/>
          <p:cNvSpPr/>
          <p:nvPr/>
        </p:nvSpPr>
        <p:spPr bwMode="auto">
          <a:xfrm>
            <a:off x="0" y="2590800"/>
            <a:ext cx="9144000" cy="0"/>
          </a:xfrm>
          <a:prstGeom prst="line">
            <a:avLst/>
          </a:prstGeom>
          <a:noFill/>
          <a:ln w="57150">
            <a:solidFill>
              <a:srgbClr val="99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 name="日期占位符 1"/>
          <p:cNvSpPr/>
          <p:nvPr>
            <p:ph type="dt" sz="half" idx="10"/>
          </p:nvPr>
        </p:nvSpPr>
        <p:spPr/>
        <p:txBody>
          <a:bodyPr/>
          <a:lstStyle/>
          <a:p>
            <a:fld id="{D23DD1A6-D84D-1F45-9D7F-B7FACD1957FD}" type="datetime1">
              <a:rPr lang="zh-CN" altLang="en-US" smtClean="0"/>
            </a:fld>
            <a:endParaRPr lang="en-US" dirty="0"/>
          </a:p>
        </p:txBody>
      </p:sp>
      <p:sp>
        <p:nvSpPr>
          <p:cNvPr id="4" name="幻灯片编号占位符 3"/>
          <p:cNvSpPr/>
          <p:nvPr>
            <p:ph type="sldNum" sz="quarter" idx="12"/>
          </p:nvPr>
        </p:nvSpPr>
        <p:spPr/>
        <p:txBody>
          <a:bodyPr/>
          <a:lstStyle/>
          <a:p>
            <a:fld id="{4FAB73BC-B049-4115-A692-8D63A059BFB8}" type="slidenum">
              <a:rPr lang="en-US" smtClean="0"/>
            </a:fld>
            <a:endParaRPr lang="en-US" dirty="0"/>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15413"/>
                                        </p:tgtEl>
                                        <p:attrNameLst>
                                          <p:attrName>style.visibility</p:attrName>
                                        </p:attrNameLst>
                                      </p:cBhvr>
                                      <p:to>
                                        <p:strVal val="visible"/>
                                      </p:to>
                                    </p:set>
                                    <p:animEffect transition="in" filter="wipe(left)">
                                      <p:cBhvr>
                                        <p:cTn id="7" dur="500"/>
                                        <p:tgtEl>
                                          <p:spTgt spid="315413"/>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315397"/>
                                        </p:tgtEl>
                                        <p:attrNameLst>
                                          <p:attrName>style.visibility</p:attrName>
                                        </p:attrNameLst>
                                      </p:cBhvr>
                                      <p:to>
                                        <p:strVal val="visible"/>
                                      </p:to>
                                    </p:set>
                                    <p:animEffect transition="in" filter="box(out)">
                                      <p:cBhvr>
                                        <p:cTn id="11" dur="500"/>
                                        <p:tgtEl>
                                          <p:spTgt spid="31539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315412"/>
                                        </p:tgtEl>
                                        <p:attrNameLst>
                                          <p:attrName>style.visibility</p:attrName>
                                        </p:attrNameLst>
                                      </p:cBhvr>
                                      <p:to>
                                        <p:strVal val="visible"/>
                                      </p:to>
                                    </p:set>
                                    <p:animEffect transition="in" filter="wipe(right)">
                                      <p:cBhvr>
                                        <p:cTn id="16" dur="500"/>
                                        <p:tgtEl>
                                          <p:spTgt spid="315412"/>
                                        </p:tgtEl>
                                      </p:cBhvr>
                                    </p:animEffect>
                                  </p:childTnLst>
                                </p:cTn>
                              </p:par>
                            </p:childTnLst>
                          </p:cTn>
                        </p:par>
                        <p:par>
                          <p:cTn id="17" fill="hold">
                            <p:stCondLst>
                              <p:cond delay="500"/>
                            </p:stCondLst>
                            <p:childTnLst>
                              <p:par>
                                <p:cTn id="18" presetID="4" presetClass="entr" presetSubtype="32" fill="hold" nodeType="afterEffect">
                                  <p:stCondLst>
                                    <p:cond delay="0"/>
                                  </p:stCondLst>
                                  <p:childTnLst>
                                    <p:set>
                                      <p:cBhvr>
                                        <p:cTn id="19" dur="1" fill="hold">
                                          <p:stCondLst>
                                            <p:cond delay="0"/>
                                          </p:stCondLst>
                                        </p:cTn>
                                        <p:tgtEl>
                                          <p:spTgt spid="315405"/>
                                        </p:tgtEl>
                                        <p:attrNameLst>
                                          <p:attrName>style.visibility</p:attrName>
                                        </p:attrNameLst>
                                      </p:cBhvr>
                                      <p:to>
                                        <p:strVal val="visible"/>
                                      </p:to>
                                    </p:set>
                                    <p:animEffect transition="in" filter="box(out)">
                                      <p:cBhvr>
                                        <p:cTn id="20" dur="500"/>
                                        <p:tgtEl>
                                          <p:spTgt spid="315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标题 1"/>
          <p:cNvSpPr/>
          <p:nvPr>
            <p:ph type="title" idx="4294967295"/>
          </p:nvPr>
        </p:nvSpPr>
        <p:spPr>
          <a:xfrm>
            <a:off x="1346200" y="333375"/>
            <a:ext cx="7797800" cy="839788"/>
          </a:xfrm>
        </p:spPr>
        <p:txBody>
          <a:bodyPr lIns="91440" tIns="45720" rIns="91440" bIns="45720"/>
          <a:lstStyle/>
          <a:p>
            <a:r>
              <a:rPr lang="zh-CN" altLang="en-US"/>
              <a:t>如何使两个数组的值相等</a:t>
            </a:r>
            <a:endParaRPr lang="zh-CN" altLang="en-US"/>
          </a:p>
        </p:txBody>
      </p:sp>
      <p:sp>
        <p:nvSpPr>
          <p:cNvPr id="6" name="Rectangle 3"/>
          <p:cNvSpPr txBox="1"/>
          <p:nvPr/>
        </p:nvSpPr>
        <p:spPr bwMode="auto">
          <a:xfrm>
            <a:off x="539750" y="1916113"/>
            <a:ext cx="4110038" cy="2305050"/>
          </a:xfrm>
          <a:prstGeom prst="rect">
            <a:avLst/>
          </a:prstGeom>
          <a:solidFill>
            <a:srgbClr val="333399"/>
          </a:solidFill>
          <a:ln w="19050">
            <a:solidFill>
              <a:schemeClr val="tx1"/>
            </a:solidFill>
            <a:miter lim="800000"/>
          </a:ln>
        </p:spPr>
        <p:txBody>
          <a:bodyPr/>
          <a:lstStyle>
            <a:lvl1pPr marL="342900" indent="-342900">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a:lnSpc>
                <a:spcPct val="90000"/>
              </a:lnSpc>
              <a:spcBef>
                <a:spcPct val="20000"/>
              </a:spcBef>
              <a:buFont typeface="Wingdings" charset="2"/>
              <a:buNone/>
            </a:pPr>
            <a:r>
              <a:rPr lang="en-US" altLang="zh-CN" sz="2400" b="0">
                <a:solidFill>
                  <a:schemeClr val="bg1"/>
                </a:solidFill>
                <a:latin typeface="Arial" charset="0"/>
                <a:ea typeface="华文细黑" charset="-122"/>
              </a:rPr>
              <a:t>main()</a:t>
            </a:r>
            <a:endParaRPr lang="en-US" altLang="zh-CN" sz="2400" b="0">
              <a:solidFill>
                <a:schemeClr val="bg1"/>
              </a:solidFill>
              <a:latin typeface="Arial" charset="0"/>
              <a:ea typeface="华文细黑" charset="-122"/>
            </a:endParaRPr>
          </a:p>
          <a:p>
            <a:pPr>
              <a:lnSpc>
                <a:spcPct val="90000"/>
              </a:lnSpc>
              <a:spcBef>
                <a:spcPct val="20000"/>
              </a:spcBef>
              <a:buFont typeface="Wingdings" charset="2"/>
              <a:buNone/>
            </a:pPr>
            <a:r>
              <a:rPr lang="en-US" altLang="zh-CN" sz="2400" b="0">
                <a:solidFill>
                  <a:schemeClr val="bg1"/>
                </a:solidFill>
                <a:latin typeface="Arial" charset="0"/>
                <a:ea typeface="华文细黑" charset="-122"/>
              </a:rPr>
              <a:t>{ </a:t>
            </a:r>
            <a:endParaRPr lang="en-US" altLang="zh-CN" sz="2400" b="0">
              <a:solidFill>
                <a:schemeClr val="bg1"/>
              </a:solidFill>
              <a:latin typeface="Arial" charset="0"/>
              <a:ea typeface="华文细黑" charset="-122"/>
            </a:endParaRPr>
          </a:p>
          <a:p>
            <a:pPr>
              <a:lnSpc>
                <a:spcPct val="90000"/>
              </a:lnSpc>
              <a:spcBef>
                <a:spcPct val="20000"/>
              </a:spcBef>
              <a:buFont typeface="Wingdings" charset="2"/>
              <a:buNone/>
            </a:pPr>
            <a:r>
              <a:rPr lang="en-US" altLang="zh-CN" sz="2400" b="0">
                <a:solidFill>
                  <a:schemeClr val="bg1"/>
                </a:solidFill>
                <a:latin typeface="Arial" charset="0"/>
                <a:ea typeface="华文细黑" charset="-122"/>
              </a:rPr>
              <a:t>    int a[4] = {1,2,3,4}, b[4];</a:t>
            </a:r>
            <a:endParaRPr lang="en-US" altLang="zh-CN" sz="2400" b="0">
              <a:solidFill>
                <a:schemeClr val="bg1"/>
              </a:solidFill>
              <a:latin typeface="Arial" charset="0"/>
              <a:ea typeface="华文细黑" charset="-122"/>
            </a:endParaRPr>
          </a:p>
          <a:p>
            <a:pPr>
              <a:lnSpc>
                <a:spcPct val="90000"/>
              </a:lnSpc>
              <a:spcBef>
                <a:spcPct val="20000"/>
              </a:spcBef>
              <a:buFont typeface="Wingdings" charset="2"/>
              <a:buNone/>
            </a:pPr>
            <a:r>
              <a:rPr lang="en-US" altLang="zh-CN" sz="2400" b="0">
                <a:solidFill>
                  <a:schemeClr val="bg1"/>
                </a:solidFill>
                <a:latin typeface="Arial" charset="0"/>
                <a:ea typeface="华文细黑" charset="-122"/>
              </a:rPr>
              <a:t>    </a:t>
            </a:r>
            <a:r>
              <a:rPr lang="en-US" altLang="zh-CN" sz="2400" b="0">
                <a:solidFill>
                  <a:srgbClr val="FFFF00"/>
                </a:solidFill>
                <a:latin typeface="Arial" charset="0"/>
                <a:ea typeface="华文细黑" charset="-122"/>
              </a:rPr>
              <a:t>b = a;</a:t>
            </a:r>
            <a:r>
              <a:rPr lang="en-US" altLang="zh-CN" sz="2400" b="0">
                <a:solidFill>
                  <a:schemeClr val="bg1"/>
                </a:solidFill>
                <a:latin typeface="Arial" charset="0"/>
                <a:ea typeface="华文细黑" charset="-122"/>
              </a:rPr>
              <a:t>      </a:t>
            </a:r>
            <a:endParaRPr lang="en-US" altLang="zh-CN" sz="2400" b="0">
              <a:solidFill>
                <a:schemeClr val="bg1"/>
              </a:solidFill>
              <a:latin typeface="Arial" charset="0"/>
              <a:ea typeface="华文细黑" charset="-122"/>
            </a:endParaRPr>
          </a:p>
          <a:p>
            <a:pPr>
              <a:lnSpc>
                <a:spcPct val="90000"/>
              </a:lnSpc>
              <a:spcBef>
                <a:spcPct val="20000"/>
              </a:spcBef>
              <a:buFont typeface="Wingdings" charset="2"/>
              <a:buNone/>
            </a:pPr>
            <a:r>
              <a:rPr lang="en-US" altLang="zh-CN" sz="2400" b="0">
                <a:solidFill>
                  <a:schemeClr val="bg1"/>
                </a:solidFill>
                <a:latin typeface="Arial" charset="0"/>
                <a:ea typeface="华文细黑" charset="-122"/>
              </a:rPr>
              <a:t>}</a:t>
            </a:r>
            <a:endParaRPr lang="en-US" altLang="zh-CN" sz="2400" b="0">
              <a:solidFill>
                <a:schemeClr val="bg1"/>
              </a:solidFill>
              <a:latin typeface="Arial" charset="0"/>
              <a:ea typeface="华文细黑" charset="-122"/>
            </a:endParaRPr>
          </a:p>
        </p:txBody>
      </p:sp>
      <p:sp>
        <p:nvSpPr>
          <p:cNvPr id="7" name="Rectangle 4"/>
          <p:cNvSpPr txBox="1"/>
          <p:nvPr/>
        </p:nvSpPr>
        <p:spPr bwMode="auto">
          <a:xfrm>
            <a:off x="4787900" y="1701800"/>
            <a:ext cx="4038600" cy="4895850"/>
          </a:xfrm>
          <a:prstGeom prst="rect">
            <a:avLst/>
          </a:prstGeom>
          <a:solidFill>
            <a:srgbClr val="CCFFFF"/>
          </a:solidFill>
          <a:ln w="9525">
            <a:solidFill>
              <a:srgbClr val="3366FF"/>
            </a:solidFill>
            <a:miter lim="800000"/>
          </a:ln>
        </p:spPr>
        <p:txBody>
          <a:bodyPr/>
          <a:lstStyle>
            <a:lvl1pPr marL="342900" indent="-342900">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algn="ctr">
              <a:lnSpc>
                <a:spcPct val="90000"/>
              </a:lnSpc>
              <a:spcBef>
                <a:spcPct val="20000"/>
              </a:spcBef>
              <a:buFont typeface="Wingdings" charset="2"/>
              <a:buNone/>
            </a:pPr>
            <a:r>
              <a:rPr lang="zh-CN" altLang="en-US" sz="2400">
                <a:solidFill>
                  <a:schemeClr val="tx1"/>
                </a:solidFill>
                <a:latin typeface="楷体_GB2312" pitchFamily="49" charset="-122"/>
                <a:ea typeface="楷体_GB2312" pitchFamily="49" charset="-122"/>
              </a:rPr>
              <a:t>解决方法</a:t>
            </a:r>
            <a:endParaRPr lang="zh-CN" altLang="en-US" sz="2400">
              <a:solidFill>
                <a:schemeClr val="tx1"/>
              </a:solidFill>
              <a:latin typeface="楷体_GB2312" pitchFamily="49" charset="-122"/>
              <a:ea typeface="楷体_GB2312" pitchFamily="49" charset="-122"/>
            </a:endParaRPr>
          </a:p>
          <a:p>
            <a:pPr>
              <a:lnSpc>
                <a:spcPct val="90000"/>
              </a:lnSpc>
              <a:spcBef>
                <a:spcPct val="20000"/>
              </a:spcBef>
              <a:buFont typeface="Arial" charset="0"/>
              <a:buChar char="•"/>
            </a:pPr>
            <a:r>
              <a:rPr lang="zh-CN" altLang="en-US" sz="2400">
                <a:solidFill>
                  <a:schemeClr val="tx1"/>
                </a:solidFill>
                <a:latin typeface="楷体_GB2312" pitchFamily="49" charset="-122"/>
                <a:ea typeface="楷体_GB2312" pitchFamily="49" charset="-122"/>
              </a:rPr>
              <a:t>法</a:t>
            </a:r>
            <a:r>
              <a:rPr lang="en-US" altLang="zh-CN" sz="2400">
                <a:solidFill>
                  <a:schemeClr val="tx1"/>
                </a:solidFill>
                <a:latin typeface="楷体_GB2312" pitchFamily="49" charset="-122"/>
                <a:ea typeface="楷体_GB2312" pitchFamily="49" charset="-122"/>
              </a:rPr>
              <a:t>1:</a:t>
            </a:r>
            <a:r>
              <a:rPr lang="zh-CN" altLang="en-US" sz="2400">
                <a:solidFill>
                  <a:schemeClr val="tx1"/>
                </a:solidFill>
                <a:latin typeface="楷体_GB2312" pitchFamily="49" charset="-122"/>
                <a:ea typeface="楷体_GB2312" pitchFamily="49" charset="-122"/>
              </a:rPr>
              <a:t>逐个元素赋值</a:t>
            </a:r>
            <a:endParaRPr lang="zh-CN" altLang="en-US" sz="2400">
              <a:solidFill>
                <a:schemeClr val="tx1"/>
              </a:solidFill>
              <a:latin typeface="楷体_GB2312" pitchFamily="49" charset="-122"/>
              <a:ea typeface="楷体_GB2312" pitchFamily="49" charset="-122"/>
            </a:endParaRPr>
          </a:p>
          <a:p>
            <a:pPr>
              <a:lnSpc>
                <a:spcPct val="90000"/>
              </a:lnSpc>
              <a:spcBef>
                <a:spcPct val="20000"/>
              </a:spcBef>
              <a:buFont typeface="Wingdings" charset="2"/>
              <a:buNone/>
            </a:pPr>
            <a:r>
              <a:rPr lang="zh-CN" altLang="en-US" sz="2400">
                <a:solidFill>
                  <a:schemeClr val="tx1"/>
                </a:solidFill>
                <a:latin typeface="Courier New" charset="0"/>
                <a:ea typeface="宋体" charset="-122"/>
              </a:rPr>
              <a:t>    </a:t>
            </a:r>
            <a:r>
              <a:rPr lang="en-US" altLang="zh-CN" sz="2400">
                <a:solidFill>
                  <a:schemeClr val="tx1"/>
                </a:solidFill>
                <a:latin typeface="Courier New" charset="0"/>
                <a:ea typeface="宋体" charset="-122"/>
              </a:rPr>
              <a:t>b[0]=a[0];</a:t>
            </a:r>
            <a:endParaRPr lang="en-US" altLang="zh-CN" sz="2400">
              <a:solidFill>
                <a:schemeClr val="tx1"/>
              </a:solidFill>
              <a:latin typeface="Courier New" charset="0"/>
              <a:ea typeface="宋体" charset="-122"/>
            </a:endParaRPr>
          </a:p>
          <a:p>
            <a:pPr>
              <a:lnSpc>
                <a:spcPct val="90000"/>
              </a:lnSpc>
              <a:spcBef>
                <a:spcPct val="20000"/>
              </a:spcBef>
              <a:buFont typeface="Wingdings" charset="2"/>
              <a:buNone/>
            </a:pPr>
            <a:r>
              <a:rPr lang="en-US" altLang="zh-CN" sz="2400">
                <a:solidFill>
                  <a:schemeClr val="tx1"/>
                </a:solidFill>
                <a:latin typeface="Courier New" charset="0"/>
                <a:ea typeface="宋体" charset="-122"/>
              </a:rPr>
              <a:t>    b[1]=a[1];</a:t>
            </a:r>
            <a:endParaRPr lang="en-US" altLang="zh-CN" sz="2400">
              <a:solidFill>
                <a:schemeClr val="tx1"/>
              </a:solidFill>
              <a:latin typeface="Courier New" charset="0"/>
              <a:ea typeface="宋体" charset="-122"/>
            </a:endParaRPr>
          </a:p>
          <a:p>
            <a:pPr>
              <a:lnSpc>
                <a:spcPct val="90000"/>
              </a:lnSpc>
              <a:spcBef>
                <a:spcPct val="20000"/>
              </a:spcBef>
              <a:buFont typeface="Wingdings" charset="2"/>
              <a:buNone/>
            </a:pPr>
            <a:r>
              <a:rPr lang="en-US" altLang="zh-CN" sz="2400">
                <a:solidFill>
                  <a:schemeClr val="tx1"/>
                </a:solidFill>
                <a:latin typeface="Courier New" charset="0"/>
                <a:ea typeface="宋体" charset="-122"/>
              </a:rPr>
              <a:t>    b[2]=a[2];</a:t>
            </a:r>
            <a:endParaRPr lang="en-US" altLang="zh-CN" sz="2400">
              <a:solidFill>
                <a:schemeClr val="tx1"/>
              </a:solidFill>
              <a:latin typeface="Courier New" charset="0"/>
              <a:ea typeface="宋体" charset="-122"/>
            </a:endParaRPr>
          </a:p>
          <a:p>
            <a:pPr>
              <a:lnSpc>
                <a:spcPct val="90000"/>
              </a:lnSpc>
              <a:spcBef>
                <a:spcPct val="20000"/>
              </a:spcBef>
              <a:buFont typeface="Wingdings" charset="2"/>
              <a:buNone/>
            </a:pPr>
            <a:r>
              <a:rPr lang="en-US" altLang="zh-CN" sz="2400">
                <a:solidFill>
                  <a:schemeClr val="tx1"/>
                </a:solidFill>
                <a:latin typeface="Courier New" charset="0"/>
                <a:ea typeface="宋体" charset="-122"/>
              </a:rPr>
              <a:t>    b[3]=a[3];</a:t>
            </a:r>
            <a:endParaRPr lang="en-US" altLang="zh-CN" sz="2400">
              <a:solidFill>
                <a:schemeClr val="tx1"/>
              </a:solidFill>
              <a:latin typeface="Courier New" charset="0"/>
              <a:ea typeface="宋体" charset="-122"/>
            </a:endParaRPr>
          </a:p>
          <a:p>
            <a:pPr>
              <a:lnSpc>
                <a:spcPct val="90000"/>
              </a:lnSpc>
              <a:buFont typeface="Arial" charset="0"/>
              <a:buChar char="•"/>
            </a:pPr>
            <a:r>
              <a:rPr lang="zh-CN" altLang="en-US" sz="2400">
                <a:solidFill>
                  <a:schemeClr val="tx1"/>
                </a:solidFill>
                <a:latin typeface="楷体_GB2312" pitchFamily="49" charset="-122"/>
                <a:ea typeface="楷体_GB2312" pitchFamily="49" charset="-122"/>
              </a:rPr>
              <a:t>法</a:t>
            </a:r>
            <a:r>
              <a:rPr lang="en-US" altLang="zh-CN" sz="2400">
                <a:solidFill>
                  <a:schemeClr val="tx1"/>
                </a:solidFill>
                <a:latin typeface="楷体_GB2312" pitchFamily="49" charset="-122"/>
                <a:ea typeface="楷体_GB2312" pitchFamily="49" charset="-122"/>
              </a:rPr>
              <a:t>2:</a:t>
            </a:r>
            <a:r>
              <a:rPr lang="zh-CN" altLang="en-US" sz="2400">
                <a:solidFill>
                  <a:schemeClr val="tx1"/>
                </a:solidFill>
                <a:latin typeface="楷体_GB2312" pitchFamily="49" charset="-122"/>
                <a:ea typeface="楷体_GB2312" pitchFamily="49" charset="-122"/>
              </a:rPr>
              <a:t>通过循环赋值</a:t>
            </a:r>
            <a:endParaRPr lang="zh-CN" altLang="en-US" sz="2400">
              <a:solidFill>
                <a:schemeClr val="tx1"/>
              </a:solidFill>
              <a:latin typeface="楷体_GB2312" pitchFamily="49" charset="-122"/>
              <a:ea typeface="楷体_GB2312" pitchFamily="49" charset="-122"/>
            </a:endParaRPr>
          </a:p>
          <a:p>
            <a:pPr>
              <a:lnSpc>
                <a:spcPct val="90000"/>
              </a:lnSpc>
              <a:spcBef>
                <a:spcPct val="15000"/>
              </a:spcBef>
              <a:buFont typeface="Wingdings" charset="2"/>
              <a:buNone/>
            </a:pPr>
            <a:r>
              <a:rPr lang="zh-CN" altLang="en-US" sz="2400">
                <a:solidFill>
                  <a:schemeClr val="tx1"/>
                </a:solidFill>
                <a:latin typeface="Courier New" charset="0"/>
                <a:ea typeface="宋体" charset="-122"/>
              </a:rPr>
              <a:t>    </a:t>
            </a:r>
            <a:r>
              <a:rPr lang="en-US" altLang="zh-CN" sz="2400">
                <a:solidFill>
                  <a:schemeClr val="tx1"/>
                </a:solidFill>
                <a:latin typeface="Courier New" charset="0"/>
                <a:ea typeface="宋体" charset="-122"/>
              </a:rPr>
              <a:t>int i;</a:t>
            </a:r>
            <a:endParaRPr lang="en-US" altLang="zh-CN" sz="2400">
              <a:solidFill>
                <a:schemeClr val="tx1"/>
              </a:solidFill>
              <a:latin typeface="Courier New" charset="0"/>
              <a:ea typeface="宋体" charset="-122"/>
            </a:endParaRPr>
          </a:p>
          <a:p>
            <a:pPr>
              <a:lnSpc>
                <a:spcPct val="90000"/>
              </a:lnSpc>
              <a:spcBef>
                <a:spcPct val="15000"/>
              </a:spcBef>
              <a:buFont typeface="Wingdings" charset="2"/>
              <a:buNone/>
            </a:pPr>
            <a:r>
              <a:rPr lang="en-US" altLang="zh-CN" sz="2400">
                <a:solidFill>
                  <a:schemeClr val="tx1"/>
                </a:solidFill>
                <a:latin typeface="Courier New" charset="0"/>
                <a:ea typeface="宋体" charset="-122"/>
              </a:rPr>
              <a:t>    for (i=0;i&lt;4;i++)</a:t>
            </a:r>
            <a:endParaRPr lang="en-US" altLang="zh-CN" sz="2400">
              <a:solidFill>
                <a:schemeClr val="tx1"/>
              </a:solidFill>
              <a:latin typeface="Courier New" charset="0"/>
              <a:ea typeface="宋体" charset="-122"/>
            </a:endParaRPr>
          </a:p>
          <a:p>
            <a:pPr>
              <a:lnSpc>
                <a:spcPct val="90000"/>
              </a:lnSpc>
              <a:spcBef>
                <a:spcPct val="15000"/>
              </a:spcBef>
              <a:buFont typeface="Wingdings" charset="2"/>
              <a:buNone/>
            </a:pPr>
            <a:r>
              <a:rPr lang="en-US" altLang="zh-CN" sz="2400">
                <a:solidFill>
                  <a:schemeClr val="tx1"/>
                </a:solidFill>
                <a:latin typeface="Courier New" charset="0"/>
                <a:ea typeface="宋体" charset="-122"/>
              </a:rPr>
              <a:t>    {</a:t>
            </a:r>
            <a:endParaRPr lang="en-US" altLang="zh-CN" sz="2400">
              <a:solidFill>
                <a:schemeClr val="tx1"/>
              </a:solidFill>
              <a:latin typeface="Courier New" charset="0"/>
              <a:ea typeface="宋体" charset="-122"/>
            </a:endParaRPr>
          </a:p>
          <a:p>
            <a:pPr>
              <a:lnSpc>
                <a:spcPct val="90000"/>
              </a:lnSpc>
              <a:spcBef>
                <a:spcPct val="15000"/>
              </a:spcBef>
              <a:buFont typeface="Wingdings" charset="2"/>
              <a:buNone/>
            </a:pPr>
            <a:r>
              <a:rPr lang="en-US" altLang="zh-CN" sz="2400">
                <a:solidFill>
                  <a:schemeClr val="tx1"/>
                </a:solidFill>
                <a:latin typeface="Courier New" charset="0"/>
                <a:ea typeface="宋体" charset="-122"/>
              </a:rPr>
              <a:t>        </a:t>
            </a:r>
            <a:r>
              <a:rPr lang="en-US" altLang="zh-CN" sz="2400">
                <a:solidFill>
                  <a:srgbClr val="880000"/>
                </a:solidFill>
                <a:latin typeface="Courier New" charset="0"/>
                <a:ea typeface="宋体" charset="-122"/>
              </a:rPr>
              <a:t>b[i] = a[i];</a:t>
            </a:r>
            <a:endParaRPr lang="en-US" altLang="zh-CN" sz="2400">
              <a:solidFill>
                <a:srgbClr val="880000"/>
              </a:solidFill>
              <a:latin typeface="Courier New" charset="0"/>
              <a:ea typeface="宋体" charset="-122"/>
            </a:endParaRPr>
          </a:p>
          <a:p>
            <a:pPr>
              <a:lnSpc>
                <a:spcPct val="90000"/>
              </a:lnSpc>
              <a:spcBef>
                <a:spcPct val="15000"/>
              </a:spcBef>
              <a:buFont typeface="Wingdings" charset="2"/>
              <a:buNone/>
            </a:pPr>
            <a:r>
              <a:rPr lang="en-US" altLang="zh-CN" sz="2400">
                <a:solidFill>
                  <a:schemeClr val="tx1"/>
                </a:solidFill>
                <a:latin typeface="Courier New" charset="0"/>
                <a:ea typeface="宋体" charset="-122"/>
              </a:rPr>
              <a:t>    }</a:t>
            </a:r>
            <a:endParaRPr lang="en-US" altLang="zh-CN" sz="2400">
              <a:solidFill>
                <a:schemeClr val="tx1"/>
              </a:solidFill>
              <a:latin typeface="Courier New" charset="0"/>
              <a:ea typeface="宋体" charset="-122"/>
            </a:endParaRPr>
          </a:p>
        </p:txBody>
      </p:sp>
      <p:sp>
        <p:nvSpPr>
          <p:cNvPr id="8" name="Text Box 5"/>
          <p:cNvSpPr txBox="1"/>
          <p:nvPr/>
        </p:nvSpPr>
        <p:spPr bwMode="auto">
          <a:xfrm>
            <a:off x="611188" y="4652963"/>
            <a:ext cx="3816350" cy="1212850"/>
          </a:xfrm>
          <a:prstGeom prst="rect">
            <a:avLst/>
          </a:prstGeom>
          <a:solidFill>
            <a:srgbClr val="FFFF99">
              <a:alpha val="81175"/>
            </a:srgbClr>
          </a:solidFill>
          <a:ln w="25400">
            <a:solidFill>
              <a:srgbClr val="993366"/>
            </a:solidFill>
            <a:miter lim="800000"/>
          </a:ln>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r>
              <a:rPr lang="zh-CN" altLang="en-US" sz="2400">
                <a:solidFill>
                  <a:srgbClr val="000066"/>
                </a:solidFill>
                <a:latin typeface="楷体_GB2312" pitchFamily="49" charset="-122"/>
                <a:ea typeface="楷体_GB2312" pitchFamily="49" charset="-122"/>
              </a:rPr>
              <a:t>原因</a:t>
            </a:r>
            <a:r>
              <a:rPr lang="en-US" altLang="zh-CN" sz="2400">
                <a:solidFill>
                  <a:srgbClr val="000066"/>
                </a:solidFill>
                <a:latin typeface="楷体_GB2312" pitchFamily="49" charset="-122"/>
                <a:ea typeface="楷体_GB2312" pitchFamily="49" charset="-122"/>
              </a:rPr>
              <a:t>:</a:t>
            </a:r>
            <a:endParaRPr lang="en-US" altLang="zh-CN" sz="2400">
              <a:solidFill>
                <a:srgbClr val="000066"/>
              </a:solidFill>
              <a:latin typeface="楷体_GB2312" pitchFamily="49" charset="-122"/>
              <a:ea typeface="楷体_GB2312" pitchFamily="49" charset="-122"/>
            </a:endParaRPr>
          </a:p>
          <a:p>
            <a:pPr eaLnBrk="1" hangingPunct="1">
              <a:spcBef>
                <a:spcPct val="0"/>
              </a:spcBef>
            </a:pPr>
            <a:r>
              <a:rPr lang="zh-CN" altLang="en-US" sz="2400">
                <a:solidFill>
                  <a:srgbClr val="000066"/>
                </a:solidFill>
                <a:latin typeface="楷体_GB2312" pitchFamily="49" charset="-122"/>
                <a:ea typeface="楷体_GB2312" pitchFamily="49" charset="-122"/>
              </a:rPr>
              <a:t>数组名表示数组的首地址</a:t>
            </a:r>
            <a:r>
              <a:rPr lang="en-US" altLang="zh-CN" sz="2400">
                <a:solidFill>
                  <a:srgbClr val="000066"/>
                </a:solidFill>
                <a:latin typeface="楷体_GB2312" pitchFamily="49" charset="-122"/>
                <a:ea typeface="楷体_GB2312" pitchFamily="49" charset="-122"/>
              </a:rPr>
              <a:t>,</a:t>
            </a:r>
            <a:r>
              <a:rPr lang="zh-CN" altLang="en-US" sz="2400">
                <a:solidFill>
                  <a:srgbClr val="000066"/>
                </a:solidFill>
                <a:latin typeface="楷体_GB2312" pitchFamily="49" charset="-122"/>
                <a:ea typeface="楷体_GB2312" pitchFamily="49" charset="-122"/>
              </a:rPr>
              <a:t>其值不可改变</a:t>
            </a:r>
            <a:r>
              <a:rPr lang="en-US" altLang="zh-CN" sz="2400">
                <a:solidFill>
                  <a:srgbClr val="000066"/>
                </a:solidFill>
                <a:latin typeface="楷体_GB2312" pitchFamily="49" charset="-122"/>
                <a:ea typeface="楷体_GB2312" pitchFamily="49" charset="-122"/>
              </a:rPr>
              <a:t>!</a:t>
            </a:r>
            <a:endParaRPr lang="en-US" altLang="zh-CN" sz="2400">
              <a:solidFill>
                <a:srgbClr val="000066"/>
              </a:solidFill>
              <a:latin typeface="楷体_GB2312" pitchFamily="49" charset="-122"/>
              <a:ea typeface="楷体_GB2312" pitchFamily="49" charset="-122"/>
            </a:endParaRPr>
          </a:p>
        </p:txBody>
      </p:sp>
      <p:sp>
        <p:nvSpPr>
          <p:cNvPr id="9" name="AutoShape 8"/>
          <p:cNvSpPr/>
          <p:nvPr/>
        </p:nvSpPr>
        <p:spPr bwMode="auto">
          <a:xfrm>
            <a:off x="2112963" y="3216275"/>
            <a:ext cx="946150" cy="933450"/>
          </a:xfrm>
          <a:custGeom>
            <a:avLst/>
            <a:gdLst>
              <a:gd name="G0" fmla="+- 2700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close/>
                <a:moveTo>
                  <a:pt x="4198" y="6106"/>
                </a:moveTo>
                <a:cubicBezTo>
                  <a:pt x="3223" y="7477"/>
                  <a:pt x="2700" y="9117"/>
                  <a:pt x="2700" y="10799"/>
                </a:cubicBezTo>
                <a:cubicBezTo>
                  <a:pt x="2700" y="15273"/>
                  <a:pt x="6326" y="18900"/>
                  <a:pt x="10800" y="18900"/>
                </a:cubicBezTo>
                <a:cubicBezTo>
                  <a:pt x="12482" y="18900"/>
                  <a:pt x="14122" y="18376"/>
                  <a:pt x="15493" y="17401"/>
                </a:cubicBezTo>
                <a:close/>
              </a:path>
            </a:pathLst>
          </a:custGeom>
          <a:solidFill>
            <a:srgbClr val="FF0000"/>
          </a:solidFill>
          <a:ln w="12700">
            <a:solidFill>
              <a:schemeClr val="tx1"/>
            </a:solidFill>
            <a:miter lim="800000"/>
            <a:headEnd type="none" w="sm" len="sm"/>
            <a:tailEnd type="none" w="sm" len="sm"/>
          </a:ln>
          <a:effectLst/>
        </p:spPr>
        <p:txBody>
          <a:bodyPr wrap="none" anchor="ctr"/>
          <a:lstStyle/>
          <a:p>
            <a:pPr eaLnBrk="1" hangingPunct="1">
              <a:spcBef>
                <a:spcPct val="0"/>
              </a:spcBef>
              <a:defRPr/>
            </a:pPr>
            <a:endParaRPr lang="zh-CN" altLang="en-US" sz="1800" b="0">
              <a:solidFill>
                <a:schemeClr val="tx1"/>
              </a:solidFill>
              <a:effectLst>
                <a:outerShdw blurRad="38100" dist="38100" dir="2700000" algn="tl">
                  <a:srgbClr val="000000">
                    <a:alpha val="43137"/>
                  </a:srgbClr>
                </a:outerShdw>
              </a:effectLst>
              <a:latin typeface="Arial" charset="0"/>
              <a:ea typeface="宋体" charset="-122"/>
            </a:endParaRPr>
          </a:p>
        </p:txBody>
      </p:sp>
      <p:sp>
        <p:nvSpPr>
          <p:cNvPr id="2" name="日期占位符 1"/>
          <p:cNvSpPr/>
          <p:nvPr>
            <p:ph type="dt" sz="half" idx="10"/>
          </p:nvPr>
        </p:nvSpPr>
        <p:spPr/>
        <p:txBody>
          <a:bodyPr/>
          <a:lstStyle/>
          <a:p>
            <a:fld id="{47D87030-E092-2140-8943-05F231C838DC}" type="datetime1">
              <a:rPr lang="zh-CN" altLang="en-US" smtClean="0"/>
            </a:fld>
            <a:endParaRPr lang="en-US"/>
          </a:p>
        </p:txBody>
      </p:sp>
      <p:sp>
        <p:nvSpPr>
          <p:cNvPr id="4" name="幻灯片编号占位符 3"/>
          <p:cNvSpPr/>
          <p:nvPr>
            <p:ph type="sldNum" sz="quarter" idx="12"/>
          </p:nvPr>
        </p:nvSpPr>
        <p:spPr/>
        <p:txBody>
          <a:bodyPr/>
          <a:lstStyle/>
          <a:p>
            <a:fld id="{4FAB73BC-B049-4115-A692-8D63A059BFB8}"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32"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strVal val="4*#ppt_w"/>
                                          </p:val>
                                        </p:tav>
                                        <p:tav tm="100000">
                                          <p:val>
                                            <p:strVal val="#ppt_w"/>
                                          </p:val>
                                        </p:tav>
                                      </p:tavLst>
                                    </p:anim>
                                    <p:anim calcmode="lin" valueType="num">
                                      <p:cBhvr>
                                        <p:cTn id="13" dur="500" fill="hold"/>
                                        <p:tgtEl>
                                          <p:spTgt spid="9"/>
                                        </p:tgtEl>
                                        <p:attrNameLst>
                                          <p:attrName>ppt_h</p:attrName>
                                        </p:attrNameLst>
                                      </p:cBhvr>
                                      <p:tavLst>
                                        <p:tav tm="0">
                                          <p:val>
                                            <p:strVal val="4*#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linds(horizontal)">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blinds(horizontal)">
                                      <p:cBhvr>
                                        <p:cTn id="28" dur="500"/>
                                        <p:tgtEl>
                                          <p:spTgt spid="7">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7">
                                            <p:txEl>
                                              <p:pRg st="1" end="1"/>
                                            </p:txEl>
                                          </p:spTgt>
                                        </p:tgtEl>
                                        <p:attrNameLst>
                                          <p:attrName>style.visibility</p:attrName>
                                        </p:attrNameLst>
                                      </p:cBhvr>
                                      <p:to>
                                        <p:strVal val="visible"/>
                                      </p:to>
                                    </p:set>
                                    <p:animEffect transition="in" filter="blinds(horizontal)">
                                      <p:cBhvr>
                                        <p:cTn id="33" dur="500"/>
                                        <p:tgtEl>
                                          <p:spTgt spid="7">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7">
                                            <p:txEl>
                                              <p:pRg st="2" end="2"/>
                                            </p:txEl>
                                          </p:spTgt>
                                        </p:tgtEl>
                                        <p:attrNameLst>
                                          <p:attrName>style.visibility</p:attrName>
                                        </p:attrNameLst>
                                      </p:cBhvr>
                                      <p:to>
                                        <p:strVal val="visible"/>
                                      </p:to>
                                    </p:set>
                                    <p:animEffect transition="in" filter="blinds(horizontal)">
                                      <p:cBhvr>
                                        <p:cTn id="38" dur="500"/>
                                        <p:tgtEl>
                                          <p:spTgt spid="7">
                                            <p:txEl>
                                              <p:pRg st="2" end="2"/>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7">
                                            <p:txEl>
                                              <p:pRg st="3" end="3"/>
                                            </p:txEl>
                                          </p:spTgt>
                                        </p:tgtEl>
                                        <p:attrNameLst>
                                          <p:attrName>style.visibility</p:attrName>
                                        </p:attrNameLst>
                                      </p:cBhvr>
                                      <p:to>
                                        <p:strVal val="visible"/>
                                      </p:to>
                                    </p:set>
                                    <p:animEffect transition="in" filter="blinds(horizontal)">
                                      <p:cBhvr>
                                        <p:cTn id="41" dur="500"/>
                                        <p:tgtEl>
                                          <p:spTgt spid="7">
                                            <p:txEl>
                                              <p:pRg st="3" end="3"/>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7">
                                            <p:txEl>
                                              <p:pRg st="4" end="4"/>
                                            </p:txEl>
                                          </p:spTgt>
                                        </p:tgtEl>
                                        <p:attrNameLst>
                                          <p:attrName>style.visibility</p:attrName>
                                        </p:attrNameLst>
                                      </p:cBhvr>
                                      <p:to>
                                        <p:strVal val="visible"/>
                                      </p:to>
                                    </p:set>
                                    <p:animEffect transition="in" filter="blinds(horizontal)">
                                      <p:cBhvr>
                                        <p:cTn id="44" dur="500"/>
                                        <p:tgtEl>
                                          <p:spTgt spid="7">
                                            <p:txEl>
                                              <p:pRg st="4" end="4"/>
                                            </p:txEl>
                                          </p:spTgt>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7">
                                            <p:txEl>
                                              <p:pRg st="5" end="5"/>
                                            </p:txEl>
                                          </p:spTgt>
                                        </p:tgtEl>
                                        <p:attrNameLst>
                                          <p:attrName>style.visibility</p:attrName>
                                        </p:attrNameLst>
                                      </p:cBhvr>
                                      <p:to>
                                        <p:strVal val="visible"/>
                                      </p:to>
                                    </p:set>
                                    <p:animEffect transition="in" filter="blinds(horizontal)">
                                      <p:cBhvr>
                                        <p:cTn id="47" dur="500"/>
                                        <p:tgtEl>
                                          <p:spTgt spid="7">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
                                            <p:txEl>
                                              <p:pRg st="6" end="6"/>
                                            </p:txEl>
                                          </p:spTgt>
                                        </p:tgtEl>
                                        <p:attrNameLst>
                                          <p:attrName>style.visibility</p:attrName>
                                        </p:attrNameLst>
                                      </p:cBhvr>
                                      <p:to>
                                        <p:strVal val="visible"/>
                                      </p:to>
                                    </p:set>
                                    <p:animEffect transition="in" filter="blinds(horizontal)">
                                      <p:cBhvr>
                                        <p:cTn id="52" dur="500"/>
                                        <p:tgtEl>
                                          <p:spTgt spid="7">
                                            <p:txEl>
                                              <p:pRg st="6" end="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
                                            <p:txEl>
                                              <p:pRg st="7" end="7"/>
                                            </p:txEl>
                                          </p:spTgt>
                                        </p:tgtEl>
                                        <p:attrNameLst>
                                          <p:attrName>style.visibility</p:attrName>
                                        </p:attrNameLst>
                                      </p:cBhvr>
                                      <p:to>
                                        <p:strVal val="visible"/>
                                      </p:to>
                                    </p:set>
                                    <p:animEffect transition="in" filter="blinds(horizontal)">
                                      <p:cBhvr>
                                        <p:cTn id="57" dur="500"/>
                                        <p:tgtEl>
                                          <p:spTgt spid="7">
                                            <p:txEl>
                                              <p:pRg st="7" end="7"/>
                                            </p:txEl>
                                          </p:spTgt>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7">
                                            <p:txEl>
                                              <p:pRg st="8" end="8"/>
                                            </p:txEl>
                                          </p:spTgt>
                                        </p:tgtEl>
                                        <p:attrNameLst>
                                          <p:attrName>style.visibility</p:attrName>
                                        </p:attrNameLst>
                                      </p:cBhvr>
                                      <p:to>
                                        <p:strVal val="visible"/>
                                      </p:to>
                                    </p:set>
                                    <p:animEffect transition="in" filter="blinds(horizontal)">
                                      <p:cBhvr>
                                        <p:cTn id="60" dur="500"/>
                                        <p:tgtEl>
                                          <p:spTgt spid="7">
                                            <p:txEl>
                                              <p:pRg st="8" end="8"/>
                                            </p:txEl>
                                          </p:spTgt>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7">
                                            <p:txEl>
                                              <p:pRg st="9" end="9"/>
                                            </p:txEl>
                                          </p:spTgt>
                                        </p:tgtEl>
                                        <p:attrNameLst>
                                          <p:attrName>style.visibility</p:attrName>
                                        </p:attrNameLst>
                                      </p:cBhvr>
                                      <p:to>
                                        <p:strVal val="visible"/>
                                      </p:to>
                                    </p:set>
                                    <p:animEffect transition="in" filter="blinds(horizontal)">
                                      <p:cBhvr>
                                        <p:cTn id="63" dur="500"/>
                                        <p:tgtEl>
                                          <p:spTgt spid="7">
                                            <p:txEl>
                                              <p:pRg st="9" end="9"/>
                                            </p:txEl>
                                          </p:spTgt>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7">
                                            <p:txEl>
                                              <p:pRg st="10" end="10"/>
                                            </p:txEl>
                                          </p:spTgt>
                                        </p:tgtEl>
                                        <p:attrNameLst>
                                          <p:attrName>style.visibility</p:attrName>
                                        </p:attrNameLst>
                                      </p:cBhvr>
                                      <p:to>
                                        <p:strVal val="visible"/>
                                      </p:to>
                                    </p:set>
                                    <p:animEffect transition="in" filter="blinds(horizontal)">
                                      <p:cBhvr>
                                        <p:cTn id="66" dur="500"/>
                                        <p:tgtEl>
                                          <p:spTgt spid="7">
                                            <p:txEl>
                                              <p:pRg st="10" end="10"/>
                                            </p:txEl>
                                          </p:spTgt>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7">
                                            <p:txEl>
                                              <p:pRg st="11" end="11"/>
                                            </p:txEl>
                                          </p:spTgt>
                                        </p:tgtEl>
                                        <p:attrNameLst>
                                          <p:attrName>style.visibility</p:attrName>
                                        </p:attrNameLst>
                                      </p:cBhvr>
                                      <p:to>
                                        <p:strVal val="visible"/>
                                      </p:to>
                                    </p:set>
                                    <p:animEffect transition="in" filter="blinds(horizontal)">
                                      <p:cBhvr>
                                        <p:cTn id="69" dur="500"/>
                                        <p:tgtEl>
                                          <p:spTgt spid="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autoUpdateAnimBg="0" build="p"/>
      <p:bldP spid="8" grpId="0" animBg="1"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p:cNvSpPr/>
          <p:nvPr>
            <p:ph type="title"/>
          </p:nvPr>
        </p:nvSpPr>
        <p:spPr>
          <a:xfrm>
            <a:off x="685800" y="188640"/>
            <a:ext cx="7772400" cy="1609344"/>
          </a:xfrm>
        </p:spPr>
        <p:txBody>
          <a:bodyPr/>
          <a:lstStyle/>
          <a:p>
            <a:r>
              <a:rPr lang="zh-CN" altLang="en-US" dirty="0"/>
              <a:t>如何使两个数组的值相等</a:t>
            </a:r>
            <a:endParaRPr lang="zh-CN" altLang="en-US" dirty="0"/>
          </a:p>
        </p:txBody>
      </p:sp>
      <p:sp>
        <p:nvSpPr>
          <p:cNvPr id="7" name="Rectangle 4"/>
          <p:cNvSpPr txBox="1"/>
          <p:nvPr/>
        </p:nvSpPr>
        <p:spPr bwMode="auto">
          <a:xfrm>
            <a:off x="539750" y="1628800"/>
            <a:ext cx="6551613" cy="4319588"/>
          </a:xfrm>
          <a:prstGeom prst="rect">
            <a:avLst/>
          </a:prstGeom>
          <a:solidFill>
            <a:srgbClr val="CCFFFF"/>
          </a:solidFill>
          <a:ln w="9525">
            <a:solidFill>
              <a:srgbClr val="3366FF"/>
            </a:solidFill>
            <a:miter lim="800000"/>
          </a:ln>
        </p:spPr>
        <p:txBody>
          <a:bodyPr/>
          <a:lstStyle>
            <a:lvl1pPr marL="342900" indent="-342900">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a:lnSpc>
                <a:spcPct val="90000"/>
              </a:lnSpc>
              <a:buFont typeface="Arial" charset="0"/>
              <a:buChar char="•"/>
            </a:pPr>
            <a:r>
              <a:rPr lang="zh-CN" altLang="en-US" sz="2400">
                <a:solidFill>
                  <a:schemeClr val="tx1"/>
                </a:solidFill>
                <a:latin typeface="Courier New" charset="0"/>
                <a:ea typeface="楷体_GB2312" pitchFamily="49" charset="-122"/>
              </a:rPr>
              <a:t>通过双重循环赋值</a:t>
            </a:r>
            <a:endParaRPr lang="zh-CN" altLang="en-US" sz="2400">
              <a:solidFill>
                <a:schemeClr val="tx1"/>
              </a:solidFill>
              <a:latin typeface="Courier New" charset="0"/>
              <a:ea typeface="楷体_GB2312" pitchFamily="49" charset="-122"/>
            </a:endParaRPr>
          </a:p>
          <a:p>
            <a:pPr>
              <a:lnSpc>
                <a:spcPct val="90000"/>
              </a:lnSpc>
              <a:spcBef>
                <a:spcPct val="15000"/>
              </a:spcBef>
              <a:buFont typeface="Wingdings" charset="2"/>
              <a:buNone/>
            </a:pPr>
            <a:r>
              <a:rPr lang="zh-CN" altLang="en-US" sz="2400">
                <a:solidFill>
                  <a:schemeClr val="tx1"/>
                </a:solidFill>
                <a:latin typeface="Courier New" charset="0"/>
                <a:ea typeface="宋体" charset="-122"/>
              </a:rPr>
              <a:t>    </a:t>
            </a:r>
            <a:r>
              <a:rPr lang="en-US" altLang="zh-CN" sz="2400">
                <a:solidFill>
                  <a:schemeClr val="tx1"/>
                </a:solidFill>
                <a:latin typeface="Courier New" charset="0"/>
                <a:ea typeface="宋体" charset="-122"/>
              </a:rPr>
              <a:t>int a[4][2]={1,2,3,4,5,6,7,8}; </a:t>
            </a:r>
            <a:endParaRPr lang="en-US" altLang="zh-CN" sz="2400">
              <a:solidFill>
                <a:schemeClr val="tx1"/>
              </a:solidFill>
              <a:latin typeface="Courier New" charset="0"/>
              <a:ea typeface="宋体" charset="-122"/>
            </a:endParaRPr>
          </a:p>
          <a:p>
            <a:pPr>
              <a:lnSpc>
                <a:spcPct val="90000"/>
              </a:lnSpc>
              <a:spcBef>
                <a:spcPct val="15000"/>
              </a:spcBef>
              <a:buFont typeface="Wingdings" charset="2"/>
              <a:buNone/>
            </a:pPr>
            <a:r>
              <a:rPr lang="en-US" altLang="zh-CN" sz="2400">
                <a:solidFill>
                  <a:schemeClr val="tx1"/>
                </a:solidFill>
                <a:latin typeface="Courier New" charset="0"/>
                <a:ea typeface="宋体" charset="-122"/>
              </a:rPr>
              <a:t>    int b[4][2];</a:t>
            </a:r>
            <a:endParaRPr lang="en-US" altLang="zh-CN" sz="2400">
              <a:solidFill>
                <a:schemeClr val="tx1"/>
              </a:solidFill>
              <a:latin typeface="Courier New" charset="0"/>
              <a:ea typeface="宋体" charset="-122"/>
            </a:endParaRPr>
          </a:p>
          <a:p>
            <a:pPr>
              <a:lnSpc>
                <a:spcPct val="90000"/>
              </a:lnSpc>
              <a:spcBef>
                <a:spcPct val="15000"/>
              </a:spcBef>
              <a:buFont typeface="Wingdings" charset="2"/>
              <a:buNone/>
            </a:pPr>
            <a:r>
              <a:rPr lang="en-US" altLang="zh-CN" sz="2400">
                <a:solidFill>
                  <a:schemeClr val="tx1"/>
                </a:solidFill>
                <a:latin typeface="Courier New" charset="0"/>
                <a:ea typeface="宋体" charset="-122"/>
              </a:rPr>
              <a:t>    int i,j;</a:t>
            </a:r>
            <a:endParaRPr lang="en-US" altLang="zh-CN" sz="2400">
              <a:solidFill>
                <a:schemeClr val="tx1"/>
              </a:solidFill>
              <a:latin typeface="Courier New" charset="0"/>
              <a:ea typeface="宋体" charset="-122"/>
            </a:endParaRPr>
          </a:p>
          <a:p>
            <a:pPr>
              <a:lnSpc>
                <a:spcPct val="90000"/>
              </a:lnSpc>
              <a:spcBef>
                <a:spcPct val="15000"/>
              </a:spcBef>
              <a:buFont typeface="Wingdings" charset="2"/>
              <a:buNone/>
            </a:pPr>
            <a:r>
              <a:rPr lang="en-US" altLang="zh-CN" sz="2400">
                <a:solidFill>
                  <a:schemeClr val="tx1"/>
                </a:solidFill>
                <a:latin typeface="Courier New" charset="0"/>
                <a:ea typeface="宋体" charset="-122"/>
              </a:rPr>
              <a:t>    for (i=0; i&lt;</a:t>
            </a:r>
            <a:r>
              <a:rPr lang="en-US" altLang="zh-CN" sz="2400">
                <a:solidFill>
                  <a:srgbClr val="880000"/>
                </a:solidFill>
                <a:latin typeface="Courier New" charset="0"/>
                <a:ea typeface="宋体" charset="-122"/>
              </a:rPr>
              <a:t>4</a:t>
            </a:r>
            <a:r>
              <a:rPr lang="en-US" altLang="zh-CN" sz="2400">
                <a:solidFill>
                  <a:schemeClr val="tx1"/>
                </a:solidFill>
                <a:latin typeface="Courier New" charset="0"/>
                <a:ea typeface="宋体" charset="-122"/>
              </a:rPr>
              <a:t>; i++)</a:t>
            </a:r>
            <a:endParaRPr lang="en-US" altLang="zh-CN" sz="2400">
              <a:solidFill>
                <a:schemeClr val="tx1"/>
              </a:solidFill>
              <a:latin typeface="Courier New" charset="0"/>
              <a:ea typeface="宋体" charset="-122"/>
            </a:endParaRPr>
          </a:p>
          <a:p>
            <a:pPr>
              <a:lnSpc>
                <a:spcPct val="90000"/>
              </a:lnSpc>
              <a:spcBef>
                <a:spcPct val="15000"/>
              </a:spcBef>
              <a:buFont typeface="Wingdings" charset="2"/>
              <a:buNone/>
            </a:pPr>
            <a:r>
              <a:rPr lang="en-US" altLang="zh-CN" sz="2400">
                <a:solidFill>
                  <a:schemeClr val="tx1"/>
                </a:solidFill>
                <a:latin typeface="Courier New" charset="0"/>
                <a:ea typeface="宋体" charset="-122"/>
              </a:rPr>
              <a:t>    {</a:t>
            </a:r>
            <a:endParaRPr lang="en-US" altLang="zh-CN" sz="2400">
              <a:solidFill>
                <a:schemeClr val="tx1"/>
              </a:solidFill>
              <a:latin typeface="Courier New" charset="0"/>
              <a:ea typeface="宋体" charset="-122"/>
            </a:endParaRPr>
          </a:p>
          <a:p>
            <a:pPr>
              <a:lnSpc>
                <a:spcPct val="90000"/>
              </a:lnSpc>
              <a:spcBef>
                <a:spcPct val="15000"/>
              </a:spcBef>
              <a:buFont typeface="Wingdings" charset="2"/>
              <a:buNone/>
            </a:pPr>
            <a:r>
              <a:rPr lang="en-US" altLang="zh-CN" sz="2400">
                <a:solidFill>
                  <a:schemeClr val="tx1"/>
                </a:solidFill>
                <a:latin typeface="Courier New" charset="0"/>
                <a:ea typeface="宋体" charset="-122"/>
              </a:rPr>
              <a:t>       for (j=0; j&lt;</a:t>
            </a:r>
            <a:r>
              <a:rPr lang="en-US" altLang="zh-CN" sz="2400">
                <a:solidFill>
                  <a:srgbClr val="880000"/>
                </a:solidFill>
                <a:latin typeface="Courier New" charset="0"/>
                <a:ea typeface="宋体" charset="-122"/>
              </a:rPr>
              <a:t>2</a:t>
            </a:r>
            <a:r>
              <a:rPr lang="en-US" altLang="zh-CN" sz="2400">
                <a:solidFill>
                  <a:schemeClr val="tx1"/>
                </a:solidFill>
                <a:latin typeface="Courier New" charset="0"/>
                <a:ea typeface="宋体" charset="-122"/>
              </a:rPr>
              <a:t>; j++)</a:t>
            </a:r>
            <a:endParaRPr lang="en-US" altLang="zh-CN" sz="2400">
              <a:solidFill>
                <a:schemeClr val="tx1"/>
              </a:solidFill>
              <a:latin typeface="Courier New" charset="0"/>
              <a:ea typeface="宋体" charset="-122"/>
            </a:endParaRPr>
          </a:p>
          <a:p>
            <a:pPr>
              <a:lnSpc>
                <a:spcPct val="90000"/>
              </a:lnSpc>
              <a:spcBef>
                <a:spcPct val="15000"/>
              </a:spcBef>
              <a:buFont typeface="Wingdings" charset="2"/>
              <a:buNone/>
            </a:pPr>
            <a:r>
              <a:rPr lang="en-US" altLang="zh-CN" sz="2400">
                <a:solidFill>
                  <a:schemeClr val="tx1"/>
                </a:solidFill>
                <a:latin typeface="Courier New" charset="0"/>
                <a:ea typeface="宋体" charset="-122"/>
              </a:rPr>
              <a:t>       {</a:t>
            </a:r>
            <a:endParaRPr lang="en-US" altLang="zh-CN" sz="2400">
              <a:solidFill>
                <a:schemeClr val="tx1"/>
              </a:solidFill>
              <a:latin typeface="Courier New" charset="0"/>
              <a:ea typeface="宋体" charset="-122"/>
            </a:endParaRPr>
          </a:p>
          <a:p>
            <a:pPr>
              <a:lnSpc>
                <a:spcPct val="90000"/>
              </a:lnSpc>
              <a:spcBef>
                <a:spcPct val="15000"/>
              </a:spcBef>
              <a:buFont typeface="Wingdings" charset="2"/>
              <a:buNone/>
            </a:pPr>
            <a:r>
              <a:rPr lang="en-US" altLang="zh-CN" sz="2400">
                <a:solidFill>
                  <a:schemeClr val="tx1"/>
                </a:solidFill>
                <a:latin typeface="Courier New" charset="0"/>
                <a:ea typeface="宋体" charset="-122"/>
              </a:rPr>
              <a:t>           </a:t>
            </a:r>
            <a:r>
              <a:rPr lang="en-US" altLang="zh-CN" sz="2400">
                <a:solidFill>
                  <a:srgbClr val="880000"/>
                </a:solidFill>
                <a:latin typeface="Courier New" charset="0"/>
                <a:ea typeface="宋体" charset="-122"/>
              </a:rPr>
              <a:t>b[i][j] = a[i][j];</a:t>
            </a:r>
            <a:endParaRPr lang="en-US" altLang="zh-CN" sz="2400">
              <a:solidFill>
                <a:srgbClr val="880000"/>
              </a:solidFill>
              <a:latin typeface="Courier New" charset="0"/>
              <a:ea typeface="宋体" charset="-122"/>
            </a:endParaRPr>
          </a:p>
          <a:p>
            <a:pPr>
              <a:lnSpc>
                <a:spcPct val="90000"/>
              </a:lnSpc>
              <a:spcBef>
                <a:spcPct val="15000"/>
              </a:spcBef>
              <a:buFont typeface="Wingdings" charset="2"/>
              <a:buNone/>
            </a:pPr>
            <a:r>
              <a:rPr lang="en-US" altLang="zh-CN" sz="2400">
                <a:solidFill>
                  <a:schemeClr val="tx1"/>
                </a:solidFill>
                <a:latin typeface="Courier New" charset="0"/>
                <a:ea typeface="宋体" charset="-122"/>
              </a:rPr>
              <a:t>       }</a:t>
            </a:r>
            <a:endParaRPr lang="en-US" altLang="zh-CN" sz="2400">
              <a:solidFill>
                <a:schemeClr val="tx1"/>
              </a:solidFill>
              <a:latin typeface="Courier New" charset="0"/>
              <a:ea typeface="宋体" charset="-122"/>
            </a:endParaRPr>
          </a:p>
          <a:p>
            <a:pPr>
              <a:lnSpc>
                <a:spcPct val="90000"/>
              </a:lnSpc>
              <a:spcBef>
                <a:spcPct val="15000"/>
              </a:spcBef>
              <a:buFont typeface="Wingdings" charset="2"/>
              <a:buNone/>
            </a:pPr>
            <a:r>
              <a:rPr lang="en-US" altLang="zh-CN" sz="2400">
                <a:solidFill>
                  <a:schemeClr val="tx1"/>
                </a:solidFill>
                <a:latin typeface="Courier New" charset="0"/>
                <a:ea typeface="宋体" charset="-122"/>
              </a:rPr>
              <a:t>    }</a:t>
            </a:r>
            <a:endParaRPr lang="en-US" altLang="zh-CN" sz="2400">
              <a:solidFill>
                <a:schemeClr val="tx1"/>
              </a:solidFill>
              <a:latin typeface="Courier New" charset="0"/>
              <a:ea typeface="宋体" charset="-122"/>
            </a:endParaRPr>
          </a:p>
        </p:txBody>
      </p:sp>
      <p:sp>
        <p:nvSpPr>
          <p:cNvPr id="2" name="日期占位符 1"/>
          <p:cNvSpPr/>
          <p:nvPr>
            <p:ph type="dt" sz="half" idx="10"/>
          </p:nvPr>
        </p:nvSpPr>
        <p:spPr/>
        <p:txBody>
          <a:bodyPr/>
          <a:lstStyle/>
          <a:p>
            <a:fld id="{013C90CD-BB27-FE4C-BF05-297026DDD34A}" type="datetime1">
              <a:rPr lang="zh-CN" altLang="en-US" smtClean="0"/>
            </a:fld>
            <a:endParaRPr lang="en-US" dirty="0"/>
          </a:p>
        </p:txBody>
      </p:sp>
      <p:sp>
        <p:nvSpPr>
          <p:cNvPr id="4" name="幻灯片编号占位符 3"/>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5977" name="Group 169"/>
          <p:cNvGraphicFramePr>
            <a:graphicFrameLocks noGrp="1"/>
          </p:cNvGraphicFramePr>
          <p:nvPr/>
        </p:nvGraphicFramePr>
        <p:xfrm>
          <a:off x="1692275" y="1341438"/>
          <a:ext cx="6480175" cy="606514"/>
        </p:xfrm>
        <a:graphic>
          <a:graphicData uri="http://schemas.openxmlformats.org/drawingml/2006/table">
            <a:tbl>
              <a:tblPr/>
              <a:tblGrid>
                <a:gridCol w="925513"/>
                <a:gridCol w="925512"/>
                <a:gridCol w="923925"/>
                <a:gridCol w="927100"/>
                <a:gridCol w="925513"/>
                <a:gridCol w="927100"/>
                <a:gridCol w="925512"/>
              </a:tblGrid>
              <a:tr h="603250">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r>
                        <a:rPr kumimoji="0" lang="en-US" altLang="zh-CN" sz="1600" b="1" i="0" u="none" strike="noStrike" cap="none" normalizeH="0" baseline="0">
                          <a:ln>
                            <a:noFill/>
                          </a:ln>
                          <a:solidFill>
                            <a:srgbClr val="FF0000"/>
                          </a:solidFill>
                          <a:effectLst>
                            <a:outerShdw blurRad="38100" dist="38100" dir="2700000" algn="tl">
                              <a:srgbClr val="C0C0C0"/>
                            </a:outerShdw>
                          </a:effectLst>
                          <a:latin typeface="Courier New" charset="0"/>
                          <a:ea typeface="宋体" charset="-122"/>
                        </a:rPr>
                        <a:t>200801</a:t>
                      </a:r>
                      <a:endParaRPr kumimoji="0" lang="en-US" altLang="zh-CN" sz="1600" b="1" i="0" u="none" strike="noStrike" cap="none" normalizeH="0" baseline="0">
                        <a:ln>
                          <a:noFill/>
                        </a:ln>
                        <a:solidFill>
                          <a:srgbClr val="FF0000"/>
                        </a:solidFill>
                        <a:effectLst>
                          <a:outerShdw blurRad="38100" dist="38100" dir="2700000" algn="tl">
                            <a:srgbClr val="C0C0C0"/>
                          </a:outerShdw>
                        </a:effectLst>
                        <a:latin typeface="Courier New" charset="0"/>
                        <a:ea typeface="宋体" charset="-122"/>
                      </a:endParaRP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r>
                        <a:rPr kumimoji="0" lang="en-US" altLang="zh-CN" sz="1600" b="1" i="0" u="none" strike="noStrike" cap="none" normalizeH="0" baseline="0">
                          <a:ln>
                            <a:noFill/>
                          </a:ln>
                          <a:solidFill>
                            <a:srgbClr val="FF0000"/>
                          </a:solidFill>
                          <a:effectLst>
                            <a:outerShdw blurRad="38100" dist="38100" dir="2700000" algn="tl">
                              <a:srgbClr val="C0C0C0"/>
                            </a:outerShdw>
                          </a:effectLst>
                          <a:latin typeface="Courier New" charset="0"/>
                          <a:ea typeface="宋体" charset="-122"/>
                        </a:rPr>
                        <a:t>200802</a:t>
                      </a:r>
                      <a:endParaRPr kumimoji="0" lang="en-US" altLang="zh-CN" sz="1600" b="1" i="0" u="none" strike="noStrike" cap="none" normalizeH="0" baseline="0">
                        <a:ln>
                          <a:noFill/>
                        </a:ln>
                        <a:solidFill>
                          <a:srgbClr val="FF0000"/>
                        </a:solidFill>
                        <a:effectLst>
                          <a:outerShdw blurRad="38100" dist="38100" dir="2700000" algn="tl">
                            <a:srgbClr val="C0C0C0"/>
                          </a:outerShdw>
                        </a:effectLst>
                        <a:latin typeface="Courier New" charset="0"/>
                        <a:ea typeface="宋体" charset="-122"/>
                      </a:endParaRP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r>
                        <a:rPr kumimoji="0" lang="en-US" altLang="zh-CN" sz="1600" b="1" i="0" u="none" strike="noStrike" cap="none" normalizeH="0" baseline="0">
                          <a:ln>
                            <a:noFill/>
                          </a:ln>
                          <a:solidFill>
                            <a:srgbClr val="FF0000"/>
                          </a:solidFill>
                          <a:effectLst>
                            <a:outerShdw blurRad="38100" dist="38100" dir="2700000" algn="tl">
                              <a:srgbClr val="C0C0C0"/>
                            </a:outerShdw>
                          </a:effectLst>
                          <a:latin typeface="Courier New" charset="0"/>
                          <a:ea typeface="宋体" charset="-122"/>
                        </a:rPr>
                        <a:t>200803</a:t>
                      </a:r>
                      <a:endParaRPr kumimoji="0" lang="en-US" altLang="zh-CN" sz="1600" b="1" i="0" u="none" strike="noStrike" cap="none" normalizeH="0" baseline="0">
                        <a:ln>
                          <a:noFill/>
                        </a:ln>
                        <a:solidFill>
                          <a:srgbClr val="FF0000"/>
                        </a:solidFill>
                        <a:effectLst>
                          <a:outerShdw blurRad="38100" dist="38100" dir="2700000" algn="tl">
                            <a:srgbClr val="C0C0C0"/>
                          </a:outerShdw>
                        </a:effectLst>
                        <a:latin typeface="Courier New" charset="0"/>
                        <a:ea typeface="宋体" charset="-122"/>
                      </a:endParaRP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r>
                        <a:rPr kumimoji="0" lang="en-US" altLang="zh-CN" sz="1600" b="1" i="0" u="none" strike="noStrike" cap="none" normalizeH="0" baseline="0">
                          <a:ln>
                            <a:noFill/>
                          </a:ln>
                          <a:solidFill>
                            <a:srgbClr val="FF0000"/>
                          </a:solidFill>
                          <a:effectLst>
                            <a:outerShdw blurRad="38100" dist="38100" dir="2700000" algn="tl">
                              <a:srgbClr val="C0C0C0"/>
                            </a:outerShdw>
                          </a:effectLst>
                          <a:latin typeface="Courier New" charset="0"/>
                          <a:ea typeface="宋体" charset="-122"/>
                        </a:rPr>
                        <a:t>200804</a:t>
                      </a:r>
                      <a:endParaRPr kumimoji="0" lang="en-US" altLang="zh-CN" sz="1600" b="1" i="0" u="none" strike="noStrike" cap="none" normalizeH="0" baseline="0">
                        <a:ln>
                          <a:noFill/>
                        </a:ln>
                        <a:solidFill>
                          <a:srgbClr val="FF0000"/>
                        </a:solidFill>
                        <a:effectLst>
                          <a:outerShdw blurRad="38100" dist="38100" dir="2700000" algn="tl">
                            <a:srgbClr val="C0C0C0"/>
                          </a:outerShdw>
                        </a:effectLst>
                        <a:latin typeface="Courier New" charset="0"/>
                        <a:ea typeface="宋体" charset="-122"/>
                      </a:endParaRP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r>
                        <a:rPr kumimoji="0" lang="en-US" altLang="zh-CN" sz="1600" b="1" i="0" u="none" strike="noStrike" cap="none" normalizeH="0" baseline="0">
                          <a:ln>
                            <a:noFill/>
                          </a:ln>
                          <a:solidFill>
                            <a:srgbClr val="FF0000"/>
                          </a:solidFill>
                          <a:effectLst>
                            <a:outerShdw blurRad="38100" dist="38100" dir="2700000" algn="tl">
                              <a:srgbClr val="C0C0C0"/>
                            </a:outerShdw>
                          </a:effectLst>
                          <a:latin typeface="Courier New" charset="0"/>
                          <a:ea typeface="宋体" charset="-122"/>
                        </a:rPr>
                        <a:t>……</a:t>
                      </a:r>
                      <a:endParaRPr kumimoji="0" lang="en-US" altLang="zh-CN" sz="1600" b="1" i="0" u="none" strike="noStrike" cap="none" normalizeH="0" baseline="0">
                        <a:ln>
                          <a:noFill/>
                        </a:ln>
                        <a:solidFill>
                          <a:srgbClr val="FF0000"/>
                        </a:solidFill>
                        <a:effectLst>
                          <a:outerShdw blurRad="38100" dist="38100" dir="2700000" algn="tl">
                            <a:srgbClr val="C0C0C0"/>
                          </a:outerShdw>
                        </a:effectLst>
                        <a:latin typeface="Courier New" charset="0"/>
                        <a:ea typeface="宋体" charset="-122"/>
                      </a:endParaRPr>
                    </a:p>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endParaRPr kumimoji="0" lang="en-US" altLang="zh-CN" sz="1600" b="1" i="0" u="none" strike="noStrike" cap="none" normalizeH="0" baseline="0">
                        <a:ln>
                          <a:noFill/>
                        </a:ln>
                        <a:solidFill>
                          <a:srgbClr val="FF0000"/>
                        </a:solidFill>
                        <a:effectLst>
                          <a:outerShdw blurRad="38100" dist="38100" dir="2700000" algn="tl">
                            <a:srgbClr val="C0C0C0"/>
                          </a:outerShdw>
                        </a:effectLst>
                        <a:latin typeface="Courier New" charset="0"/>
                        <a:ea typeface="宋体" charset="-122"/>
                      </a:endParaRP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r>
                        <a:rPr kumimoji="0" lang="en-US" altLang="zh-CN" sz="1600" b="1" i="0" u="none" strike="noStrike" cap="none" normalizeH="0" baseline="0">
                          <a:ln>
                            <a:noFill/>
                          </a:ln>
                          <a:solidFill>
                            <a:srgbClr val="FF0000"/>
                          </a:solidFill>
                          <a:effectLst>
                            <a:outerShdw blurRad="38100" dist="38100" dir="2700000" algn="tl">
                              <a:srgbClr val="C0C0C0"/>
                            </a:outerShdw>
                          </a:effectLst>
                          <a:latin typeface="Courier New" charset="0"/>
                          <a:ea typeface="宋体" charset="-122"/>
                        </a:rPr>
                        <a:t>200838</a:t>
                      </a:r>
                      <a:endParaRPr kumimoji="0" lang="en-US" altLang="zh-CN" sz="1600" b="1" i="0" u="none" strike="noStrike" cap="none" normalizeH="0" baseline="0">
                        <a:ln>
                          <a:noFill/>
                        </a:ln>
                        <a:solidFill>
                          <a:srgbClr val="FF0000"/>
                        </a:solidFill>
                        <a:effectLst>
                          <a:outerShdw blurRad="38100" dist="38100" dir="2700000" algn="tl">
                            <a:srgbClr val="C0C0C0"/>
                          </a:outerShdw>
                        </a:effectLst>
                        <a:latin typeface="Courier New" charset="0"/>
                        <a:ea typeface="宋体" charset="-122"/>
                      </a:endParaRP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endParaRPr kumimoji="0" lang="zh-CN" altLang="en-US" sz="1600" b="1" i="0" u="none" strike="noStrike" cap="none" normalizeH="0" baseline="0">
                        <a:ln>
                          <a:noFill/>
                        </a:ln>
                        <a:solidFill>
                          <a:srgbClr val="3366FF"/>
                        </a:solidFill>
                        <a:effectLst>
                          <a:outerShdw blurRad="38100" dist="38100" dir="2700000" algn="tl">
                            <a:srgbClr val="C0C0C0"/>
                          </a:outerShdw>
                        </a:effectLst>
                        <a:latin typeface="Courier New" charset="0"/>
                        <a:ea typeface="宋体" charset="-122"/>
                      </a:endParaRP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9956" name="Text Box 51"/>
          <p:cNvSpPr txBox="1"/>
          <p:nvPr/>
        </p:nvSpPr>
        <p:spPr bwMode="auto">
          <a:xfrm>
            <a:off x="250825" y="765175"/>
            <a:ext cx="1511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r>
              <a:rPr lang="zh-CN" altLang="en-US" sz="2000">
                <a:solidFill>
                  <a:schemeClr val="tx1"/>
                </a:solidFill>
                <a:ea typeface="宋体" charset="-122"/>
              </a:rPr>
              <a:t>数组编号：</a:t>
            </a:r>
            <a:endParaRPr lang="zh-CN" altLang="en-US" sz="2000">
              <a:solidFill>
                <a:schemeClr val="tx1"/>
              </a:solidFill>
              <a:ea typeface="宋体" charset="-122"/>
            </a:endParaRPr>
          </a:p>
        </p:txBody>
      </p:sp>
      <p:sp>
        <p:nvSpPr>
          <p:cNvPr id="39957" name="Text Box 52"/>
          <p:cNvSpPr txBox="1"/>
          <p:nvPr/>
        </p:nvSpPr>
        <p:spPr bwMode="auto">
          <a:xfrm>
            <a:off x="250825" y="1412875"/>
            <a:ext cx="12604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r>
              <a:rPr lang="zh-CN" altLang="en-US" sz="2000">
                <a:ea typeface="宋体" charset="-122"/>
              </a:rPr>
              <a:t>学号：</a:t>
            </a:r>
            <a:endParaRPr lang="zh-CN" altLang="en-US" sz="2000">
              <a:ea typeface="宋体" charset="-122"/>
            </a:endParaRPr>
          </a:p>
        </p:txBody>
      </p:sp>
      <p:sp>
        <p:nvSpPr>
          <p:cNvPr id="39958" name="Text Box 53"/>
          <p:cNvSpPr txBox="1"/>
          <p:nvPr/>
        </p:nvSpPr>
        <p:spPr bwMode="auto">
          <a:xfrm>
            <a:off x="250825" y="2205038"/>
            <a:ext cx="1511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r>
              <a:rPr lang="zh-CN" altLang="en-US" sz="2000">
                <a:solidFill>
                  <a:schemeClr val="accent2"/>
                </a:solidFill>
                <a:ea typeface="宋体" charset="-122"/>
              </a:rPr>
              <a:t>成绩：</a:t>
            </a:r>
            <a:endParaRPr lang="zh-CN" altLang="en-US" sz="2000">
              <a:solidFill>
                <a:schemeClr val="accent2"/>
              </a:solidFill>
              <a:ea typeface="宋体" charset="-122"/>
            </a:endParaRPr>
          </a:p>
        </p:txBody>
      </p:sp>
      <p:graphicFrame>
        <p:nvGraphicFramePr>
          <p:cNvPr id="375976" name="Group 168"/>
          <p:cNvGraphicFramePr>
            <a:graphicFrameLocks noGrp="1"/>
          </p:cNvGraphicFramePr>
          <p:nvPr/>
        </p:nvGraphicFramePr>
        <p:xfrm>
          <a:off x="1692275" y="692150"/>
          <a:ext cx="6480175" cy="504825"/>
        </p:xfrm>
        <a:graphic>
          <a:graphicData uri="http://schemas.openxmlformats.org/drawingml/2006/table">
            <a:tbl>
              <a:tblPr/>
              <a:tblGrid>
                <a:gridCol w="925513"/>
                <a:gridCol w="925512"/>
                <a:gridCol w="925513"/>
                <a:gridCol w="927100"/>
                <a:gridCol w="925512"/>
                <a:gridCol w="925513"/>
                <a:gridCol w="925512"/>
              </a:tblGrid>
              <a:tr h="504825">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charset="-122"/>
                        </a:rPr>
                        <a:t>0</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charset="-122"/>
                      </a:endParaRPr>
                    </a:p>
                  </a:txBody>
                  <a:tcPr horzOverflow="overflow">
                    <a:lnL cap="flat">
                      <a:noFill/>
                    </a:lnL>
                    <a:lnR>
                      <a:noFill/>
                    </a:lnR>
                    <a:lnT cap="flat">
                      <a:noFill/>
                    </a:lnT>
                    <a:lnB cap="flat">
                      <a:noFill/>
                    </a:lnB>
                    <a:lnTlToBr>
                      <a:noFill/>
                    </a:lnTlToBr>
                    <a:lnBlToTr>
                      <a:noFill/>
                    </a:lnBlToTr>
                    <a:no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charset="-122"/>
                        </a:rPr>
                        <a:t>1</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charset="-122"/>
                      </a:endParaRPr>
                    </a:p>
                  </a:txBody>
                  <a:tcPr horzOverflow="overflow">
                    <a:lnL>
                      <a:noFill/>
                    </a:lnL>
                    <a:lnR>
                      <a:noFill/>
                    </a:lnR>
                    <a:lnT cap="flat">
                      <a:noFill/>
                    </a:lnT>
                    <a:lnB cap="flat">
                      <a:noFill/>
                    </a:lnB>
                    <a:lnTlToBr>
                      <a:noFill/>
                    </a:lnTlToBr>
                    <a:lnBlToTr>
                      <a:noFill/>
                    </a:lnBlToTr>
                    <a:no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charset="-122"/>
                        </a:rPr>
                        <a:t>2</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charset="-122"/>
                      </a:endParaRPr>
                    </a:p>
                  </a:txBody>
                  <a:tcPr horzOverflow="overflow">
                    <a:lnL>
                      <a:noFill/>
                    </a:lnL>
                    <a:lnR>
                      <a:noFill/>
                    </a:lnR>
                    <a:lnT cap="flat">
                      <a:noFill/>
                    </a:lnT>
                    <a:lnB cap="flat">
                      <a:noFill/>
                    </a:lnB>
                    <a:lnTlToBr>
                      <a:noFill/>
                    </a:lnTlToBr>
                    <a:lnBlToTr>
                      <a:noFill/>
                    </a:lnBlToTr>
                    <a:no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charset="-122"/>
                        </a:rPr>
                        <a:t>3</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charset="-122"/>
                      </a:endParaRPr>
                    </a:p>
                  </a:txBody>
                  <a:tcPr horzOverflow="overflow">
                    <a:lnL>
                      <a:noFill/>
                    </a:lnL>
                    <a:lnR>
                      <a:noFill/>
                    </a:lnR>
                    <a:lnT cap="flat">
                      <a:noFill/>
                    </a:lnT>
                    <a:lnB cap="flat">
                      <a:noFill/>
                    </a:lnB>
                    <a:lnTlToBr>
                      <a:noFill/>
                    </a:lnTlToBr>
                    <a:lnBlToTr>
                      <a:noFill/>
                    </a:lnBlToTr>
                    <a:no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charset="-122"/>
                        </a:rPr>
                        <a:t>……</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charset="-122"/>
                      </a:endParaRPr>
                    </a:p>
                  </a:txBody>
                  <a:tcPr horzOverflow="overflow">
                    <a:lnL>
                      <a:noFill/>
                    </a:lnL>
                    <a:lnR>
                      <a:noFill/>
                    </a:lnR>
                    <a:lnT cap="flat">
                      <a:noFill/>
                    </a:lnT>
                    <a:lnB cap="flat">
                      <a:noFill/>
                    </a:lnB>
                    <a:lnTlToBr>
                      <a:noFill/>
                    </a:lnTlToBr>
                    <a:lnBlToTr>
                      <a:noFill/>
                    </a:lnBlToTr>
                    <a:no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charset="-122"/>
                        </a:rPr>
                        <a:t>38</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charset="-122"/>
                      </a:endParaRPr>
                    </a:p>
                  </a:txBody>
                  <a:tcPr horzOverflow="overflow">
                    <a:lnL>
                      <a:noFill/>
                    </a:lnL>
                    <a:lnR>
                      <a:noFill/>
                    </a:lnR>
                    <a:lnT cap="flat">
                      <a:noFill/>
                    </a:lnT>
                    <a:lnB cap="flat">
                      <a:noFill/>
                    </a:lnB>
                    <a:lnTlToBr>
                      <a:noFill/>
                    </a:lnTlToBr>
                    <a:lnBlToTr>
                      <a:noFill/>
                    </a:lnBlToTr>
                    <a:no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charset="-122"/>
                        </a:rPr>
                        <a:t>39</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Times New Roman" pitchFamily="18" charset="0"/>
                        <a:ea typeface="宋体" charset="-122"/>
                      </a:endParaRPr>
                    </a:p>
                  </a:txBody>
                  <a:tcPr horzOverflow="overflow">
                    <a:lnL>
                      <a:noFill/>
                    </a:lnL>
                    <a:lnR cap="flat">
                      <a:noFill/>
                    </a:lnR>
                    <a:lnT cap="flat">
                      <a:noFill/>
                    </a:lnT>
                    <a:lnB cap="flat">
                      <a:noFill/>
                    </a:lnB>
                    <a:lnTlToBr>
                      <a:noFill/>
                    </a:lnTlToBr>
                    <a:lnBlToTr>
                      <a:noFill/>
                    </a:lnBlToTr>
                    <a:noFill/>
                  </a:tcPr>
                </a:tc>
              </a:tr>
            </a:tbl>
          </a:graphicData>
        </a:graphic>
      </p:graphicFrame>
      <p:graphicFrame>
        <p:nvGraphicFramePr>
          <p:cNvPr id="376029" name="Group 221"/>
          <p:cNvGraphicFramePr>
            <a:graphicFrameLocks noGrp="1"/>
          </p:cNvGraphicFramePr>
          <p:nvPr/>
        </p:nvGraphicFramePr>
        <p:xfrm>
          <a:off x="1692275" y="2133600"/>
          <a:ext cx="6480175" cy="431800"/>
        </p:xfrm>
        <a:graphic>
          <a:graphicData uri="http://schemas.openxmlformats.org/drawingml/2006/table">
            <a:tbl>
              <a:tblPr/>
              <a:tblGrid>
                <a:gridCol w="935038"/>
                <a:gridCol w="915987"/>
                <a:gridCol w="923925"/>
                <a:gridCol w="927100"/>
                <a:gridCol w="925513"/>
                <a:gridCol w="927100"/>
                <a:gridCol w="925512"/>
              </a:tblGrid>
              <a:tr h="431800">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r>
                        <a:rPr kumimoji="0" lang="en-US" altLang="zh-CN" sz="2000" b="1" i="0" u="none" strike="noStrike" cap="none" normalizeH="0" baseline="0">
                          <a:ln>
                            <a:noFill/>
                          </a:ln>
                          <a:solidFill>
                            <a:srgbClr val="3366FF"/>
                          </a:solidFill>
                          <a:effectLst/>
                          <a:latin typeface="Franklin Gothic Medium" pitchFamily="34" charset="0"/>
                          <a:ea typeface="隶书" charset="0"/>
                        </a:rPr>
                        <a:t>88</a:t>
                      </a:r>
                      <a:endParaRPr kumimoji="0" lang="en-US" altLang="zh-CN" sz="2000" b="1" i="0" u="none" strike="noStrike" cap="none" normalizeH="0" baseline="0">
                        <a:ln>
                          <a:noFill/>
                        </a:ln>
                        <a:solidFill>
                          <a:srgbClr val="3366FF"/>
                        </a:solidFill>
                        <a:effectLst/>
                        <a:latin typeface="Franklin Gothic Medium" pitchFamily="34" charset="0"/>
                        <a:ea typeface="隶书"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r>
                        <a:rPr kumimoji="0" lang="en-US" altLang="zh-CN" sz="2000" b="1" i="0" u="none" strike="noStrike" cap="none" normalizeH="0" baseline="0">
                          <a:ln>
                            <a:noFill/>
                          </a:ln>
                          <a:solidFill>
                            <a:srgbClr val="3366FF"/>
                          </a:solidFill>
                          <a:effectLst/>
                          <a:latin typeface="Franklin Gothic Medium" pitchFamily="34" charset="0"/>
                          <a:ea typeface="隶书" charset="0"/>
                        </a:rPr>
                        <a:t>75</a:t>
                      </a:r>
                      <a:endParaRPr kumimoji="0" lang="en-US" altLang="zh-CN" sz="2000" b="1" i="0" u="none" strike="noStrike" cap="none" normalizeH="0" baseline="0">
                        <a:ln>
                          <a:noFill/>
                        </a:ln>
                        <a:solidFill>
                          <a:srgbClr val="3366FF"/>
                        </a:solidFill>
                        <a:effectLst/>
                        <a:latin typeface="Franklin Gothic Medium" pitchFamily="34" charset="0"/>
                        <a:ea typeface="隶书"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r>
                        <a:rPr kumimoji="0" lang="en-US" altLang="zh-CN" sz="2000" b="1" i="0" u="none" strike="noStrike" cap="none" normalizeH="0" baseline="0">
                          <a:ln>
                            <a:noFill/>
                          </a:ln>
                          <a:solidFill>
                            <a:srgbClr val="3366FF"/>
                          </a:solidFill>
                          <a:effectLst/>
                          <a:latin typeface="Franklin Gothic Medium" pitchFamily="34" charset="0"/>
                          <a:ea typeface="隶书" charset="0"/>
                        </a:rPr>
                        <a:t>90</a:t>
                      </a:r>
                      <a:endParaRPr kumimoji="0" lang="en-US" altLang="zh-CN" sz="2000" b="1" i="0" u="none" strike="noStrike" cap="none" normalizeH="0" baseline="0">
                        <a:ln>
                          <a:noFill/>
                        </a:ln>
                        <a:solidFill>
                          <a:srgbClr val="3366FF"/>
                        </a:solidFill>
                        <a:effectLst/>
                        <a:latin typeface="Franklin Gothic Medium" pitchFamily="34" charset="0"/>
                        <a:ea typeface="隶书"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r>
                        <a:rPr kumimoji="0" lang="en-US" altLang="zh-CN" sz="2000" b="1" i="0" u="none" strike="noStrike" cap="none" normalizeH="0" baseline="0">
                          <a:ln>
                            <a:noFill/>
                          </a:ln>
                          <a:solidFill>
                            <a:srgbClr val="3366FF"/>
                          </a:solidFill>
                          <a:effectLst/>
                          <a:latin typeface="Franklin Gothic Medium" pitchFamily="34" charset="0"/>
                          <a:ea typeface="隶书" charset="0"/>
                        </a:rPr>
                        <a:t>78</a:t>
                      </a:r>
                      <a:endParaRPr kumimoji="0" lang="en-US" altLang="zh-CN" sz="2000" b="1" i="0" u="none" strike="noStrike" cap="none" normalizeH="0" baseline="0">
                        <a:ln>
                          <a:noFill/>
                        </a:ln>
                        <a:solidFill>
                          <a:srgbClr val="3366FF"/>
                        </a:solidFill>
                        <a:effectLst/>
                        <a:latin typeface="Franklin Gothic Medium" pitchFamily="34" charset="0"/>
                        <a:ea typeface="隶书"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r>
                        <a:rPr kumimoji="0" lang="en-US" altLang="zh-CN" sz="2000" b="1" i="0" u="none" strike="noStrike" cap="none" normalizeH="0" baseline="0">
                          <a:ln>
                            <a:noFill/>
                          </a:ln>
                          <a:solidFill>
                            <a:srgbClr val="3366FF"/>
                          </a:solidFill>
                          <a:effectLst/>
                          <a:latin typeface="Franklin Gothic Medium" pitchFamily="34" charset="0"/>
                          <a:ea typeface="隶书" charset="0"/>
                        </a:rPr>
                        <a:t>……</a:t>
                      </a:r>
                      <a:endParaRPr kumimoji="0" lang="en-US" altLang="zh-CN" sz="2000" b="1" i="0" u="none" strike="noStrike" cap="none" normalizeH="0" baseline="0">
                        <a:ln>
                          <a:noFill/>
                        </a:ln>
                        <a:solidFill>
                          <a:srgbClr val="3366FF"/>
                        </a:solidFill>
                        <a:effectLst/>
                        <a:latin typeface="Franklin Gothic Medium" pitchFamily="34" charset="0"/>
                        <a:ea typeface="隶书"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endParaRPr kumimoji="0" lang="zh-CN" altLang="en-US" sz="2000" b="1" i="0" u="none" strike="noStrike" cap="none" normalizeH="0" baseline="0">
                        <a:ln>
                          <a:noFill/>
                        </a:ln>
                        <a:solidFill>
                          <a:srgbClr val="3366FF"/>
                        </a:solidFill>
                        <a:effectLst/>
                        <a:latin typeface="Franklin Gothic Medium" pitchFamily="34" charset="0"/>
                        <a:ea typeface="隶书"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endParaRPr kumimoji="0" lang="zh-CN" altLang="en-US" sz="2000" b="1" i="0" u="none" strike="noStrike" cap="none" normalizeH="0" baseline="0">
                        <a:ln>
                          <a:noFill/>
                        </a:ln>
                        <a:solidFill>
                          <a:srgbClr val="3366FF"/>
                        </a:solidFill>
                        <a:effectLst/>
                        <a:latin typeface="Franklin Gothic Medium" pitchFamily="34" charset="0"/>
                        <a:ea typeface="隶书"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76006" name="Text Box 198"/>
          <p:cNvSpPr txBox="1"/>
          <p:nvPr/>
        </p:nvSpPr>
        <p:spPr bwMode="auto">
          <a:xfrm>
            <a:off x="250825" y="3068638"/>
            <a:ext cx="1511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000">
                <a:solidFill>
                  <a:schemeClr val="tx1"/>
                </a:solidFill>
                <a:effectLst>
                  <a:outerShdw blurRad="38100" dist="38100" dir="2700000" algn="tl">
                    <a:srgbClr val="C0C0C0"/>
                  </a:outerShdw>
                </a:effectLst>
                <a:latin typeface="Times New Roman" pitchFamily="18" charset="0"/>
                <a:ea typeface="宋体" charset="-122"/>
              </a:rPr>
              <a:t>maxScore</a:t>
            </a:r>
            <a:r>
              <a:rPr lang="zh-CN" altLang="en-US" sz="2000">
                <a:solidFill>
                  <a:schemeClr val="tx1"/>
                </a:solidFill>
                <a:effectLst>
                  <a:outerShdw blurRad="38100" dist="38100" dir="2700000" algn="tl">
                    <a:srgbClr val="C0C0C0"/>
                  </a:outerShdw>
                </a:effectLst>
                <a:latin typeface="Times New Roman" pitchFamily="18" charset="0"/>
                <a:ea typeface="宋体" charset="-122"/>
              </a:rPr>
              <a:t>：</a:t>
            </a:r>
            <a:endParaRPr lang="zh-CN" altLang="en-US" sz="2000">
              <a:solidFill>
                <a:schemeClr val="tx1"/>
              </a:solidFill>
              <a:effectLst>
                <a:outerShdw blurRad="38100" dist="38100" dir="2700000" algn="tl">
                  <a:srgbClr val="C0C0C0"/>
                </a:outerShdw>
              </a:effectLst>
              <a:latin typeface="Times New Roman" pitchFamily="18" charset="0"/>
              <a:ea typeface="宋体" charset="-122"/>
            </a:endParaRPr>
          </a:p>
        </p:txBody>
      </p:sp>
      <p:sp>
        <p:nvSpPr>
          <p:cNvPr id="376008" name="Text Box 200"/>
          <p:cNvSpPr txBox="1"/>
          <p:nvPr/>
        </p:nvSpPr>
        <p:spPr bwMode="auto">
          <a:xfrm>
            <a:off x="250825" y="3860800"/>
            <a:ext cx="1511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000">
                <a:solidFill>
                  <a:schemeClr val="tx1"/>
                </a:solidFill>
                <a:effectLst>
                  <a:outerShdw blurRad="38100" dist="38100" dir="2700000" algn="tl">
                    <a:srgbClr val="C0C0C0"/>
                  </a:outerShdw>
                </a:effectLst>
                <a:latin typeface="Times New Roman" pitchFamily="18" charset="0"/>
                <a:ea typeface="宋体" charset="-122"/>
              </a:rPr>
              <a:t>maxNum</a:t>
            </a:r>
            <a:r>
              <a:rPr lang="zh-CN" altLang="en-US" sz="2000">
                <a:solidFill>
                  <a:schemeClr val="tx1"/>
                </a:solidFill>
                <a:effectLst>
                  <a:outerShdw blurRad="38100" dist="38100" dir="2700000" algn="tl">
                    <a:srgbClr val="C0C0C0"/>
                  </a:outerShdw>
                </a:effectLst>
                <a:latin typeface="Times New Roman" pitchFamily="18" charset="0"/>
                <a:ea typeface="宋体" charset="-122"/>
              </a:rPr>
              <a:t>：</a:t>
            </a:r>
            <a:endParaRPr lang="zh-CN" altLang="en-US" sz="2000">
              <a:solidFill>
                <a:schemeClr val="tx1"/>
              </a:solidFill>
              <a:effectLst>
                <a:outerShdw blurRad="38100" dist="38100" dir="2700000" algn="tl">
                  <a:srgbClr val="C0C0C0"/>
                </a:outerShdw>
              </a:effectLst>
              <a:latin typeface="Times New Roman" pitchFamily="18" charset="0"/>
              <a:ea typeface="宋体" charset="-122"/>
            </a:endParaRPr>
          </a:p>
        </p:txBody>
      </p:sp>
      <p:graphicFrame>
        <p:nvGraphicFramePr>
          <p:cNvPr id="376039" name="Group 231"/>
          <p:cNvGraphicFramePr>
            <a:graphicFrameLocks noGrp="1"/>
          </p:cNvGraphicFramePr>
          <p:nvPr/>
        </p:nvGraphicFramePr>
        <p:xfrm>
          <a:off x="1692275" y="3860800"/>
          <a:ext cx="1150938" cy="576263"/>
        </p:xfrm>
        <a:graphic>
          <a:graphicData uri="http://schemas.openxmlformats.org/drawingml/2006/table">
            <a:tbl>
              <a:tblPr/>
              <a:tblGrid>
                <a:gridCol w="1150938"/>
              </a:tblGrid>
              <a:tr h="576263">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endParaRPr kumimoji="0" lang="en-US" altLang="zh-CN" sz="1600" b="1" i="0" u="none" strike="noStrike" cap="none" normalizeH="0" baseline="0">
                        <a:ln>
                          <a:noFill/>
                        </a:ln>
                        <a:solidFill>
                          <a:srgbClr val="FF0000"/>
                        </a:solidFill>
                        <a:effectLst/>
                        <a:latin typeface="Franklin Gothic Medium" pitchFamily="34" charset="0"/>
                        <a:ea typeface="隶书"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76018" name="Line 210"/>
          <p:cNvSpPr/>
          <p:nvPr/>
        </p:nvSpPr>
        <p:spPr bwMode="auto">
          <a:xfrm>
            <a:off x="2124075" y="2565400"/>
            <a:ext cx="0" cy="503238"/>
          </a:xfrm>
          <a:prstGeom prst="line">
            <a:avLst/>
          </a:prstGeom>
          <a:noFill/>
          <a:ln w="63500">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76019" name="Line 211"/>
          <p:cNvSpPr/>
          <p:nvPr/>
        </p:nvSpPr>
        <p:spPr bwMode="auto">
          <a:xfrm flipV="1">
            <a:off x="2268538" y="2565400"/>
            <a:ext cx="790575" cy="503238"/>
          </a:xfrm>
          <a:prstGeom prst="line">
            <a:avLst/>
          </a:prstGeom>
          <a:noFill/>
          <a:ln w="63500">
            <a:solidFill>
              <a:schemeClr val="hlink"/>
            </a:solidFill>
            <a:prstDash val="sysDot"/>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76020" name="Line 212"/>
          <p:cNvSpPr/>
          <p:nvPr/>
        </p:nvSpPr>
        <p:spPr bwMode="auto">
          <a:xfrm flipV="1">
            <a:off x="2411413" y="2565400"/>
            <a:ext cx="1296987" cy="503238"/>
          </a:xfrm>
          <a:prstGeom prst="line">
            <a:avLst/>
          </a:prstGeom>
          <a:noFill/>
          <a:ln w="63500">
            <a:solidFill>
              <a:schemeClr val="hlink"/>
            </a:solidFill>
            <a:prstDash val="sysDot"/>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76021" name="Text Box 213"/>
          <p:cNvSpPr txBox="1"/>
          <p:nvPr/>
        </p:nvSpPr>
        <p:spPr bwMode="auto">
          <a:xfrm>
            <a:off x="2771775" y="2781300"/>
            <a:ext cx="3384550" cy="396875"/>
          </a:xfrm>
          <a:prstGeom prst="rect">
            <a:avLst/>
          </a:prstGeom>
          <a:solidFill>
            <a:srgbClr val="FFFF99"/>
          </a:solidFill>
          <a:ln>
            <a:noFill/>
          </a:ln>
          <a:effectLst/>
          <a:extLst>
            <a:ext uri="{91240B29-F687-4F45-9708-019B960494DF}">
              <a14:hiddenLine xmlns:a14="http://schemas.microsoft.com/office/drawing/2010/main" w="12700">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r>
              <a:rPr lang="zh-CN" altLang="en-US" sz="2000">
                <a:solidFill>
                  <a:schemeClr val="tx1"/>
                </a:solidFill>
                <a:effectLst>
                  <a:outerShdw blurRad="38100" dist="38100" dir="2700000" algn="tl">
                    <a:srgbClr val="FFFFFF"/>
                  </a:outerShdw>
                </a:effectLst>
                <a:ea typeface="宋体" charset="-122"/>
              </a:rPr>
              <a:t>因为</a:t>
            </a:r>
            <a:r>
              <a:rPr lang="en-US" altLang="zh-CN" sz="2000">
                <a:solidFill>
                  <a:schemeClr val="tx1"/>
                </a:solidFill>
                <a:effectLst>
                  <a:outerShdw blurRad="38100" dist="38100" dir="2700000" algn="tl">
                    <a:srgbClr val="FFFFFF"/>
                  </a:outerShdw>
                </a:effectLst>
                <a:ea typeface="宋体" charset="-122"/>
              </a:rPr>
              <a:t>88&gt;75</a:t>
            </a:r>
            <a:r>
              <a:rPr lang="zh-CN" altLang="en-US" sz="2000">
                <a:solidFill>
                  <a:schemeClr val="tx1"/>
                </a:solidFill>
                <a:effectLst>
                  <a:outerShdw blurRad="38100" dist="38100" dir="2700000" algn="tl">
                    <a:srgbClr val="FFFFFF"/>
                  </a:outerShdw>
                </a:effectLst>
                <a:ea typeface="宋体" charset="-122"/>
              </a:rPr>
              <a:t>，所以</a:t>
            </a:r>
            <a:r>
              <a:rPr lang="en-US" altLang="zh-CN" sz="2000">
                <a:solidFill>
                  <a:schemeClr val="tx1"/>
                </a:solidFill>
                <a:effectLst>
                  <a:outerShdw blurRad="38100" dist="38100" dir="2700000" algn="tl">
                    <a:srgbClr val="FFFFFF"/>
                  </a:outerShdw>
                </a:effectLst>
                <a:ea typeface="宋体" charset="-122"/>
              </a:rPr>
              <a:t>88</a:t>
            </a:r>
            <a:r>
              <a:rPr lang="zh-CN" altLang="en-US" sz="2000">
                <a:solidFill>
                  <a:schemeClr val="tx1"/>
                </a:solidFill>
                <a:effectLst>
                  <a:outerShdw blurRad="38100" dist="38100" dir="2700000" algn="tl">
                    <a:srgbClr val="FFFFFF"/>
                  </a:outerShdw>
                </a:effectLst>
                <a:ea typeface="宋体" charset="-122"/>
              </a:rPr>
              <a:t>保留</a:t>
            </a:r>
            <a:endParaRPr lang="zh-CN" altLang="en-US" sz="2000">
              <a:solidFill>
                <a:schemeClr val="tx1"/>
              </a:solidFill>
              <a:effectLst>
                <a:outerShdw blurRad="38100" dist="38100" dir="2700000" algn="tl">
                  <a:srgbClr val="FFFFFF"/>
                </a:outerShdw>
              </a:effectLst>
              <a:ea typeface="宋体" charset="-122"/>
            </a:endParaRPr>
          </a:p>
        </p:txBody>
      </p:sp>
      <p:sp>
        <p:nvSpPr>
          <p:cNvPr id="376022" name="Text Box 214"/>
          <p:cNvSpPr txBox="1"/>
          <p:nvPr/>
        </p:nvSpPr>
        <p:spPr bwMode="auto">
          <a:xfrm>
            <a:off x="3276600" y="2852738"/>
            <a:ext cx="3384550" cy="396875"/>
          </a:xfrm>
          <a:prstGeom prst="rect">
            <a:avLst/>
          </a:prstGeom>
          <a:solidFill>
            <a:srgbClr val="FF99CC"/>
          </a:solidFill>
          <a:ln>
            <a:noFill/>
          </a:ln>
          <a:effectLst/>
          <a:extLst>
            <a:ext uri="{91240B29-F687-4F45-9708-019B960494DF}">
              <a14:hiddenLine xmlns:a14="http://schemas.microsoft.com/office/drawing/2010/main" w="12700">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r>
              <a:rPr lang="zh-CN" altLang="en-US" sz="2000">
                <a:solidFill>
                  <a:schemeClr val="tx1"/>
                </a:solidFill>
                <a:effectLst>
                  <a:outerShdw blurRad="38100" dist="38100" dir="2700000" algn="tl">
                    <a:srgbClr val="FFFFFF"/>
                  </a:outerShdw>
                </a:effectLst>
                <a:ea typeface="宋体" charset="-122"/>
              </a:rPr>
              <a:t>因为</a:t>
            </a:r>
            <a:r>
              <a:rPr lang="en-US" altLang="zh-CN" sz="2000">
                <a:solidFill>
                  <a:schemeClr val="tx1"/>
                </a:solidFill>
                <a:effectLst>
                  <a:outerShdw blurRad="38100" dist="38100" dir="2700000" algn="tl">
                    <a:srgbClr val="FFFFFF"/>
                  </a:outerShdw>
                </a:effectLst>
                <a:ea typeface="宋体" charset="-122"/>
              </a:rPr>
              <a:t>90&gt;88</a:t>
            </a:r>
            <a:r>
              <a:rPr lang="zh-CN" altLang="en-US" sz="2000">
                <a:solidFill>
                  <a:schemeClr val="tx1"/>
                </a:solidFill>
                <a:effectLst>
                  <a:outerShdw blurRad="38100" dist="38100" dir="2700000" algn="tl">
                    <a:srgbClr val="FFFFFF"/>
                  </a:outerShdw>
                </a:effectLst>
                <a:ea typeface="宋体" charset="-122"/>
              </a:rPr>
              <a:t>，所以用</a:t>
            </a:r>
            <a:r>
              <a:rPr lang="en-US" altLang="zh-CN" sz="2000">
                <a:solidFill>
                  <a:schemeClr val="tx1"/>
                </a:solidFill>
                <a:effectLst>
                  <a:outerShdw blurRad="38100" dist="38100" dir="2700000" algn="tl">
                    <a:srgbClr val="FFFFFF"/>
                  </a:outerShdw>
                </a:effectLst>
                <a:ea typeface="宋体" charset="-122"/>
              </a:rPr>
              <a:t>90</a:t>
            </a:r>
            <a:r>
              <a:rPr lang="zh-CN" altLang="en-US" sz="2000">
                <a:solidFill>
                  <a:schemeClr val="tx1"/>
                </a:solidFill>
                <a:effectLst>
                  <a:outerShdw blurRad="38100" dist="38100" dir="2700000" algn="tl">
                    <a:srgbClr val="FFFFFF"/>
                  </a:outerShdw>
                </a:effectLst>
                <a:ea typeface="宋体" charset="-122"/>
              </a:rPr>
              <a:t>替换</a:t>
            </a:r>
            <a:r>
              <a:rPr lang="en-US" altLang="zh-CN" sz="2000">
                <a:solidFill>
                  <a:schemeClr val="tx1"/>
                </a:solidFill>
                <a:effectLst>
                  <a:outerShdw blurRad="38100" dist="38100" dir="2700000" algn="tl">
                    <a:srgbClr val="FFFFFF"/>
                  </a:outerShdw>
                </a:effectLst>
                <a:ea typeface="宋体" charset="-122"/>
              </a:rPr>
              <a:t>88</a:t>
            </a:r>
            <a:endParaRPr lang="zh-CN" altLang="en-US" sz="2000">
              <a:solidFill>
                <a:schemeClr val="tx1"/>
              </a:solidFill>
              <a:effectLst>
                <a:outerShdw blurRad="38100" dist="38100" dir="2700000" algn="tl">
                  <a:srgbClr val="FFFFFF"/>
                </a:outerShdw>
              </a:effectLst>
              <a:ea typeface="宋体" charset="-122"/>
            </a:endParaRPr>
          </a:p>
        </p:txBody>
      </p:sp>
      <p:sp>
        <p:nvSpPr>
          <p:cNvPr id="376023" name="Text Box 215"/>
          <p:cNvSpPr txBox="1"/>
          <p:nvPr/>
        </p:nvSpPr>
        <p:spPr bwMode="auto">
          <a:xfrm>
            <a:off x="2843213" y="3860800"/>
            <a:ext cx="5184775" cy="701675"/>
          </a:xfrm>
          <a:prstGeom prst="rect">
            <a:avLst/>
          </a:prstGeom>
          <a:solidFill>
            <a:srgbClr val="FFFF99"/>
          </a:solidFill>
          <a:ln>
            <a:noFill/>
          </a:ln>
          <a:effectLst/>
          <a:extLst>
            <a:ext uri="{91240B29-F687-4F45-9708-019B960494DF}">
              <a14:hiddenLine xmlns:a14="http://schemas.microsoft.com/office/drawing/2010/main" w="12700">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r>
              <a:rPr lang="zh-CN" altLang="en-US" sz="2000">
                <a:solidFill>
                  <a:schemeClr val="tx1"/>
                </a:solidFill>
                <a:effectLst>
                  <a:outerShdw blurRad="38100" dist="38100" dir="2700000" algn="tl">
                    <a:srgbClr val="FFFFFF"/>
                  </a:outerShdw>
                </a:effectLst>
                <a:ea typeface="宋体" charset="-122"/>
              </a:rPr>
              <a:t>由于</a:t>
            </a:r>
            <a:r>
              <a:rPr lang="en-US" altLang="zh-CN" sz="2000">
                <a:solidFill>
                  <a:schemeClr val="tx1"/>
                </a:solidFill>
                <a:effectLst>
                  <a:outerShdw blurRad="38100" dist="38100" dir="2700000" algn="tl">
                    <a:srgbClr val="FFFFFF"/>
                  </a:outerShdw>
                </a:effectLst>
                <a:ea typeface="宋体" charset="-122"/>
              </a:rPr>
              <a:t>90</a:t>
            </a:r>
            <a:r>
              <a:rPr lang="zh-CN" altLang="en-US" sz="2000">
                <a:solidFill>
                  <a:schemeClr val="tx1"/>
                </a:solidFill>
                <a:effectLst>
                  <a:outerShdw blurRad="38100" dist="38100" dir="2700000" algn="tl">
                    <a:srgbClr val="FFFFFF"/>
                  </a:outerShdw>
                </a:effectLst>
                <a:ea typeface="宋体" charset="-122"/>
              </a:rPr>
              <a:t>分所在的数组编号是</a:t>
            </a:r>
            <a:r>
              <a:rPr lang="en-US" altLang="zh-CN" sz="2000">
                <a:solidFill>
                  <a:schemeClr val="tx1"/>
                </a:solidFill>
                <a:effectLst>
                  <a:outerShdw blurRad="38100" dist="38100" dir="2700000" algn="tl">
                    <a:srgbClr val="FFFFFF"/>
                  </a:outerShdw>
                </a:effectLst>
                <a:ea typeface="宋体" charset="-122"/>
              </a:rPr>
              <a:t>2</a:t>
            </a:r>
            <a:r>
              <a:rPr lang="zh-CN" altLang="en-US" sz="2000">
                <a:solidFill>
                  <a:schemeClr val="tx1"/>
                </a:solidFill>
                <a:effectLst>
                  <a:outerShdw blurRad="38100" dist="38100" dir="2700000" algn="tl">
                    <a:srgbClr val="FFFFFF"/>
                  </a:outerShdw>
                </a:effectLst>
                <a:ea typeface="宋体" charset="-122"/>
              </a:rPr>
              <a:t>，记下该编号，去找到学号数组中的数组编号，并替换</a:t>
            </a:r>
            <a:endParaRPr lang="zh-CN" altLang="en-US" sz="2000">
              <a:solidFill>
                <a:schemeClr val="tx1"/>
              </a:solidFill>
              <a:effectLst>
                <a:outerShdw blurRad="38100" dist="38100" dir="2700000" algn="tl">
                  <a:srgbClr val="FFFFFF"/>
                </a:outerShdw>
              </a:effectLst>
              <a:ea typeface="宋体" charset="-122"/>
            </a:endParaRPr>
          </a:p>
        </p:txBody>
      </p:sp>
      <p:graphicFrame>
        <p:nvGraphicFramePr>
          <p:cNvPr id="376036" name="Group 228"/>
          <p:cNvGraphicFramePr>
            <a:graphicFrameLocks noGrp="1"/>
          </p:cNvGraphicFramePr>
          <p:nvPr/>
        </p:nvGraphicFramePr>
        <p:xfrm>
          <a:off x="1692275" y="3068638"/>
          <a:ext cx="1150938" cy="504825"/>
        </p:xfrm>
        <a:graphic>
          <a:graphicData uri="http://schemas.openxmlformats.org/drawingml/2006/table">
            <a:tbl>
              <a:tblPr/>
              <a:tblGrid>
                <a:gridCol w="1150938"/>
              </a:tblGrid>
              <a:tr h="504825">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pPr>
                      <a:endParaRPr kumimoji="0" lang="en-US" altLang="zh-CN" sz="2400" b="1" i="0" u="none" strike="noStrike" cap="none" normalizeH="0" baseline="0">
                        <a:ln>
                          <a:noFill/>
                        </a:ln>
                        <a:solidFill>
                          <a:srgbClr val="3366FF"/>
                        </a:solidFill>
                        <a:effectLst>
                          <a:outerShdw blurRad="38100" dist="38100" dir="2700000" algn="tl">
                            <a:srgbClr val="C0C0C0"/>
                          </a:outerShdw>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76040" name="Rectangle 232"/>
          <p:cNvSpPr/>
          <p:nvPr/>
        </p:nvSpPr>
        <p:spPr bwMode="auto">
          <a:xfrm>
            <a:off x="1835150" y="3119438"/>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r>
              <a:rPr lang="en-US" altLang="zh-CN" sz="2400">
                <a:solidFill>
                  <a:srgbClr val="3366FF"/>
                </a:solidFill>
                <a:ea typeface="宋体" charset="-122"/>
              </a:rPr>
              <a:t>88</a:t>
            </a:r>
            <a:endParaRPr lang="zh-CN" altLang="en-US" sz="2400">
              <a:solidFill>
                <a:srgbClr val="3366FF"/>
              </a:solidFill>
              <a:ea typeface="宋体" charset="-122"/>
            </a:endParaRPr>
          </a:p>
        </p:txBody>
      </p:sp>
      <p:sp>
        <p:nvSpPr>
          <p:cNvPr id="376041" name="Rectangle 233"/>
          <p:cNvSpPr/>
          <p:nvPr/>
        </p:nvSpPr>
        <p:spPr bwMode="auto">
          <a:xfrm>
            <a:off x="1763713" y="3933825"/>
            <a:ext cx="10080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r>
              <a:rPr lang="en-US" altLang="zh-CN" sz="2000">
                <a:ea typeface="宋体" charset="-122"/>
              </a:rPr>
              <a:t>200801</a:t>
            </a:r>
            <a:endParaRPr lang="zh-CN" altLang="en-US" sz="2000">
              <a:ea typeface="宋体" charset="-122"/>
            </a:endParaRPr>
          </a:p>
        </p:txBody>
      </p:sp>
      <p:sp>
        <p:nvSpPr>
          <p:cNvPr id="376042" name="Rectangle 234"/>
          <p:cNvSpPr/>
          <p:nvPr/>
        </p:nvSpPr>
        <p:spPr bwMode="auto">
          <a:xfrm>
            <a:off x="1763713" y="3933825"/>
            <a:ext cx="1008062" cy="3968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r>
              <a:rPr lang="en-US" altLang="zh-CN" sz="2000">
                <a:solidFill>
                  <a:srgbClr val="9900CC"/>
                </a:solidFill>
                <a:ea typeface="宋体" charset="-122"/>
              </a:rPr>
              <a:t>200803</a:t>
            </a:r>
            <a:endParaRPr lang="zh-CN" altLang="en-US" sz="2000">
              <a:solidFill>
                <a:srgbClr val="9900CC"/>
              </a:solidFill>
              <a:ea typeface="宋体" charset="-122"/>
            </a:endParaRPr>
          </a:p>
        </p:txBody>
      </p:sp>
      <p:sp>
        <p:nvSpPr>
          <p:cNvPr id="376043" name="Rectangle 235"/>
          <p:cNvSpPr/>
          <p:nvPr/>
        </p:nvSpPr>
        <p:spPr bwMode="auto">
          <a:xfrm>
            <a:off x="1835150" y="3068638"/>
            <a:ext cx="792163" cy="4572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r>
              <a:rPr lang="en-US" altLang="zh-CN" sz="2400">
                <a:solidFill>
                  <a:srgbClr val="9900CC"/>
                </a:solidFill>
                <a:ea typeface="宋体" charset="-122"/>
              </a:rPr>
              <a:t>90</a:t>
            </a:r>
            <a:endParaRPr lang="zh-CN" altLang="en-US" sz="2400">
              <a:solidFill>
                <a:srgbClr val="9900CC"/>
              </a:solidFill>
              <a:ea typeface="宋体" charset="-122"/>
            </a:endParaRPr>
          </a:p>
        </p:txBody>
      </p:sp>
      <p:sp>
        <p:nvSpPr>
          <p:cNvPr id="2" name="日期占位符 1"/>
          <p:cNvSpPr/>
          <p:nvPr>
            <p:ph type="dt" sz="half" idx="10"/>
          </p:nvPr>
        </p:nvSpPr>
        <p:spPr/>
        <p:txBody>
          <a:bodyPr/>
          <a:lstStyle/>
          <a:p>
            <a:fld id="{E0917786-0A66-C84D-B506-E80BC76CA0AC}" type="datetime1">
              <a:rPr lang="zh-CN" altLang="en-US" smtClean="0"/>
            </a:fld>
            <a:endParaRPr lang="en-US"/>
          </a:p>
        </p:txBody>
      </p:sp>
      <p:sp>
        <p:nvSpPr>
          <p:cNvPr id="24" name="Rectangle 24"/>
          <p:cNvSpPr/>
          <p:nvPr/>
        </p:nvSpPr>
        <p:spPr bwMode="auto">
          <a:xfrm>
            <a:off x="210367" y="4760913"/>
            <a:ext cx="8212137" cy="839788"/>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2075" tIns="46037" rIns="92075" bIns="46037" anchor="ct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algn="ctr">
              <a:lnSpc>
                <a:spcPct val="85000"/>
              </a:lnSpc>
              <a:spcBef>
                <a:spcPct val="0"/>
              </a:spcBef>
            </a:pPr>
            <a:r>
              <a:rPr lang="zh-CN" altLang="en-US" sz="4000" i="1">
                <a:solidFill>
                  <a:srgbClr val="0000FF"/>
                </a:solidFill>
                <a:effectLst>
                  <a:outerShdw blurRad="38100" dist="38100" dir="2700000" algn="tl">
                    <a:srgbClr val="C0C0C0"/>
                  </a:outerShdw>
                </a:effectLst>
                <a:ea typeface="黑体" charset="0"/>
              </a:rPr>
              <a:t>计算最大值算法</a:t>
            </a:r>
            <a:endParaRPr lang="zh-CN" altLang="en-US" sz="4000" i="1">
              <a:solidFill>
                <a:srgbClr val="0000FF"/>
              </a:solidFill>
              <a:effectLst>
                <a:outerShdw blurRad="38100" dist="38100" dir="2700000" algn="tl">
                  <a:srgbClr val="C0C0C0"/>
                </a:outerShdw>
              </a:effectLst>
              <a:ea typeface="黑体" charset="0"/>
            </a:endParaRPr>
          </a:p>
        </p:txBody>
      </p:sp>
      <p:sp>
        <p:nvSpPr>
          <p:cNvPr id="4" name="幻灯片编号占位符 3"/>
          <p:cNvSpPr/>
          <p:nvPr>
            <p:ph type="sldNum" sz="quarter" idx="12"/>
          </p:nvPr>
        </p:nvSpPr>
        <p:spPr/>
        <p:txBody>
          <a:bodyPr/>
          <a:lstStyle/>
          <a:p>
            <a:fld id="{4FAB73BC-B049-4115-A692-8D63A059BFB8}"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75977"/>
                                        </p:tgtEl>
                                        <p:attrNameLst>
                                          <p:attrName>style.visibility</p:attrName>
                                        </p:attrNameLst>
                                      </p:cBhvr>
                                      <p:to>
                                        <p:strVal val="visible"/>
                                      </p:to>
                                    </p:set>
                                    <p:animEffect transition="in" filter="box(in)">
                                      <p:cBhvr>
                                        <p:cTn id="7" dur="500"/>
                                        <p:tgtEl>
                                          <p:spTgt spid="37597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76029"/>
                                        </p:tgtEl>
                                        <p:attrNameLst>
                                          <p:attrName>style.visibility</p:attrName>
                                        </p:attrNameLst>
                                      </p:cBhvr>
                                      <p:to>
                                        <p:strVal val="visible"/>
                                      </p:to>
                                    </p:set>
                                    <p:animEffect transition="in" filter="slide(fromBottom)">
                                      <p:cBhvr>
                                        <p:cTn id="12" dur="500"/>
                                        <p:tgtEl>
                                          <p:spTgt spid="376029"/>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75976"/>
                                        </p:tgtEl>
                                        <p:attrNameLst>
                                          <p:attrName>style.visibility</p:attrName>
                                        </p:attrNameLst>
                                      </p:cBhvr>
                                      <p:to>
                                        <p:strVal val="visible"/>
                                      </p:to>
                                    </p:set>
                                    <p:animEffect transition="in" filter="circle(in)">
                                      <p:cBhvr>
                                        <p:cTn id="17" dur="2000"/>
                                        <p:tgtEl>
                                          <p:spTgt spid="375976"/>
                                        </p:tgtEl>
                                      </p:cBhvr>
                                    </p:animEffect>
                                  </p:childTnLst>
                                </p:cTn>
                              </p:par>
                            </p:childTnLst>
                          </p:cTn>
                        </p:par>
                      </p:childTnLst>
                    </p:cTn>
                  </p:par>
                  <p:par>
                    <p:cTn id="18" fill="hold">
                      <p:stCondLst>
                        <p:cond delay="indefinite"/>
                      </p:stCondLst>
                      <p:childTnLst>
                        <p:par>
                          <p:cTn id="19" fill="hold">
                            <p:stCondLst>
                              <p:cond delay="0"/>
                            </p:stCondLst>
                            <p:childTnLst>
                              <p:par>
                                <p:cTn id="20" presetID="34" presetClass="entr" presetSubtype="0" fill="hold" nodeType="clickEffect">
                                  <p:stCondLst>
                                    <p:cond delay="0"/>
                                  </p:stCondLst>
                                  <p:childTnLst>
                                    <p:set>
                                      <p:cBhvr>
                                        <p:cTn id="21" dur="1" fill="hold">
                                          <p:stCondLst>
                                            <p:cond delay="0"/>
                                          </p:stCondLst>
                                        </p:cTn>
                                        <p:tgtEl>
                                          <p:spTgt spid="376036"/>
                                        </p:tgtEl>
                                        <p:attrNameLst>
                                          <p:attrName>style.visibility</p:attrName>
                                        </p:attrNameLst>
                                      </p:cBhvr>
                                      <p:to>
                                        <p:strVal val="visible"/>
                                      </p:to>
                                    </p:set>
                                    <p:anim from="(-#ppt_w/2)" to="(#ppt_x)" calcmode="lin" valueType="num">
                                      <p:cBhvr>
                                        <p:cTn id="22" dur="600" fill="hold">
                                          <p:stCondLst>
                                            <p:cond delay="0"/>
                                          </p:stCondLst>
                                        </p:cTn>
                                        <p:tgtEl>
                                          <p:spTgt spid="376036"/>
                                        </p:tgtEl>
                                        <p:attrNameLst>
                                          <p:attrName>ppt_x</p:attrName>
                                        </p:attrNameLst>
                                      </p:cBhvr>
                                    </p:anim>
                                    <p:anim from="0" to="-1.0" calcmode="lin" valueType="num">
                                      <p:cBhvr>
                                        <p:cTn id="23" dur="200" decel="50000" autoRev="1" fill="hold">
                                          <p:stCondLst>
                                            <p:cond delay="600"/>
                                          </p:stCondLst>
                                        </p:cTn>
                                        <p:tgtEl>
                                          <p:spTgt spid="376036"/>
                                        </p:tgtEl>
                                        <p:attrNameLst>
                                          <p:attrName>xshear</p:attrName>
                                        </p:attrNameLst>
                                      </p:cBhvr>
                                    </p:anim>
                                    <p:animScale>
                                      <p:cBhvr>
                                        <p:cTn id="24" dur="200" decel="100000" autoRev="1" fill="hold">
                                          <p:stCondLst>
                                            <p:cond delay="600"/>
                                          </p:stCondLst>
                                        </p:cTn>
                                        <p:tgtEl>
                                          <p:spTgt spid="376036"/>
                                        </p:tgtEl>
                                      </p:cBhvr>
                                      <p:from x="100000" y="100000"/>
                                      <p:to x="80000" y="100000"/>
                                    </p:animScale>
                                    <p:anim by="(#ppt_h/3+#ppt_w*0.1)" calcmode="lin" valueType="num">
                                      <p:cBhvr additive="sum">
                                        <p:cTn id="25" dur="200" decel="100000" autoRev="1" fill="hold">
                                          <p:stCondLst>
                                            <p:cond delay="600"/>
                                          </p:stCondLst>
                                        </p:cTn>
                                        <p:tgtEl>
                                          <p:spTgt spid="376036"/>
                                        </p:tgtEl>
                                        <p:attrNameLst>
                                          <p:attrName>ppt_x</p:attrName>
                                        </p:attrNameLst>
                                      </p:cBhvr>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76039"/>
                                        </p:tgtEl>
                                        <p:attrNameLst>
                                          <p:attrName>style.visibility</p:attrName>
                                        </p:attrNameLst>
                                      </p:cBhvr>
                                      <p:to>
                                        <p:strVal val="visible"/>
                                      </p:to>
                                    </p:set>
                                    <p:anim calcmode="lin" valueType="num">
                                      <p:cBhvr additive="base">
                                        <p:cTn id="30" dur="500" fill="hold"/>
                                        <p:tgtEl>
                                          <p:spTgt spid="376039"/>
                                        </p:tgtEl>
                                        <p:attrNameLst>
                                          <p:attrName>ppt_x</p:attrName>
                                        </p:attrNameLst>
                                      </p:cBhvr>
                                      <p:tavLst>
                                        <p:tav tm="0">
                                          <p:val>
                                            <p:strVal val="#ppt_x"/>
                                          </p:val>
                                        </p:tav>
                                        <p:tav tm="100000">
                                          <p:val>
                                            <p:strVal val="#ppt_x"/>
                                          </p:val>
                                        </p:tav>
                                      </p:tavLst>
                                    </p:anim>
                                    <p:anim calcmode="lin" valueType="num">
                                      <p:cBhvr additive="base">
                                        <p:cTn id="31" dur="500" fill="hold"/>
                                        <p:tgtEl>
                                          <p:spTgt spid="376039"/>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376018"/>
                                        </p:tgtEl>
                                        <p:attrNameLst>
                                          <p:attrName>style.visibility</p:attrName>
                                        </p:attrNameLst>
                                      </p:cBhvr>
                                      <p:to>
                                        <p:strVal val="visible"/>
                                      </p:to>
                                    </p:set>
                                    <p:animEffect transition="in" filter="circle(in)">
                                      <p:cBhvr>
                                        <p:cTn id="36" dur="2000"/>
                                        <p:tgtEl>
                                          <p:spTgt spid="376018"/>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376040"/>
                                        </p:tgtEl>
                                        <p:attrNameLst>
                                          <p:attrName>style.visibility</p:attrName>
                                        </p:attrNameLst>
                                      </p:cBhvr>
                                      <p:to>
                                        <p:strVal val="visible"/>
                                      </p:to>
                                    </p:set>
                                    <p:animEffect transition="in" filter="slide(fromBottom)">
                                      <p:cBhvr>
                                        <p:cTn id="41" dur="500"/>
                                        <p:tgtEl>
                                          <p:spTgt spid="376040"/>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4" fill="hold" grpId="0" nodeType="clickEffect">
                                  <p:stCondLst>
                                    <p:cond delay="0"/>
                                  </p:stCondLst>
                                  <p:childTnLst>
                                    <p:set>
                                      <p:cBhvr>
                                        <p:cTn id="45" dur="1" fill="hold">
                                          <p:stCondLst>
                                            <p:cond delay="0"/>
                                          </p:stCondLst>
                                        </p:cTn>
                                        <p:tgtEl>
                                          <p:spTgt spid="376041"/>
                                        </p:tgtEl>
                                        <p:attrNameLst>
                                          <p:attrName>style.visibility</p:attrName>
                                        </p:attrNameLst>
                                      </p:cBhvr>
                                      <p:to>
                                        <p:strVal val="visible"/>
                                      </p:to>
                                    </p:set>
                                    <p:animEffect transition="in" filter="slide(fromBottom)">
                                      <p:cBhvr>
                                        <p:cTn id="46" dur="500"/>
                                        <p:tgtEl>
                                          <p:spTgt spid="376041"/>
                                        </p:tgtEl>
                                      </p:cBhvr>
                                    </p:animEffect>
                                  </p:childTnLst>
                                </p:cTn>
                              </p:par>
                            </p:childTnLst>
                          </p:cTn>
                        </p:par>
                      </p:childTnLst>
                    </p:cTn>
                  </p:par>
                  <p:par>
                    <p:cTn id="47" fill="hold">
                      <p:stCondLst>
                        <p:cond delay="indefinite"/>
                      </p:stCondLst>
                      <p:childTnLst>
                        <p:par>
                          <p:cTn id="48" fill="hold">
                            <p:stCondLst>
                              <p:cond delay="0"/>
                            </p:stCondLst>
                            <p:childTnLst>
                              <p:par>
                                <p:cTn id="49" presetID="4" presetClass="entr" presetSubtype="16" fill="hold" nodeType="clickEffect">
                                  <p:stCondLst>
                                    <p:cond delay="0"/>
                                  </p:stCondLst>
                                  <p:childTnLst>
                                    <p:set>
                                      <p:cBhvr>
                                        <p:cTn id="50" dur="1" fill="hold">
                                          <p:stCondLst>
                                            <p:cond delay="0"/>
                                          </p:stCondLst>
                                        </p:cTn>
                                        <p:tgtEl>
                                          <p:spTgt spid="376019"/>
                                        </p:tgtEl>
                                        <p:attrNameLst>
                                          <p:attrName>style.visibility</p:attrName>
                                        </p:attrNameLst>
                                      </p:cBhvr>
                                      <p:to>
                                        <p:strVal val="visible"/>
                                      </p:to>
                                    </p:set>
                                    <p:animEffect transition="in" filter="box(in)">
                                      <p:cBhvr>
                                        <p:cTn id="51" dur="500"/>
                                        <p:tgtEl>
                                          <p:spTgt spid="376019"/>
                                        </p:tgtEl>
                                      </p:cBhvr>
                                    </p:animEffect>
                                  </p:childTnLst>
                                </p:cTn>
                              </p:par>
                            </p:childTnLst>
                          </p:cTn>
                        </p:par>
                      </p:childTnLst>
                    </p:cTn>
                  </p:par>
                  <p:par>
                    <p:cTn id="52" fill="hold">
                      <p:stCondLst>
                        <p:cond delay="indefinite"/>
                      </p:stCondLst>
                      <p:childTnLst>
                        <p:par>
                          <p:cTn id="53" fill="hold">
                            <p:stCondLst>
                              <p:cond delay="0"/>
                            </p:stCondLst>
                            <p:childTnLst>
                              <p:par>
                                <p:cTn id="54" presetID="4" presetClass="emph" presetSubtype="2" fill="hold" grpId="1" nodeType="clickEffect">
                                  <p:stCondLst>
                                    <p:cond delay="0"/>
                                  </p:stCondLst>
                                  <p:childTnLst>
                                    <p:anim to="1.5" calcmode="lin" valueType="num">
                                      <p:cBhvr override="childStyle">
                                        <p:cTn id="55" dur="2000" fill="hold"/>
                                        <p:tgtEl>
                                          <p:spTgt spid="376040"/>
                                        </p:tgtEl>
                                        <p:attrNameLst>
                                          <p:attrName>style.fontSize</p:attrName>
                                        </p:attrNameLst>
                                      </p:cBhvr>
                                    </p:anim>
                                  </p:childTnLst>
                                </p:cTn>
                              </p:par>
                            </p:childTnLst>
                          </p:cTn>
                        </p:par>
                      </p:childTnLst>
                    </p:cTn>
                  </p:par>
                  <p:par>
                    <p:cTn id="56" fill="hold">
                      <p:stCondLst>
                        <p:cond delay="indefinite"/>
                      </p:stCondLst>
                      <p:childTnLst>
                        <p:par>
                          <p:cTn id="57" fill="hold">
                            <p:stCondLst>
                              <p:cond delay="0"/>
                            </p:stCondLst>
                            <p:childTnLst>
                              <p:par>
                                <p:cTn id="58" presetID="12" presetClass="entr" presetSubtype="4" fill="hold" grpId="0" nodeType="clickEffect">
                                  <p:stCondLst>
                                    <p:cond delay="0"/>
                                  </p:stCondLst>
                                  <p:childTnLst>
                                    <p:set>
                                      <p:cBhvr>
                                        <p:cTn id="59" dur="1" fill="hold">
                                          <p:stCondLst>
                                            <p:cond delay="0"/>
                                          </p:stCondLst>
                                        </p:cTn>
                                        <p:tgtEl>
                                          <p:spTgt spid="376021"/>
                                        </p:tgtEl>
                                        <p:attrNameLst>
                                          <p:attrName>style.visibility</p:attrName>
                                        </p:attrNameLst>
                                      </p:cBhvr>
                                      <p:to>
                                        <p:strVal val="visible"/>
                                      </p:to>
                                    </p:set>
                                    <p:animEffect transition="in" filter="slide(fromBottom)">
                                      <p:cBhvr>
                                        <p:cTn id="60" dur="500"/>
                                        <p:tgtEl>
                                          <p:spTgt spid="376021"/>
                                        </p:tgtEl>
                                      </p:cBhvr>
                                    </p:animEffect>
                                  </p:childTnLst>
                                </p:cTn>
                              </p:par>
                            </p:childTnLst>
                          </p:cTn>
                        </p:par>
                      </p:childTnLst>
                    </p:cTn>
                  </p:par>
                  <p:par>
                    <p:cTn id="61" fill="hold">
                      <p:stCondLst>
                        <p:cond delay="indefinite"/>
                      </p:stCondLst>
                      <p:childTnLst>
                        <p:par>
                          <p:cTn id="62" fill="hold">
                            <p:stCondLst>
                              <p:cond delay="0"/>
                            </p:stCondLst>
                            <p:childTnLst>
                              <p:par>
                                <p:cTn id="63" presetID="5" presetClass="exit" presetSubtype="10" fill="hold" nodeType="clickEffect">
                                  <p:stCondLst>
                                    <p:cond delay="0"/>
                                  </p:stCondLst>
                                  <p:childTnLst>
                                    <p:animEffect transition="out" filter="checkerboard(across)">
                                      <p:cBhvr>
                                        <p:cTn id="64" dur="500"/>
                                        <p:tgtEl>
                                          <p:spTgt spid="376019"/>
                                        </p:tgtEl>
                                      </p:cBhvr>
                                    </p:animEffect>
                                    <p:set>
                                      <p:cBhvr>
                                        <p:cTn id="65" dur="1" fill="hold">
                                          <p:stCondLst>
                                            <p:cond delay="499"/>
                                          </p:stCondLst>
                                        </p:cTn>
                                        <p:tgtEl>
                                          <p:spTgt spid="376019"/>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5" presetClass="exit" presetSubtype="10" fill="hold" grpId="1" nodeType="clickEffect">
                                  <p:stCondLst>
                                    <p:cond delay="0"/>
                                  </p:stCondLst>
                                  <p:childTnLst>
                                    <p:animEffect transition="out" filter="checkerboard(across)">
                                      <p:cBhvr>
                                        <p:cTn id="69" dur="500"/>
                                        <p:tgtEl>
                                          <p:spTgt spid="376021"/>
                                        </p:tgtEl>
                                      </p:cBhvr>
                                    </p:animEffect>
                                    <p:set>
                                      <p:cBhvr>
                                        <p:cTn id="70" dur="1" fill="hold">
                                          <p:stCondLst>
                                            <p:cond delay="499"/>
                                          </p:stCondLst>
                                        </p:cTn>
                                        <p:tgtEl>
                                          <p:spTgt spid="376021"/>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2" presetClass="entr" presetSubtype="4" fill="hold" nodeType="clickEffect">
                                  <p:stCondLst>
                                    <p:cond delay="0"/>
                                  </p:stCondLst>
                                  <p:childTnLst>
                                    <p:set>
                                      <p:cBhvr>
                                        <p:cTn id="74" dur="1" fill="hold">
                                          <p:stCondLst>
                                            <p:cond delay="0"/>
                                          </p:stCondLst>
                                        </p:cTn>
                                        <p:tgtEl>
                                          <p:spTgt spid="376020"/>
                                        </p:tgtEl>
                                        <p:attrNameLst>
                                          <p:attrName>style.visibility</p:attrName>
                                        </p:attrNameLst>
                                      </p:cBhvr>
                                      <p:to>
                                        <p:strVal val="visible"/>
                                      </p:to>
                                    </p:set>
                                    <p:animEffect transition="in" filter="slide(fromBottom)">
                                      <p:cBhvr>
                                        <p:cTn id="75" dur="500"/>
                                        <p:tgtEl>
                                          <p:spTgt spid="376020"/>
                                        </p:tgtEl>
                                      </p:cBhvr>
                                    </p:animEffect>
                                  </p:childTnLst>
                                </p:cTn>
                              </p:par>
                            </p:childTnLst>
                          </p:cTn>
                        </p:par>
                      </p:childTnLst>
                    </p:cTn>
                  </p:par>
                  <p:par>
                    <p:cTn id="76" fill="hold">
                      <p:stCondLst>
                        <p:cond delay="indefinite"/>
                      </p:stCondLst>
                      <p:childTnLst>
                        <p:par>
                          <p:cTn id="77" fill="hold">
                            <p:stCondLst>
                              <p:cond delay="0"/>
                            </p:stCondLst>
                            <p:childTnLst>
                              <p:par>
                                <p:cTn id="78" presetID="12" presetClass="entr" presetSubtype="4" fill="hold" grpId="0" nodeType="clickEffect">
                                  <p:stCondLst>
                                    <p:cond delay="0"/>
                                  </p:stCondLst>
                                  <p:childTnLst>
                                    <p:set>
                                      <p:cBhvr>
                                        <p:cTn id="79" dur="1" fill="hold">
                                          <p:stCondLst>
                                            <p:cond delay="0"/>
                                          </p:stCondLst>
                                        </p:cTn>
                                        <p:tgtEl>
                                          <p:spTgt spid="376022"/>
                                        </p:tgtEl>
                                        <p:attrNameLst>
                                          <p:attrName>style.visibility</p:attrName>
                                        </p:attrNameLst>
                                      </p:cBhvr>
                                      <p:to>
                                        <p:strVal val="visible"/>
                                      </p:to>
                                    </p:set>
                                    <p:animEffect transition="in" filter="slide(fromBottom)">
                                      <p:cBhvr>
                                        <p:cTn id="80" dur="500"/>
                                        <p:tgtEl>
                                          <p:spTgt spid="376022"/>
                                        </p:tgtEl>
                                      </p:cBhvr>
                                    </p:animEffect>
                                  </p:childTnLst>
                                </p:cTn>
                              </p:par>
                            </p:childTnLst>
                          </p:cTn>
                        </p:par>
                      </p:childTnLst>
                    </p:cTn>
                  </p:par>
                  <p:par>
                    <p:cTn id="81" fill="hold">
                      <p:stCondLst>
                        <p:cond delay="indefinite"/>
                      </p:stCondLst>
                      <p:childTnLst>
                        <p:par>
                          <p:cTn id="82" fill="hold">
                            <p:stCondLst>
                              <p:cond delay="0"/>
                            </p:stCondLst>
                            <p:childTnLst>
                              <p:par>
                                <p:cTn id="83" presetID="12" presetClass="entr" presetSubtype="4" fill="hold" grpId="0" nodeType="clickEffect">
                                  <p:stCondLst>
                                    <p:cond delay="0"/>
                                  </p:stCondLst>
                                  <p:childTnLst>
                                    <p:set>
                                      <p:cBhvr>
                                        <p:cTn id="84" dur="1" fill="hold">
                                          <p:stCondLst>
                                            <p:cond delay="0"/>
                                          </p:stCondLst>
                                        </p:cTn>
                                        <p:tgtEl>
                                          <p:spTgt spid="376043"/>
                                        </p:tgtEl>
                                        <p:attrNameLst>
                                          <p:attrName>style.visibility</p:attrName>
                                        </p:attrNameLst>
                                      </p:cBhvr>
                                      <p:to>
                                        <p:strVal val="visible"/>
                                      </p:to>
                                    </p:set>
                                    <p:animEffect transition="in" filter="slide(fromBottom)">
                                      <p:cBhvr>
                                        <p:cTn id="85" dur="500"/>
                                        <p:tgtEl>
                                          <p:spTgt spid="376043"/>
                                        </p:tgtEl>
                                      </p:cBhvr>
                                    </p:animEffect>
                                  </p:childTnLst>
                                </p:cTn>
                              </p:par>
                            </p:childTnLst>
                          </p:cTn>
                        </p:par>
                      </p:childTnLst>
                    </p:cTn>
                  </p:par>
                  <p:par>
                    <p:cTn id="86" fill="hold">
                      <p:stCondLst>
                        <p:cond delay="indefinite"/>
                      </p:stCondLst>
                      <p:childTnLst>
                        <p:par>
                          <p:cTn id="87" fill="hold">
                            <p:stCondLst>
                              <p:cond delay="0"/>
                            </p:stCondLst>
                            <p:childTnLst>
                              <p:par>
                                <p:cTn id="88" presetID="12" presetClass="entr" presetSubtype="4" fill="hold" grpId="0" nodeType="clickEffect">
                                  <p:stCondLst>
                                    <p:cond delay="0"/>
                                  </p:stCondLst>
                                  <p:childTnLst>
                                    <p:set>
                                      <p:cBhvr>
                                        <p:cTn id="89" dur="1" fill="hold">
                                          <p:stCondLst>
                                            <p:cond delay="0"/>
                                          </p:stCondLst>
                                        </p:cTn>
                                        <p:tgtEl>
                                          <p:spTgt spid="376023"/>
                                        </p:tgtEl>
                                        <p:attrNameLst>
                                          <p:attrName>style.visibility</p:attrName>
                                        </p:attrNameLst>
                                      </p:cBhvr>
                                      <p:to>
                                        <p:strVal val="visible"/>
                                      </p:to>
                                    </p:set>
                                    <p:animEffect transition="in" filter="slide(fromBottom)">
                                      <p:cBhvr>
                                        <p:cTn id="90" dur="500"/>
                                        <p:tgtEl>
                                          <p:spTgt spid="376023"/>
                                        </p:tgtEl>
                                      </p:cBhvr>
                                    </p:animEffect>
                                  </p:childTnLst>
                                </p:cTn>
                              </p:par>
                            </p:childTnLst>
                          </p:cTn>
                        </p:par>
                      </p:childTnLst>
                    </p:cTn>
                  </p:par>
                  <p:par>
                    <p:cTn id="91" fill="hold">
                      <p:stCondLst>
                        <p:cond delay="indefinite"/>
                      </p:stCondLst>
                      <p:childTnLst>
                        <p:par>
                          <p:cTn id="92" fill="hold">
                            <p:stCondLst>
                              <p:cond delay="0"/>
                            </p:stCondLst>
                            <p:childTnLst>
                              <p:par>
                                <p:cTn id="93" presetID="12" presetClass="entr" presetSubtype="4" fill="hold" grpId="0" nodeType="clickEffect">
                                  <p:stCondLst>
                                    <p:cond delay="0"/>
                                  </p:stCondLst>
                                  <p:childTnLst>
                                    <p:set>
                                      <p:cBhvr>
                                        <p:cTn id="94" dur="1" fill="hold">
                                          <p:stCondLst>
                                            <p:cond delay="0"/>
                                          </p:stCondLst>
                                        </p:cTn>
                                        <p:tgtEl>
                                          <p:spTgt spid="376042"/>
                                        </p:tgtEl>
                                        <p:attrNameLst>
                                          <p:attrName>style.visibility</p:attrName>
                                        </p:attrNameLst>
                                      </p:cBhvr>
                                      <p:to>
                                        <p:strVal val="visible"/>
                                      </p:to>
                                    </p:set>
                                    <p:animEffect transition="in" filter="slide(fromBottom)">
                                      <p:cBhvr>
                                        <p:cTn id="95" dur="500"/>
                                        <p:tgtEl>
                                          <p:spTgt spid="3760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021" grpId="0" animBg="1"/>
      <p:bldP spid="376021" grpId="1" animBg="1"/>
      <p:bldP spid="376022" grpId="0" animBg="1"/>
      <p:bldP spid="376023" grpId="0" animBg="1"/>
      <p:bldP spid="376040" grpId="0"/>
      <p:bldP spid="376040" grpId="1"/>
      <p:bldP spid="376041" grpId="0"/>
      <p:bldP spid="376042" grpId="0" animBg="1"/>
      <p:bldP spid="376043" grpId="0" animBg="1"/>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8533" name="Rectangle 5"/>
          <p:cNvSpPr/>
          <p:nvPr/>
        </p:nvSpPr>
        <p:spPr bwMode="auto">
          <a:xfrm>
            <a:off x="3390900" y="4321175"/>
            <a:ext cx="360363" cy="360363"/>
          </a:xfrm>
          <a:prstGeom prst="rect">
            <a:avLst/>
          </a:prstGeom>
          <a:solidFill>
            <a:srgbClr val="FF99CC"/>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78532" name="Rectangle 4"/>
          <p:cNvSpPr/>
          <p:nvPr/>
        </p:nvSpPr>
        <p:spPr bwMode="auto">
          <a:xfrm>
            <a:off x="3635375" y="2636838"/>
            <a:ext cx="360363" cy="360362"/>
          </a:xfrm>
          <a:prstGeom prst="rect">
            <a:avLst/>
          </a:prstGeom>
          <a:solidFill>
            <a:srgbClr val="FF99CC"/>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78530" name="Rectangle 2"/>
          <p:cNvSpPr/>
          <p:nvPr>
            <p:ph type="title"/>
          </p:nvPr>
        </p:nvSpPr>
        <p:spPr>
          <a:xfrm>
            <a:off x="681038" y="333375"/>
            <a:ext cx="8212137" cy="839788"/>
          </a:xfrm>
        </p:spPr>
        <p:txBody>
          <a:bodyPr/>
          <a:lstStyle/>
          <a:p>
            <a:pPr>
              <a:defRPr/>
            </a:pPr>
            <a:r>
              <a:rPr lang="zh-CN" altLang="en-US" dirty="0"/>
              <a:t>例</a:t>
            </a:r>
            <a:r>
              <a:rPr lang="en-US" altLang="zh-CN" dirty="0"/>
              <a:t>6.2 —</a:t>
            </a:r>
            <a:r>
              <a:rPr lang="zh-CN" altLang="en-US" dirty="0"/>
              <a:t>打印最高分</a:t>
            </a:r>
            <a:endParaRPr lang="zh-CN" altLang="en-US" dirty="0"/>
          </a:p>
        </p:txBody>
      </p:sp>
      <p:sp>
        <p:nvSpPr>
          <p:cNvPr id="278531" name="Rectangle 3"/>
          <p:cNvSpPr/>
          <p:nvPr>
            <p:ph idx="1"/>
          </p:nvPr>
        </p:nvSpPr>
        <p:spPr>
          <a:xfrm>
            <a:off x="136525" y="1341438"/>
            <a:ext cx="8785225" cy="5256212"/>
          </a:xfrm>
        </p:spPr>
        <p:txBody>
          <a:bodyPr/>
          <a:lstStyle/>
          <a:p>
            <a:pPr eaLnBrk="1"/>
            <a:r>
              <a:rPr lang="zh-CN" altLang="en-US" sz="2400">
                <a:ea typeface="宋体" charset="-122"/>
              </a:rPr>
              <a:t>从键盘输入学生人数</a:t>
            </a:r>
            <a:r>
              <a:rPr lang="en-US" altLang="zh-CN" sz="2400">
                <a:solidFill>
                  <a:schemeClr val="tx1"/>
                </a:solidFill>
                <a:latin typeface="Courier New" charset="0"/>
                <a:ea typeface="宋体" charset="-122"/>
              </a:rPr>
              <a:t>n</a:t>
            </a:r>
            <a:r>
              <a:rPr lang="zh-CN" altLang="en-US" sz="2400">
                <a:ea typeface="宋体" charset="-122"/>
              </a:rPr>
              <a:t>；</a:t>
            </a:r>
            <a:endParaRPr lang="zh-CN" altLang="en-US" sz="2400">
              <a:ea typeface="宋体" charset="-122"/>
            </a:endParaRPr>
          </a:p>
          <a:p>
            <a:pPr eaLnBrk="1"/>
            <a:r>
              <a:rPr lang="zh-CN" altLang="en-US" sz="2400">
                <a:ea typeface="宋体" charset="-122"/>
              </a:rPr>
              <a:t>从键盘输入所有学生的学号和成绩分别存入数组</a:t>
            </a:r>
            <a:r>
              <a:rPr lang="en-US" altLang="zh-CN" sz="2400">
                <a:solidFill>
                  <a:schemeClr val="tx1"/>
                </a:solidFill>
                <a:latin typeface="Courier New" charset="0"/>
                <a:ea typeface="宋体" charset="-122"/>
              </a:rPr>
              <a:t>num</a:t>
            </a:r>
            <a:r>
              <a:rPr lang="zh-CN" altLang="en-US" sz="2400">
                <a:latin typeface="Courier New" charset="0"/>
                <a:ea typeface="宋体" charset="-122"/>
              </a:rPr>
              <a:t>和</a:t>
            </a:r>
            <a:r>
              <a:rPr lang="en-US" altLang="zh-CN" sz="2400">
                <a:solidFill>
                  <a:schemeClr val="tx1"/>
                </a:solidFill>
                <a:latin typeface="Courier New" charset="0"/>
                <a:ea typeface="宋体" charset="-122"/>
              </a:rPr>
              <a:t>score</a:t>
            </a:r>
            <a:endParaRPr lang="zh-CN" altLang="en-US" sz="2400">
              <a:solidFill>
                <a:schemeClr val="tx1"/>
              </a:solidFill>
              <a:latin typeface="Courier New" charset="0"/>
              <a:ea typeface="宋体" charset="-122"/>
            </a:endParaRPr>
          </a:p>
          <a:p>
            <a:pPr eaLnBrk="1"/>
            <a:r>
              <a:rPr lang="zh-CN" altLang="en-US" sz="2400">
                <a:ea typeface="宋体" charset="-122"/>
              </a:rPr>
              <a:t>假设其中的一个学生成绩为最高</a:t>
            </a:r>
            <a:endParaRPr lang="zh-CN" altLang="en-US" sz="2400">
              <a:ea typeface="宋体" charset="-122"/>
            </a:endParaRPr>
          </a:p>
          <a:p>
            <a:pPr eaLnBrk="1">
              <a:buFont typeface="Monotype Sorts" charset="2"/>
              <a:buNone/>
            </a:pPr>
            <a:r>
              <a:rPr lang="en-US" altLang="zh-CN" sz="2400">
                <a:ea typeface="宋体" charset="-122"/>
              </a:rPr>
              <a:t>	</a:t>
            </a:r>
            <a:r>
              <a:rPr lang="en-US" altLang="zh-CN" sz="2400">
                <a:solidFill>
                  <a:schemeClr val="tx1"/>
                </a:solidFill>
                <a:latin typeface="Courier New" charset="0"/>
                <a:ea typeface="宋体" charset="-122"/>
              </a:rPr>
              <a:t>maxScore = score[0];	</a:t>
            </a:r>
            <a:endParaRPr lang="zh-CN" altLang="en-US" sz="2400">
              <a:solidFill>
                <a:schemeClr val="tx1"/>
              </a:solidFill>
              <a:latin typeface="Courier New" charset="0"/>
              <a:ea typeface="宋体" charset="-122"/>
            </a:endParaRPr>
          </a:p>
          <a:p>
            <a:pPr eaLnBrk="1"/>
            <a:r>
              <a:rPr lang="zh-CN" altLang="en-US" sz="2400">
                <a:latin typeface="Courier New" charset="0"/>
                <a:ea typeface="宋体" charset="-122"/>
              </a:rPr>
              <a:t>对所有学生成绩进行比较，即</a:t>
            </a:r>
            <a:endParaRPr lang="zh-CN" altLang="en-US" sz="2400">
              <a:latin typeface="Courier New" charset="0"/>
              <a:ea typeface="宋体" charset="-122"/>
            </a:endParaRPr>
          </a:p>
          <a:p>
            <a:pPr eaLnBrk="1">
              <a:buFont typeface="Monotype Sorts" charset="2"/>
              <a:buNone/>
            </a:pPr>
            <a:r>
              <a:rPr lang="zh-CN" altLang="en-US" sz="2400">
                <a:latin typeface="Courier New" charset="0"/>
                <a:ea typeface="宋体" charset="-122"/>
              </a:rPr>
              <a:t>      </a:t>
            </a:r>
            <a:r>
              <a:rPr lang="en-US" altLang="zh-CN" sz="2400">
                <a:solidFill>
                  <a:schemeClr val="tx1"/>
                </a:solidFill>
                <a:latin typeface="Courier New" charset="0"/>
                <a:ea typeface="宋体" charset="-122"/>
              </a:rPr>
              <a:t>for (i=1; i&lt;n; i++)</a:t>
            </a:r>
            <a:endParaRPr lang="en-US" altLang="zh-CN" sz="2400">
              <a:solidFill>
                <a:schemeClr val="tx1"/>
              </a:solidFill>
              <a:latin typeface="Courier New" charset="0"/>
              <a:ea typeface="宋体" charset="-122"/>
            </a:endParaRPr>
          </a:p>
          <a:p>
            <a:pPr eaLnBrk="1">
              <a:buFont typeface="Monotype Sorts" charset="2"/>
              <a:buNone/>
            </a:pPr>
            <a:r>
              <a:rPr lang="en-US" altLang="zh-CN" sz="2400">
                <a:solidFill>
                  <a:schemeClr val="tx1"/>
                </a:solidFill>
                <a:latin typeface="Courier New" charset="0"/>
                <a:ea typeface="宋体" charset="-122"/>
              </a:rPr>
              <a:t>      { </a:t>
            </a:r>
            <a:endParaRPr lang="en-US" altLang="zh-CN" sz="2400">
              <a:solidFill>
                <a:schemeClr val="tx1"/>
              </a:solidFill>
              <a:latin typeface="Courier New" charset="0"/>
              <a:ea typeface="宋体" charset="-122"/>
            </a:endParaRPr>
          </a:p>
          <a:p>
            <a:pPr eaLnBrk="1">
              <a:buFont typeface="Monotype Sorts" charset="2"/>
              <a:buNone/>
            </a:pPr>
            <a:r>
              <a:rPr lang="en-US" altLang="zh-CN" sz="2400">
                <a:solidFill>
                  <a:schemeClr val="tx1"/>
                </a:solidFill>
                <a:latin typeface="Courier New" charset="0"/>
                <a:ea typeface="宋体" charset="-122"/>
              </a:rPr>
              <a:t>          	</a:t>
            </a:r>
            <a:r>
              <a:rPr lang="zh-CN" altLang="en-US" sz="2400">
                <a:solidFill>
                  <a:schemeClr val="tx1"/>
                </a:solidFill>
                <a:latin typeface="Courier New" charset="0"/>
                <a:ea typeface="宋体" charset="-122"/>
              </a:rPr>
              <a:t>若</a:t>
            </a:r>
            <a:r>
              <a:rPr lang="en-US" altLang="zh-CN" sz="2400">
                <a:solidFill>
                  <a:schemeClr val="tx1"/>
                </a:solidFill>
                <a:latin typeface="Courier New" charset="0"/>
                <a:ea typeface="宋体" charset="-122"/>
              </a:rPr>
              <a:t>score[i] &gt; maxScore</a:t>
            </a:r>
            <a:endParaRPr lang="zh-CN" altLang="en-US" sz="2400">
              <a:solidFill>
                <a:schemeClr val="tx1"/>
              </a:solidFill>
              <a:latin typeface="Courier New" charset="0"/>
              <a:ea typeface="宋体" charset="-122"/>
            </a:endParaRPr>
          </a:p>
          <a:p>
            <a:pPr eaLnBrk="1">
              <a:buFont typeface="Monotype Sorts" charset="2"/>
              <a:buNone/>
            </a:pPr>
            <a:r>
              <a:rPr lang="zh-CN" altLang="en-US" sz="2400">
                <a:solidFill>
                  <a:schemeClr val="tx1"/>
                </a:solidFill>
                <a:latin typeface="Courier New" charset="0"/>
                <a:ea typeface="宋体" charset="-122"/>
              </a:rPr>
              <a:t>			则修改</a:t>
            </a:r>
            <a:r>
              <a:rPr lang="en-US" altLang="zh-CN" sz="2400">
                <a:solidFill>
                  <a:schemeClr val="tx1"/>
                </a:solidFill>
                <a:latin typeface="Courier New" charset="0"/>
                <a:ea typeface="宋体" charset="-122"/>
              </a:rPr>
              <a:t>maxScore</a:t>
            </a:r>
            <a:r>
              <a:rPr lang="zh-CN" altLang="en-US" sz="2400">
                <a:solidFill>
                  <a:schemeClr val="tx1"/>
                </a:solidFill>
                <a:latin typeface="Courier New" charset="0"/>
                <a:ea typeface="宋体" charset="-122"/>
              </a:rPr>
              <a:t>值为</a:t>
            </a:r>
            <a:r>
              <a:rPr lang="en-US" altLang="zh-CN" sz="2400">
                <a:solidFill>
                  <a:schemeClr val="tx1"/>
                </a:solidFill>
                <a:latin typeface="Courier New" charset="0"/>
                <a:ea typeface="宋体" charset="-122"/>
              </a:rPr>
              <a:t>score[i]</a:t>
            </a:r>
            <a:endParaRPr lang="zh-CN" altLang="en-US" sz="2400">
              <a:solidFill>
                <a:schemeClr val="tx1"/>
              </a:solidFill>
              <a:latin typeface="Courier New" charset="0"/>
              <a:ea typeface="宋体" charset="-122"/>
            </a:endParaRPr>
          </a:p>
          <a:p>
            <a:pPr eaLnBrk="1">
              <a:buFont typeface="Monotype Sorts" charset="2"/>
              <a:buNone/>
            </a:pPr>
            <a:r>
              <a:rPr lang="zh-CN" altLang="en-US" sz="2400">
                <a:solidFill>
                  <a:schemeClr val="tx1"/>
                </a:solidFill>
                <a:latin typeface="Courier New" charset="0"/>
                <a:ea typeface="宋体" charset="-122"/>
              </a:rPr>
              <a:t>		 </a:t>
            </a:r>
            <a:r>
              <a:rPr lang="en-US" altLang="zh-CN" sz="2400">
                <a:solidFill>
                  <a:schemeClr val="tx1"/>
                </a:solidFill>
                <a:latin typeface="Courier New" charset="0"/>
                <a:ea typeface="宋体" charset="-122"/>
              </a:rPr>
              <a:t>}</a:t>
            </a:r>
            <a:endParaRPr lang="en-US" altLang="zh-CN" sz="2400">
              <a:solidFill>
                <a:schemeClr val="tx1"/>
              </a:solidFill>
              <a:latin typeface="Courier New" charset="0"/>
              <a:ea typeface="宋体" charset="-122"/>
            </a:endParaRPr>
          </a:p>
          <a:p>
            <a:pPr eaLnBrk="1"/>
            <a:r>
              <a:rPr lang="zh-CN" altLang="en-US" sz="2400">
                <a:latin typeface="Courier New" charset="0"/>
                <a:ea typeface="宋体" charset="-122"/>
              </a:rPr>
              <a:t>打印最高分</a:t>
            </a:r>
            <a:r>
              <a:rPr lang="en-US" altLang="zh-CN" sz="2400">
                <a:solidFill>
                  <a:schemeClr val="tx1"/>
                </a:solidFill>
                <a:latin typeface="Courier New" charset="0"/>
                <a:ea typeface="宋体" charset="-122"/>
              </a:rPr>
              <a:t>maxScore</a:t>
            </a:r>
            <a:endParaRPr lang="zh-CN" altLang="en-US" sz="2400">
              <a:solidFill>
                <a:schemeClr val="tx1"/>
              </a:solidFill>
              <a:latin typeface="Courier New" charset="0"/>
              <a:ea typeface="宋体" charset="-122"/>
            </a:endParaRPr>
          </a:p>
        </p:txBody>
      </p:sp>
      <p:sp>
        <p:nvSpPr>
          <p:cNvPr id="2" name="日期占位符 1"/>
          <p:cNvSpPr/>
          <p:nvPr>
            <p:ph type="dt" sz="half" idx="10"/>
          </p:nvPr>
        </p:nvSpPr>
        <p:spPr/>
        <p:txBody>
          <a:bodyPr/>
          <a:lstStyle/>
          <a:p>
            <a:fld id="{70848C7E-047C-DC47-8DA9-99003FD79803}" type="datetime1">
              <a:rPr lang="zh-CN" altLang="en-US" smtClean="0"/>
            </a:fld>
            <a:endParaRPr lang="en-US" dirty="0"/>
          </a:p>
        </p:txBody>
      </p:sp>
      <p:sp>
        <p:nvSpPr>
          <p:cNvPr id="4" name="幻灯片编号占位符 3"/>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7093" name="Rectangle 5"/>
          <p:cNvSpPr/>
          <p:nvPr/>
        </p:nvSpPr>
        <p:spPr bwMode="auto">
          <a:xfrm>
            <a:off x="611188" y="3429000"/>
            <a:ext cx="5832475" cy="2232025"/>
          </a:xfrm>
          <a:prstGeom prst="rect">
            <a:avLst/>
          </a:prstGeom>
          <a:solidFill>
            <a:schemeClr val="accent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17094" name="Rectangle 6"/>
          <p:cNvSpPr/>
          <p:nvPr/>
        </p:nvSpPr>
        <p:spPr bwMode="auto">
          <a:xfrm>
            <a:off x="1042988" y="4005263"/>
            <a:ext cx="4608512" cy="1368425"/>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17092" name="Rectangle 4"/>
          <p:cNvSpPr/>
          <p:nvPr>
            <p:ph type="title"/>
          </p:nvPr>
        </p:nvSpPr>
        <p:spPr>
          <a:xfrm>
            <a:off x="2700338" y="333375"/>
            <a:ext cx="6192837" cy="839788"/>
          </a:xfrm>
        </p:spPr>
        <p:txBody>
          <a:bodyPr/>
          <a:lstStyle/>
          <a:p>
            <a:pPr>
              <a:defRPr/>
            </a:pPr>
            <a:r>
              <a:rPr lang="zh-CN" altLang="en-US" sz="4800" dirty="0"/>
              <a:t>例</a:t>
            </a:r>
            <a:r>
              <a:rPr lang="en-US" altLang="zh-CN" sz="4800" dirty="0"/>
              <a:t>6.2 —</a:t>
            </a:r>
            <a:r>
              <a:rPr lang="zh-CN" altLang="en-US" sz="4800" dirty="0"/>
              <a:t>打印最高分</a:t>
            </a:r>
            <a:endParaRPr lang="zh-CN" altLang="en-US" sz="4800" dirty="0"/>
          </a:p>
        </p:txBody>
      </p:sp>
      <p:sp>
        <p:nvSpPr>
          <p:cNvPr id="217091" name="Rectangle 3"/>
          <p:cNvSpPr/>
          <p:nvPr>
            <p:ph idx="1"/>
          </p:nvPr>
        </p:nvSpPr>
        <p:spPr>
          <a:xfrm>
            <a:off x="179388" y="260350"/>
            <a:ext cx="8640762" cy="6524625"/>
          </a:xfrm>
        </p:spPr>
        <p:txBody>
          <a:bodyPr>
            <a:normAutofit fontScale="92500" lnSpcReduction="20000"/>
          </a:bodyPr>
          <a:lstStyle/>
          <a:p>
            <a:pPr eaLnBrk="1">
              <a:lnSpc>
                <a:spcPct val="85000"/>
              </a:lnSpc>
              <a:buFont typeface="Monotype Sorts" charset="2"/>
              <a:buNone/>
              <a:defRPr/>
            </a:pPr>
            <a:r>
              <a:rPr lang="fr-FR" altLang="zh-CN" sz="2000" dirty="0">
                <a:solidFill>
                  <a:schemeClr val="accent2"/>
                </a:solidFill>
                <a:latin typeface="Courier New" charset="0"/>
                <a:ea typeface="宋体" charset="-122"/>
              </a:rPr>
              <a:t>......</a:t>
            </a:r>
            <a:endParaRPr lang="fr-FR" altLang="zh-CN" sz="2000" dirty="0">
              <a:solidFill>
                <a:schemeClr val="accent2"/>
              </a:solidFill>
              <a:latin typeface="Courier New" charset="0"/>
              <a:ea typeface="宋体" charset="-122"/>
            </a:endParaRPr>
          </a:p>
          <a:p>
            <a:pPr eaLnBrk="1">
              <a:lnSpc>
                <a:spcPct val="85000"/>
              </a:lnSpc>
              <a:buFont typeface="Monotype Sorts" charset="2"/>
              <a:buNone/>
              <a:defRPr/>
            </a:pPr>
            <a:r>
              <a:rPr lang="fr-FR" altLang="zh-CN" sz="2000" dirty="0">
                <a:solidFill>
                  <a:schemeClr val="tx1"/>
                </a:solidFill>
                <a:latin typeface="Courier New" charset="0"/>
                <a:ea typeface="宋体" charset="-122"/>
              </a:rPr>
              <a:t>main()</a:t>
            </a:r>
            <a:endParaRPr lang="fr-FR" altLang="zh-CN" sz="2000" dirty="0">
              <a:solidFill>
                <a:schemeClr val="tx1"/>
              </a:solidFill>
              <a:latin typeface="Courier New" charset="0"/>
              <a:ea typeface="宋体" charset="-122"/>
            </a:endParaRPr>
          </a:p>
          <a:p>
            <a:pPr eaLnBrk="1">
              <a:lnSpc>
                <a:spcPct val="85000"/>
              </a:lnSpc>
              <a:buFont typeface="Monotype Sorts" charset="2"/>
              <a:buNone/>
              <a:defRPr/>
            </a:pP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85000"/>
              </a:lnSpc>
              <a:buFont typeface="Monotype Sorts" charset="2"/>
              <a:buNone/>
              <a:defRPr/>
            </a:pP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85000"/>
              </a:lnSpc>
              <a:buFont typeface="Monotype Sorts" charset="2"/>
              <a:buNone/>
              <a:defRPr/>
            </a:pPr>
            <a:r>
              <a:rPr lang="fr-FR" altLang="zh-CN" sz="2000" dirty="0">
                <a:solidFill>
                  <a:schemeClr val="tx1"/>
                </a:solidFill>
                <a:latin typeface="Courier New" charset="0"/>
                <a:ea typeface="宋体" charset="-122"/>
              </a:rPr>
              <a:t>	</a:t>
            </a:r>
            <a:r>
              <a:rPr lang="fr-FR" altLang="zh-CN" sz="2000" dirty="0">
                <a:solidFill>
                  <a:schemeClr val="accent2"/>
                </a:solidFill>
                <a:latin typeface="Courier New" charset="0"/>
                <a:ea typeface="宋体" charset="-122"/>
              </a:rPr>
              <a:t>for</a:t>
            </a:r>
            <a:r>
              <a:rPr lang="fr-FR" altLang="zh-CN" sz="2000" dirty="0">
                <a:solidFill>
                  <a:schemeClr val="tx1"/>
                </a:solidFill>
                <a:latin typeface="Courier New" charset="0"/>
                <a:ea typeface="宋体" charset="-122"/>
              </a:rPr>
              <a:t> (i=0; i&lt;n; i++) </a:t>
            </a:r>
            <a:endParaRPr lang="fr-FR" altLang="zh-CN" sz="2000" dirty="0">
              <a:solidFill>
                <a:schemeClr val="tx1"/>
              </a:solidFill>
              <a:latin typeface="Courier New" charset="0"/>
              <a:ea typeface="宋体" charset="-122"/>
            </a:endParaRPr>
          </a:p>
          <a:p>
            <a:pPr eaLnBrk="1">
              <a:lnSpc>
                <a:spcPct val="85000"/>
              </a:lnSpc>
              <a:buFont typeface="Monotype Sorts" charset="2"/>
              <a:buNone/>
              <a:defRPr/>
            </a:pP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85000"/>
              </a:lnSpc>
              <a:buFont typeface="Monotype Sorts" charset="2"/>
              <a:buNone/>
              <a:defRPr/>
            </a:pPr>
            <a:r>
              <a:rPr lang="fr-FR" altLang="zh-CN" sz="2000" dirty="0">
                <a:solidFill>
                  <a:schemeClr val="tx1"/>
                </a:solidFill>
                <a:latin typeface="Courier New" charset="0"/>
                <a:ea typeface="宋体" charset="-122"/>
              </a:rPr>
              <a:t>   	</a:t>
            </a:r>
            <a:r>
              <a:rPr lang="fr-FR" altLang="zh-CN" sz="2000" dirty="0" err="1">
                <a:solidFill>
                  <a:schemeClr val="tx1"/>
                </a:solidFill>
                <a:latin typeface="Courier New" charset="0"/>
                <a:ea typeface="宋体" charset="-122"/>
              </a:rPr>
              <a:t>scanf</a:t>
            </a:r>
            <a:r>
              <a:rPr lang="fr-FR" altLang="zh-CN" sz="2000" dirty="0">
                <a:solidFill>
                  <a:schemeClr val="tx1"/>
                </a:solidFill>
                <a:latin typeface="Courier New" charset="0"/>
                <a:ea typeface="宋体" charset="-122"/>
              </a:rPr>
              <a:t>("%</a:t>
            </a:r>
            <a:r>
              <a:rPr lang="fr-FR" altLang="zh-CN" sz="2000" dirty="0" err="1">
                <a:solidFill>
                  <a:schemeClr val="tx1"/>
                </a:solidFill>
                <a:latin typeface="Courier New" charset="0"/>
                <a:ea typeface="宋体" charset="-122"/>
              </a:rPr>
              <a:t>ld%f</a:t>
            </a:r>
            <a:r>
              <a:rPr lang="fr-FR" altLang="zh-CN" sz="2000" dirty="0">
                <a:solidFill>
                  <a:schemeClr val="tx1"/>
                </a:solidFill>
                <a:latin typeface="Courier New" charset="0"/>
                <a:ea typeface="宋体" charset="-122"/>
              </a:rPr>
              <a:t>", &amp;</a:t>
            </a:r>
            <a:r>
              <a:rPr lang="fr-FR" altLang="zh-CN" sz="2000" dirty="0" err="1">
                <a:solidFill>
                  <a:schemeClr val="tx1"/>
                </a:solidFill>
                <a:latin typeface="Courier New" charset="0"/>
                <a:ea typeface="宋体" charset="-122"/>
              </a:rPr>
              <a:t>num</a:t>
            </a:r>
            <a:r>
              <a:rPr lang="fr-FR" altLang="zh-CN" sz="2000" dirty="0">
                <a:solidFill>
                  <a:schemeClr val="tx1"/>
                </a:solidFill>
                <a:latin typeface="Courier New" charset="0"/>
                <a:ea typeface="宋体" charset="-122"/>
              </a:rPr>
              <a:t>[i], &amp;score[i]);       </a:t>
            </a:r>
            <a:endParaRPr lang="fr-FR" altLang="zh-CN" sz="2000" dirty="0">
              <a:solidFill>
                <a:schemeClr val="tx1"/>
              </a:solidFill>
              <a:latin typeface="Courier New" charset="0"/>
              <a:ea typeface="宋体" charset="-122"/>
            </a:endParaRPr>
          </a:p>
          <a:p>
            <a:pPr eaLnBrk="1">
              <a:lnSpc>
                <a:spcPct val="85000"/>
              </a:lnSpc>
              <a:buFont typeface="Monotype Sorts" charset="2"/>
              <a:buNone/>
              <a:defRPr/>
            </a:pP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85000"/>
              </a:lnSpc>
              <a:buFont typeface="Monotype Sorts" charset="2"/>
              <a:buNone/>
              <a:defRPr/>
            </a:pPr>
            <a:endParaRPr lang="fr-FR" altLang="zh-CN" sz="2000" dirty="0">
              <a:solidFill>
                <a:schemeClr val="tx1"/>
              </a:solidFill>
              <a:latin typeface="Courier New" charset="0"/>
              <a:ea typeface="宋体" charset="-122"/>
            </a:endParaRPr>
          </a:p>
          <a:p>
            <a:pPr eaLnBrk="1">
              <a:lnSpc>
                <a:spcPct val="85000"/>
              </a:lnSpc>
              <a:buFont typeface="Monotype Sorts" charset="2"/>
              <a:buNone/>
              <a:defRPr/>
            </a:pPr>
            <a:r>
              <a:rPr lang="fr-FR" altLang="zh-CN" sz="2000" dirty="0">
                <a:solidFill>
                  <a:schemeClr val="tx1"/>
                </a:solidFill>
                <a:latin typeface="Courier New" charset="0"/>
                <a:ea typeface="宋体" charset="-122"/>
              </a:rPr>
              <a:t>	</a:t>
            </a:r>
            <a:r>
              <a:rPr lang="fr-FR" altLang="zh-CN" sz="2000" dirty="0" err="1">
                <a:solidFill>
                  <a:schemeClr val="hlink"/>
                </a:solidFill>
                <a:latin typeface="Courier New" charset="0"/>
                <a:ea typeface="宋体" charset="-122"/>
              </a:rPr>
              <a:t>maxScore</a:t>
            </a:r>
            <a:r>
              <a:rPr lang="fr-FR" altLang="zh-CN" sz="2000" dirty="0">
                <a:solidFill>
                  <a:schemeClr val="tx1"/>
                </a:solidFill>
                <a:latin typeface="Courier New" charset="0"/>
                <a:ea typeface="宋体" charset="-122"/>
              </a:rPr>
              <a:t> </a:t>
            </a:r>
            <a:r>
              <a:rPr lang="fr-FR" altLang="zh-CN" sz="2000" dirty="0">
                <a:solidFill>
                  <a:schemeClr val="hlink"/>
                </a:solidFill>
                <a:latin typeface="Courier New" charset="0"/>
                <a:ea typeface="宋体" charset="-122"/>
              </a:rPr>
              <a:t>= score[0];</a:t>
            </a: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85000"/>
              </a:lnSpc>
              <a:buFont typeface="Monotype Sorts" charset="2"/>
              <a:buNone/>
              <a:defRPr/>
            </a:pPr>
            <a:r>
              <a:rPr lang="fr-FR" altLang="zh-CN" sz="2000" dirty="0">
                <a:solidFill>
                  <a:schemeClr val="tx1"/>
                </a:solidFill>
                <a:latin typeface="Courier New" charset="0"/>
                <a:ea typeface="宋体" charset="-122"/>
              </a:rPr>
              <a:t>	</a:t>
            </a:r>
            <a:r>
              <a:rPr lang="fr-FR" altLang="zh-CN" sz="2000" dirty="0">
                <a:solidFill>
                  <a:schemeClr val="accent2"/>
                </a:solidFill>
                <a:latin typeface="Courier New" charset="0"/>
                <a:ea typeface="宋体" charset="-122"/>
              </a:rPr>
              <a:t>for</a:t>
            </a:r>
            <a:r>
              <a:rPr lang="fr-FR" altLang="zh-CN" sz="2000" dirty="0">
                <a:solidFill>
                  <a:schemeClr val="tx1"/>
                </a:solidFill>
                <a:latin typeface="Courier New" charset="0"/>
                <a:ea typeface="宋体" charset="-122"/>
              </a:rPr>
              <a:t> (i=1; i&lt;n; i++)                        </a:t>
            </a:r>
            <a:endParaRPr lang="fr-FR" altLang="zh-CN" sz="2000" dirty="0">
              <a:solidFill>
                <a:schemeClr val="tx1"/>
              </a:solidFill>
              <a:latin typeface="Courier New" charset="0"/>
              <a:ea typeface="宋体" charset="-122"/>
            </a:endParaRPr>
          </a:p>
          <a:p>
            <a:pPr eaLnBrk="1">
              <a:lnSpc>
                <a:spcPct val="85000"/>
              </a:lnSpc>
              <a:buFont typeface="Monotype Sorts" charset="2"/>
              <a:buNone/>
              <a:defRPr/>
            </a:pP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85000"/>
              </a:lnSpc>
              <a:buFont typeface="Monotype Sorts" charset="2"/>
              <a:buNone/>
              <a:defRPr/>
            </a:pPr>
            <a:r>
              <a:rPr lang="fr-FR" altLang="zh-CN" sz="2000" dirty="0">
                <a:solidFill>
                  <a:schemeClr val="tx1"/>
                </a:solidFill>
                <a:latin typeface="Courier New" charset="0"/>
                <a:ea typeface="宋体" charset="-122"/>
              </a:rPr>
              <a:t>    	</a:t>
            </a:r>
            <a:r>
              <a:rPr lang="fr-FR" altLang="zh-CN" sz="2000" dirty="0">
                <a:solidFill>
                  <a:schemeClr val="accent2"/>
                </a:solidFill>
                <a:latin typeface="Courier New" charset="0"/>
                <a:ea typeface="宋体" charset="-122"/>
              </a:rPr>
              <a:t>if</a:t>
            </a:r>
            <a:r>
              <a:rPr lang="fr-FR" altLang="zh-CN" sz="2000" dirty="0">
                <a:solidFill>
                  <a:schemeClr val="tx1"/>
                </a:solidFill>
                <a:latin typeface="Courier New" charset="0"/>
                <a:ea typeface="宋体" charset="-122"/>
              </a:rPr>
              <a:t> (score[i] &gt; </a:t>
            </a:r>
            <a:r>
              <a:rPr lang="fr-FR" altLang="zh-CN" sz="2000" dirty="0" err="1">
                <a:solidFill>
                  <a:schemeClr val="tx1"/>
                </a:solidFill>
                <a:latin typeface="Courier New" charset="0"/>
                <a:ea typeface="宋体" charset="-122"/>
              </a:rPr>
              <a:t>maxScore</a:t>
            </a: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85000"/>
              </a:lnSpc>
              <a:buFont typeface="Monotype Sorts" charset="2"/>
              <a:buNone/>
              <a:defRPr/>
            </a:pPr>
            <a:r>
              <a:rPr lang="fr-FR" altLang="zh-CN" sz="2000" dirty="0">
                <a:solidFill>
                  <a:schemeClr val="tx1"/>
                </a:solidFill>
                <a:latin typeface="Courier New" charset="0"/>
                <a:ea typeface="宋体" charset="-122"/>
              </a:rPr>
              <a:t>    	{  	</a:t>
            </a:r>
            <a:endParaRPr lang="fr-FR" altLang="zh-CN" sz="2000" dirty="0">
              <a:solidFill>
                <a:schemeClr val="tx1"/>
              </a:solidFill>
              <a:latin typeface="Courier New" charset="0"/>
              <a:ea typeface="宋体" charset="-122"/>
            </a:endParaRPr>
          </a:p>
          <a:p>
            <a:pPr eaLnBrk="1">
              <a:lnSpc>
                <a:spcPct val="85000"/>
              </a:lnSpc>
              <a:buFont typeface="Monotype Sorts" charset="2"/>
              <a:buNone/>
              <a:defRPr/>
            </a:pPr>
            <a:r>
              <a:rPr lang="fr-FR" altLang="zh-CN" sz="2000" dirty="0">
                <a:solidFill>
                  <a:schemeClr val="tx1"/>
                </a:solidFill>
                <a:latin typeface="Courier New" charset="0"/>
                <a:ea typeface="宋体" charset="-122"/>
              </a:rPr>
              <a:t>   	    </a:t>
            </a:r>
            <a:r>
              <a:rPr lang="fr-FR" altLang="zh-CN" sz="2000" dirty="0" err="1">
                <a:solidFill>
                  <a:schemeClr val="hlink"/>
                </a:solidFill>
                <a:latin typeface="Courier New" charset="0"/>
                <a:ea typeface="宋体" charset="-122"/>
              </a:rPr>
              <a:t>maxScore</a:t>
            </a:r>
            <a:r>
              <a:rPr lang="fr-FR" altLang="zh-CN" sz="2000" dirty="0">
                <a:solidFill>
                  <a:schemeClr val="tx1"/>
                </a:solidFill>
                <a:latin typeface="Courier New" charset="0"/>
                <a:ea typeface="宋体" charset="-122"/>
              </a:rPr>
              <a:t> </a:t>
            </a:r>
            <a:r>
              <a:rPr lang="fr-FR" altLang="zh-CN" sz="2000" dirty="0">
                <a:solidFill>
                  <a:schemeClr val="hlink"/>
                </a:solidFill>
                <a:latin typeface="Courier New" charset="0"/>
                <a:ea typeface="宋体" charset="-122"/>
              </a:rPr>
              <a:t>= score[i];</a:t>
            </a: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85000"/>
              </a:lnSpc>
              <a:buFont typeface="Monotype Sorts" charset="2"/>
              <a:buNone/>
              <a:defRPr/>
            </a:pP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85000"/>
              </a:lnSpc>
              <a:buFont typeface="Monotype Sorts" charset="2"/>
              <a:buNone/>
              <a:defRPr/>
            </a:pP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85000"/>
              </a:lnSpc>
              <a:buFont typeface="Monotype Sorts" charset="2"/>
              <a:buNone/>
              <a:defRPr/>
            </a:pPr>
            <a:r>
              <a:rPr lang="fr-FR" altLang="zh-CN" sz="2000" dirty="0">
                <a:solidFill>
                  <a:schemeClr val="tx1"/>
                </a:solidFill>
                <a:latin typeface="Courier New" charset="0"/>
                <a:ea typeface="宋体" charset="-122"/>
              </a:rPr>
              <a:t>	</a:t>
            </a:r>
            <a:r>
              <a:rPr lang="fr-FR" altLang="zh-CN" sz="2000" dirty="0" err="1">
                <a:solidFill>
                  <a:schemeClr val="tx1"/>
                </a:solidFill>
                <a:latin typeface="Courier New" charset="0"/>
                <a:ea typeface="宋体" charset="-122"/>
              </a:rPr>
              <a:t>printf</a:t>
            </a:r>
            <a:r>
              <a:rPr lang="fr-FR" altLang="zh-CN" sz="2000" dirty="0">
                <a:solidFill>
                  <a:schemeClr val="tx1"/>
                </a:solidFill>
                <a:latin typeface="Courier New" charset="0"/>
                <a:ea typeface="宋体" charset="-122"/>
              </a:rPr>
              <a:t>("</a:t>
            </a:r>
            <a:r>
              <a:rPr lang="fr-FR" altLang="zh-CN" sz="2000" dirty="0" err="1">
                <a:solidFill>
                  <a:schemeClr val="tx1"/>
                </a:solidFill>
                <a:latin typeface="Courier New" charset="0"/>
                <a:ea typeface="宋体" charset="-122"/>
              </a:rPr>
              <a:t>maxScore</a:t>
            </a:r>
            <a:r>
              <a:rPr lang="fr-FR" altLang="zh-CN" sz="2000" dirty="0">
                <a:solidFill>
                  <a:schemeClr val="tx1"/>
                </a:solidFill>
                <a:latin typeface="Courier New" charset="0"/>
                <a:ea typeface="宋体" charset="-122"/>
              </a:rPr>
              <a:t> = %.0f\n", </a:t>
            </a:r>
            <a:r>
              <a:rPr lang="fr-FR" altLang="zh-CN" sz="2000" dirty="0" err="1">
                <a:solidFill>
                  <a:schemeClr val="tx1"/>
                </a:solidFill>
                <a:latin typeface="Courier New" charset="0"/>
                <a:ea typeface="宋体" charset="-122"/>
              </a:rPr>
              <a:t>maxScore</a:t>
            </a: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85000"/>
              </a:lnSpc>
              <a:buFont typeface="Monotype Sorts" charset="2"/>
              <a:buNone/>
              <a:defRPr/>
            </a:pPr>
            <a:r>
              <a:rPr lang="fr-FR" altLang="zh-CN" sz="2000" dirty="0">
                <a:solidFill>
                  <a:schemeClr val="tx1"/>
                </a:solidFill>
                <a:latin typeface="Courier New" charset="0"/>
                <a:ea typeface="宋体" charset="-122"/>
              </a:rPr>
              <a:t>}</a:t>
            </a:r>
            <a:endParaRPr lang="zh-CN" altLang="en-US" sz="2000" dirty="0">
              <a:solidFill>
                <a:schemeClr val="tx1"/>
              </a:solidFill>
              <a:latin typeface="Courier New" charset="0"/>
              <a:ea typeface="宋体" charset="-122"/>
            </a:endParaRPr>
          </a:p>
        </p:txBody>
      </p:sp>
      <p:sp>
        <p:nvSpPr>
          <p:cNvPr id="2" name="日期占位符 1"/>
          <p:cNvSpPr/>
          <p:nvPr>
            <p:ph type="dt" sz="half" idx="10"/>
          </p:nvPr>
        </p:nvSpPr>
        <p:spPr/>
        <p:txBody>
          <a:bodyPr/>
          <a:lstStyle/>
          <a:p>
            <a:fld id="{7E467E11-F81C-C64D-A7B0-0B30DE17D029}" type="datetime1">
              <a:rPr lang="zh-CN" altLang="en-US" smtClean="0"/>
            </a:fld>
            <a:endParaRPr lang="en-US" dirty="0"/>
          </a:p>
        </p:txBody>
      </p:sp>
      <p:sp>
        <p:nvSpPr>
          <p:cNvPr id="4" name="幻灯片编号占位符 3"/>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9797" name="Rectangle 5"/>
          <p:cNvSpPr/>
          <p:nvPr/>
        </p:nvSpPr>
        <p:spPr bwMode="auto">
          <a:xfrm>
            <a:off x="582613" y="3270250"/>
            <a:ext cx="5832475" cy="2232025"/>
          </a:xfrm>
          <a:prstGeom prst="rect">
            <a:avLst/>
          </a:prstGeom>
          <a:solidFill>
            <a:schemeClr val="accent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89798" name="Rectangle 6"/>
          <p:cNvSpPr/>
          <p:nvPr/>
        </p:nvSpPr>
        <p:spPr bwMode="auto">
          <a:xfrm>
            <a:off x="1014413" y="3846513"/>
            <a:ext cx="4608512" cy="1368425"/>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89795" name="Rectangle 3"/>
          <p:cNvSpPr/>
          <p:nvPr>
            <p:ph type="title"/>
          </p:nvPr>
        </p:nvSpPr>
        <p:spPr>
          <a:xfrm>
            <a:off x="2700338" y="333375"/>
            <a:ext cx="6192837" cy="839788"/>
          </a:xfrm>
        </p:spPr>
        <p:txBody>
          <a:bodyPr>
            <a:normAutofit fontScale="90000"/>
          </a:bodyPr>
          <a:lstStyle/>
          <a:p>
            <a:pPr>
              <a:defRPr/>
            </a:pPr>
            <a:r>
              <a:rPr lang="zh-CN" altLang="en-US"/>
              <a:t>例</a:t>
            </a:r>
            <a:r>
              <a:rPr lang="en-US" altLang="zh-CN"/>
              <a:t>6.2 —</a:t>
            </a:r>
            <a:r>
              <a:rPr lang="zh-CN" altLang="en-US"/>
              <a:t>打印最高分及其学生序号 </a:t>
            </a:r>
            <a:endParaRPr lang="zh-CN" altLang="en-US"/>
          </a:p>
        </p:txBody>
      </p:sp>
      <p:sp>
        <p:nvSpPr>
          <p:cNvPr id="289794" name="Rectangle 2"/>
          <p:cNvSpPr/>
          <p:nvPr>
            <p:ph idx="1"/>
          </p:nvPr>
        </p:nvSpPr>
        <p:spPr>
          <a:xfrm>
            <a:off x="179388" y="333375"/>
            <a:ext cx="8640762" cy="6524625"/>
          </a:xfrm>
        </p:spPr>
        <p:txBody>
          <a:bodyPr>
            <a:normAutofit fontScale="92500" lnSpcReduction="20000"/>
          </a:bodyPr>
          <a:lstStyle/>
          <a:p>
            <a:pPr eaLnBrk="1">
              <a:lnSpc>
                <a:spcPct val="75000"/>
              </a:lnSpc>
              <a:buFont typeface="Monotype Sorts" charset="2"/>
              <a:buNone/>
              <a:defRPr/>
            </a:pPr>
            <a:r>
              <a:rPr lang="fr-FR" altLang="zh-CN" sz="2000" dirty="0">
                <a:solidFill>
                  <a:schemeClr val="accent2"/>
                </a:solidFill>
                <a:latin typeface="Courier New" charset="0"/>
                <a:ea typeface="宋体" charset="-122"/>
              </a:rPr>
              <a:t>......</a:t>
            </a:r>
            <a:endParaRPr lang="fr-FR" altLang="zh-CN" sz="2000" dirty="0">
              <a:solidFill>
                <a:schemeClr val="accent2"/>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main()</a:t>
            </a:r>
            <a:endParaRPr lang="fr-FR" altLang="zh-CN" sz="2000" dirty="0">
              <a:solidFill>
                <a:schemeClr val="tx1"/>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	</a:t>
            </a:r>
            <a:r>
              <a:rPr lang="fr-FR" altLang="zh-CN" sz="2000" dirty="0">
                <a:solidFill>
                  <a:schemeClr val="accent2"/>
                </a:solidFill>
                <a:latin typeface="Courier New" charset="0"/>
                <a:ea typeface="宋体" charset="-122"/>
              </a:rPr>
              <a:t>for</a:t>
            </a:r>
            <a:r>
              <a:rPr lang="fr-FR" altLang="zh-CN" sz="2000" dirty="0">
                <a:solidFill>
                  <a:schemeClr val="tx1"/>
                </a:solidFill>
                <a:latin typeface="Courier New" charset="0"/>
                <a:ea typeface="宋体" charset="-122"/>
              </a:rPr>
              <a:t> (i=0; i&lt;n; i++) </a:t>
            </a:r>
            <a:endParaRPr lang="fr-FR" altLang="zh-CN" sz="2000" dirty="0">
              <a:solidFill>
                <a:schemeClr val="tx1"/>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   	</a:t>
            </a:r>
            <a:r>
              <a:rPr lang="fr-FR" altLang="zh-CN" sz="2000" dirty="0" err="1">
                <a:solidFill>
                  <a:schemeClr val="tx1"/>
                </a:solidFill>
                <a:latin typeface="Courier New" charset="0"/>
                <a:ea typeface="宋体" charset="-122"/>
              </a:rPr>
              <a:t>scanf</a:t>
            </a:r>
            <a:r>
              <a:rPr lang="fr-FR" altLang="zh-CN" sz="2000" dirty="0">
                <a:solidFill>
                  <a:schemeClr val="tx1"/>
                </a:solidFill>
                <a:latin typeface="Courier New" charset="0"/>
                <a:ea typeface="宋体" charset="-122"/>
              </a:rPr>
              <a:t>("%</a:t>
            </a:r>
            <a:r>
              <a:rPr lang="fr-FR" altLang="zh-CN" sz="2000" dirty="0" err="1">
                <a:solidFill>
                  <a:schemeClr val="tx1"/>
                </a:solidFill>
                <a:latin typeface="Courier New" charset="0"/>
                <a:ea typeface="宋体" charset="-122"/>
              </a:rPr>
              <a:t>ld%f</a:t>
            </a:r>
            <a:r>
              <a:rPr lang="fr-FR" altLang="zh-CN" sz="2000" dirty="0">
                <a:solidFill>
                  <a:schemeClr val="tx1"/>
                </a:solidFill>
                <a:latin typeface="Courier New" charset="0"/>
                <a:ea typeface="宋体" charset="-122"/>
              </a:rPr>
              <a:t>", &amp;</a:t>
            </a:r>
            <a:r>
              <a:rPr lang="fr-FR" altLang="zh-CN" sz="2000" dirty="0" err="1">
                <a:solidFill>
                  <a:schemeClr val="tx1"/>
                </a:solidFill>
                <a:latin typeface="Courier New" charset="0"/>
                <a:ea typeface="宋体" charset="-122"/>
              </a:rPr>
              <a:t>num</a:t>
            </a:r>
            <a:r>
              <a:rPr lang="fr-FR" altLang="zh-CN" sz="2000" dirty="0">
                <a:solidFill>
                  <a:schemeClr val="tx1"/>
                </a:solidFill>
                <a:latin typeface="Courier New" charset="0"/>
                <a:ea typeface="宋体" charset="-122"/>
              </a:rPr>
              <a:t>[i], &amp;score[i]);       </a:t>
            </a:r>
            <a:endParaRPr lang="fr-FR" altLang="zh-CN" sz="2000" dirty="0">
              <a:solidFill>
                <a:schemeClr val="tx1"/>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	</a:t>
            </a:r>
            <a:r>
              <a:rPr lang="fr-FR" altLang="zh-CN" sz="2000" dirty="0" err="1">
                <a:solidFill>
                  <a:schemeClr val="tx1"/>
                </a:solidFill>
                <a:latin typeface="Courier New" charset="0"/>
                <a:ea typeface="宋体" charset="-122"/>
              </a:rPr>
              <a:t>maxScore</a:t>
            </a:r>
            <a:r>
              <a:rPr lang="fr-FR" altLang="zh-CN" sz="2000" dirty="0">
                <a:solidFill>
                  <a:schemeClr val="tx1"/>
                </a:solidFill>
                <a:latin typeface="Courier New" charset="0"/>
                <a:ea typeface="宋体" charset="-122"/>
              </a:rPr>
              <a:t> = score[0];</a:t>
            </a:r>
            <a:endParaRPr lang="fr-FR" altLang="zh-CN" sz="2000" dirty="0">
              <a:solidFill>
                <a:schemeClr val="tx1"/>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	</a:t>
            </a:r>
            <a:r>
              <a:rPr lang="fr-FR" altLang="zh-CN" sz="2000" dirty="0" err="1">
                <a:solidFill>
                  <a:schemeClr val="hlink"/>
                </a:solidFill>
                <a:latin typeface="Courier New" charset="0"/>
                <a:ea typeface="宋体" charset="-122"/>
              </a:rPr>
              <a:t>maxNum</a:t>
            </a:r>
            <a:r>
              <a:rPr lang="fr-FR" altLang="zh-CN" sz="2000" dirty="0">
                <a:solidFill>
                  <a:schemeClr val="hlink"/>
                </a:solidFill>
                <a:latin typeface="Courier New" charset="0"/>
                <a:ea typeface="宋体" charset="-122"/>
              </a:rPr>
              <a:t> = </a:t>
            </a:r>
            <a:r>
              <a:rPr lang="fr-FR" altLang="zh-CN" sz="2000" dirty="0" err="1">
                <a:solidFill>
                  <a:schemeClr val="hlink"/>
                </a:solidFill>
                <a:latin typeface="Courier New" charset="0"/>
                <a:ea typeface="宋体" charset="-122"/>
              </a:rPr>
              <a:t>num</a:t>
            </a:r>
            <a:r>
              <a:rPr lang="fr-FR" altLang="zh-CN" sz="2000" dirty="0">
                <a:solidFill>
                  <a:schemeClr val="hlink"/>
                </a:solidFill>
                <a:latin typeface="Courier New" charset="0"/>
                <a:ea typeface="宋体" charset="-122"/>
              </a:rPr>
              <a:t>[0];</a:t>
            </a: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	</a:t>
            </a:r>
            <a:r>
              <a:rPr lang="fr-FR" altLang="zh-CN" sz="2000" dirty="0">
                <a:solidFill>
                  <a:schemeClr val="accent2"/>
                </a:solidFill>
                <a:latin typeface="Courier New" charset="0"/>
                <a:ea typeface="宋体" charset="-122"/>
              </a:rPr>
              <a:t>for</a:t>
            </a:r>
            <a:r>
              <a:rPr lang="fr-FR" altLang="zh-CN" sz="2000" dirty="0">
                <a:solidFill>
                  <a:schemeClr val="tx1"/>
                </a:solidFill>
                <a:latin typeface="Courier New" charset="0"/>
                <a:ea typeface="宋体" charset="-122"/>
              </a:rPr>
              <a:t> (i=1; i&lt;n; i++)                        </a:t>
            </a:r>
            <a:endParaRPr lang="fr-FR" altLang="zh-CN" sz="2000" dirty="0">
              <a:solidFill>
                <a:schemeClr val="tx1"/>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    	</a:t>
            </a:r>
            <a:r>
              <a:rPr lang="fr-FR" altLang="zh-CN" sz="2000" dirty="0">
                <a:solidFill>
                  <a:schemeClr val="accent2"/>
                </a:solidFill>
                <a:latin typeface="Courier New" charset="0"/>
                <a:ea typeface="宋体" charset="-122"/>
              </a:rPr>
              <a:t>if</a:t>
            </a:r>
            <a:r>
              <a:rPr lang="fr-FR" altLang="zh-CN" sz="2000" dirty="0">
                <a:solidFill>
                  <a:schemeClr val="tx1"/>
                </a:solidFill>
                <a:latin typeface="Courier New" charset="0"/>
                <a:ea typeface="宋体" charset="-122"/>
              </a:rPr>
              <a:t> (score[i] &gt; </a:t>
            </a:r>
            <a:r>
              <a:rPr lang="fr-FR" altLang="zh-CN" sz="2000" dirty="0" err="1">
                <a:solidFill>
                  <a:schemeClr val="tx1"/>
                </a:solidFill>
                <a:latin typeface="Courier New" charset="0"/>
                <a:ea typeface="宋体" charset="-122"/>
              </a:rPr>
              <a:t>maxScore</a:t>
            </a: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    	{  	</a:t>
            </a:r>
            <a:endParaRPr lang="fr-FR" altLang="zh-CN" sz="2000" dirty="0">
              <a:solidFill>
                <a:schemeClr val="tx1"/>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   	    </a:t>
            </a:r>
            <a:r>
              <a:rPr lang="fr-FR" altLang="zh-CN" sz="2000" dirty="0" err="1">
                <a:solidFill>
                  <a:schemeClr val="tx1"/>
                </a:solidFill>
                <a:latin typeface="Courier New" charset="0"/>
                <a:ea typeface="宋体" charset="-122"/>
              </a:rPr>
              <a:t>maxScore</a:t>
            </a:r>
            <a:r>
              <a:rPr lang="fr-FR" altLang="zh-CN" sz="2000" dirty="0">
                <a:solidFill>
                  <a:schemeClr val="tx1"/>
                </a:solidFill>
                <a:latin typeface="Courier New" charset="0"/>
                <a:ea typeface="宋体" charset="-122"/>
              </a:rPr>
              <a:t> = score[i];                     </a:t>
            </a:r>
            <a:endParaRPr lang="fr-FR" altLang="zh-CN" sz="2000" dirty="0">
              <a:solidFill>
                <a:schemeClr val="tx1"/>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     	    </a:t>
            </a:r>
            <a:r>
              <a:rPr lang="fr-FR" altLang="zh-CN" sz="2000" dirty="0" err="1">
                <a:solidFill>
                  <a:schemeClr val="hlink"/>
                </a:solidFill>
                <a:latin typeface="Courier New" charset="0"/>
                <a:ea typeface="宋体" charset="-122"/>
              </a:rPr>
              <a:t>maxNum</a:t>
            </a:r>
            <a:r>
              <a:rPr lang="fr-FR" altLang="zh-CN" sz="2000" dirty="0">
                <a:solidFill>
                  <a:schemeClr val="hlink"/>
                </a:solidFill>
                <a:latin typeface="Courier New" charset="0"/>
                <a:ea typeface="宋体" charset="-122"/>
              </a:rPr>
              <a:t> = </a:t>
            </a:r>
            <a:r>
              <a:rPr lang="fr-FR" altLang="zh-CN" sz="2000" dirty="0" err="1">
                <a:solidFill>
                  <a:schemeClr val="hlink"/>
                </a:solidFill>
                <a:latin typeface="Courier New" charset="0"/>
                <a:ea typeface="宋体" charset="-122"/>
              </a:rPr>
              <a:t>num</a:t>
            </a:r>
            <a:r>
              <a:rPr lang="fr-FR" altLang="zh-CN" sz="2000" dirty="0">
                <a:solidFill>
                  <a:schemeClr val="hlink"/>
                </a:solidFill>
                <a:latin typeface="Courier New" charset="0"/>
                <a:ea typeface="宋体" charset="-122"/>
              </a:rPr>
              <a:t>[i];</a:t>
            </a: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	</a:t>
            </a:r>
            <a:r>
              <a:rPr lang="fr-FR" altLang="zh-CN" sz="2000" dirty="0" err="1">
                <a:solidFill>
                  <a:schemeClr val="tx1"/>
                </a:solidFill>
                <a:latin typeface="Courier New" charset="0"/>
                <a:ea typeface="宋体" charset="-122"/>
              </a:rPr>
              <a:t>printf</a:t>
            </a:r>
            <a:r>
              <a:rPr lang="fr-FR" altLang="zh-CN" sz="2000" dirty="0">
                <a:solidFill>
                  <a:schemeClr val="tx1"/>
                </a:solidFill>
                <a:latin typeface="Courier New" charset="0"/>
                <a:ea typeface="宋体" charset="-122"/>
              </a:rPr>
              <a:t>("</a:t>
            </a:r>
            <a:r>
              <a:rPr lang="fr-FR" altLang="zh-CN" sz="2000" dirty="0" err="1">
                <a:solidFill>
                  <a:schemeClr val="tx1"/>
                </a:solidFill>
                <a:latin typeface="Courier New" charset="0"/>
                <a:ea typeface="宋体" charset="-122"/>
              </a:rPr>
              <a:t>maxScore</a:t>
            </a:r>
            <a:r>
              <a:rPr lang="fr-FR" altLang="zh-CN" sz="2000" dirty="0">
                <a:solidFill>
                  <a:schemeClr val="tx1"/>
                </a:solidFill>
                <a:latin typeface="Courier New" charset="0"/>
                <a:ea typeface="宋体" charset="-122"/>
              </a:rPr>
              <a:t> = %.0f</a:t>
            </a:r>
            <a:r>
              <a:rPr lang="fr-FR" altLang="zh-CN" sz="2000" dirty="0">
                <a:solidFill>
                  <a:schemeClr val="hlink"/>
                </a:solidFill>
                <a:latin typeface="Courier New" charset="0"/>
                <a:ea typeface="宋体" charset="-122"/>
              </a:rPr>
              <a:t>, </a:t>
            </a:r>
            <a:r>
              <a:rPr lang="fr-FR" altLang="zh-CN" sz="2000" dirty="0" err="1">
                <a:solidFill>
                  <a:schemeClr val="hlink"/>
                </a:solidFill>
                <a:latin typeface="Courier New" charset="0"/>
                <a:ea typeface="宋体" charset="-122"/>
              </a:rPr>
              <a:t>maxNum</a:t>
            </a:r>
            <a:r>
              <a:rPr lang="fr-FR" altLang="zh-CN" sz="2000" dirty="0">
                <a:solidFill>
                  <a:schemeClr val="hlink"/>
                </a:solidFill>
                <a:latin typeface="Courier New" charset="0"/>
                <a:ea typeface="宋体" charset="-122"/>
              </a:rPr>
              <a:t> =</a:t>
            </a:r>
            <a:r>
              <a:rPr lang="fr-FR" altLang="zh-CN" sz="2000" dirty="0">
                <a:solidFill>
                  <a:schemeClr val="tx1"/>
                </a:solidFill>
                <a:latin typeface="Courier New" charset="0"/>
                <a:ea typeface="宋体" charset="-122"/>
              </a:rPr>
              <a:t> </a:t>
            </a:r>
            <a:r>
              <a:rPr lang="fr-FR" altLang="zh-CN" sz="2000" dirty="0">
                <a:solidFill>
                  <a:schemeClr val="hlink"/>
                </a:solidFill>
                <a:latin typeface="Courier New" charset="0"/>
                <a:ea typeface="宋体" charset="-122"/>
              </a:rPr>
              <a:t>%</a:t>
            </a:r>
            <a:r>
              <a:rPr lang="fr-FR" altLang="zh-CN" sz="2000" dirty="0" err="1">
                <a:solidFill>
                  <a:schemeClr val="hlink"/>
                </a:solidFill>
                <a:latin typeface="Courier New" charset="0"/>
                <a:ea typeface="宋体" charset="-122"/>
              </a:rPr>
              <a:t>ld</a:t>
            </a:r>
            <a:r>
              <a:rPr lang="fr-FR" altLang="zh-CN" sz="2000" dirty="0">
                <a:solidFill>
                  <a:schemeClr val="tx1"/>
                </a:solidFill>
                <a:latin typeface="Courier New" charset="0"/>
                <a:ea typeface="宋体" charset="-122"/>
              </a:rPr>
              <a:t>\n", </a:t>
            </a:r>
            <a:r>
              <a:rPr lang="fr-FR" altLang="zh-CN" sz="2000" dirty="0" err="1">
                <a:solidFill>
                  <a:schemeClr val="tx1"/>
                </a:solidFill>
                <a:latin typeface="Courier New" charset="0"/>
                <a:ea typeface="宋体" charset="-122"/>
              </a:rPr>
              <a:t>maxScore</a:t>
            </a: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		    </a:t>
            </a:r>
            <a:r>
              <a:rPr lang="fr-FR" altLang="zh-CN" sz="2000" dirty="0" err="1">
                <a:solidFill>
                  <a:schemeClr val="hlink"/>
                </a:solidFill>
                <a:latin typeface="Courier New" charset="0"/>
                <a:ea typeface="宋体" charset="-122"/>
              </a:rPr>
              <a:t>maxNum</a:t>
            </a:r>
            <a:r>
              <a:rPr lang="fr-FR" altLang="zh-CN" sz="2000" dirty="0">
                <a:solidFill>
                  <a:schemeClr val="tx1"/>
                </a:solidFill>
                <a:latin typeface="Courier New" charset="0"/>
                <a:ea typeface="宋体" charset="-122"/>
              </a:rPr>
              <a:t>);  </a:t>
            </a:r>
            <a:endParaRPr lang="fr-FR" altLang="zh-CN" sz="2000" dirty="0">
              <a:solidFill>
                <a:schemeClr val="tx1"/>
              </a:solidFill>
              <a:latin typeface="Courier New" charset="0"/>
              <a:ea typeface="宋体" charset="-122"/>
            </a:endParaRPr>
          </a:p>
          <a:p>
            <a:pPr eaLnBrk="1">
              <a:lnSpc>
                <a:spcPct val="75000"/>
              </a:lnSpc>
              <a:buFont typeface="Monotype Sorts" charset="2"/>
              <a:buNone/>
              <a:defRPr/>
            </a:pPr>
            <a:r>
              <a:rPr lang="fr-FR" altLang="zh-CN" sz="2000" dirty="0">
                <a:solidFill>
                  <a:schemeClr val="tx1"/>
                </a:solidFill>
                <a:latin typeface="Courier New" charset="0"/>
                <a:ea typeface="宋体" charset="-122"/>
              </a:rPr>
              <a:t>}</a:t>
            </a:r>
            <a:endParaRPr lang="zh-CN" altLang="en-US" sz="2000" dirty="0">
              <a:solidFill>
                <a:schemeClr val="tx1"/>
              </a:solidFill>
              <a:latin typeface="Courier New" charset="0"/>
              <a:ea typeface="宋体" charset="-122"/>
            </a:endParaRPr>
          </a:p>
        </p:txBody>
      </p:sp>
      <p:sp>
        <p:nvSpPr>
          <p:cNvPr id="289796" name="Rectangle 4"/>
          <p:cNvSpPr/>
          <p:nvPr/>
        </p:nvSpPr>
        <p:spPr bwMode="auto">
          <a:xfrm>
            <a:off x="6299200" y="4029075"/>
            <a:ext cx="2881313" cy="839788"/>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2075" tIns="46037" rIns="92075" bIns="46037" anchor="ct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algn="ctr">
              <a:lnSpc>
                <a:spcPct val="85000"/>
              </a:lnSpc>
              <a:spcBef>
                <a:spcPct val="0"/>
              </a:spcBef>
            </a:pPr>
            <a:r>
              <a:rPr lang="zh-CN" altLang="en-US" sz="3200" i="1">
                <a:solidFill>
                  <a:srgbClr val="0000FF"/>
                </a:solidFill>
                <a:effectLst>
                  <a:outerShdw blurRad="38100" dist="38100" dir="2700000" algn="tl">
                    <a:srgbClr val="C0C0C0"/>
                  </a:outerShdw>
                </a:effectLst>
                <a:ea typeface="黑体" charset="0"/>
              </a:rPr>
              <a:t>用函数实现？</a:t>
            </a:r>
            <a:endParaRPr lang="zh-CN" altLang="en-US" sz="3200" i="1">
              <a:solidFill>
                <a:srgbClr val="0000FF"/>
              </a:solidFill>
              <a:effectLst>
                <a:outerShdw blurRad="38100" dist="38100" dir="2700000" algn="tl">
                  <a:srgbClr val="C0C0C0"/>
                </a:outerShdw>
              </a:effectLst>
              <a:ea typeface="黑体" charset="0"/>
            </a:endParaRPr>
          </a:p>
        </p:txBody>
      </p:sp>
      <p:sp>
        <p:nvSpPr>
          <p:cNvPr id="2" name="日期占位符 1"/>
          <p:cNvSpPr/>
          <p:nvPr>
            <p:ph type="dt" sz="half" idx="10"/>
          </p:nvPr>
        </p:nvSpPr>
        <p:spPr/>
        <p:txBody>
          <a:bodyPr/>
          <a:lstStyle/>
          <a:p>
            <a:fld id="{C10E94B1-4BC8-6D43-9250-7A0B4984D8AE}" type="datetime1">
              <a:rPr lang="zh-CN" altLang="en-US" smtClean="0"/>
            </a:fld>
            <a:endParaRPr lang="en-US" dirty="0"/>
          </a:p>
        </p:txBody>
      </p:sp>
      <p:sp>
        <p:nvSpPr>
          <p:cNvPr id="4" name="幻灯片编号占位符 3"/>
          <p:cNvSpPr/>
          <p:nvPr>
            <p:ph type="sldNum" sz="quarter" idx="12"/>
          </p:nvPr>
        </p:nvSpPr>
        <p:spPr/>
        <p:txBody>
          <a:bodyPr/>
          <a:lstStyle/>
          <a:p>
            <a:fld id="{4FAB73BC-B049-4115-A692-8D63A059BFB8}" type="slidenum">
              <a:rPr lang="en-US" smtClean="0"/>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89796"/>
                                        </p:tgtEl>
                                        <p:attrNameLst>
                                          <p:attrName>style.visibility</p:attrName>
                                        </p:attrNameLst>
                                      </p:cBhvr>
                                      <p:to>
                                        <p:strVal val="visible"/>
                                      </p:to>
                                    </p:set>
                                    <p:animEffect transition="in" filter="box(out)">
                                      <p:cBhvr>
                                        <p:cTn id="7" dur="500"/>
                                        <p:tgtEl>
                                          <p:spTgt spid="289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6" grpId="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9861" name="Rectangle 5"/>
          <p:cNvSpPr/>
          <p:nvPr/>
        </p:nvSpPr>
        <p:spPr bwMode="auto">
          <a:xfrm>
            <a:off x="395288" y="1557338"/>
            <a:ext cx="3313112" cy="1657350"/>
          </a:xfrm>
          <a:prstGeom prst="rect">
            <a:avLst/>
          </a:prstGeom>
          <a:solidFill>
            <a:schemeClr val="accent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49862" name="Rectangle 6"/>
          <p:cNvSpPr/>
          <p:nvPr/>
        </p:nvSpPr>
        <p:spPr bwMode="auto">
          <a:xfrm>
            <a:off x="912813" y="1997075"/>
            <a:ext cx="2617787" cy="1016000"/>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49860" name="Rectangle 4"/>
          <p:cNvSpPr/>
          <p:nvPr>
            <p:ph type="title"/>
          </p:nvPr>
        </p:nvSpPr>
        <p:spPr>
          <a:xfrm>
            <a:off x="4427538" y="333375"/>
            <a:ext cx="4465637" cy="839788"/>
          </a:xfrm>
        </p:spPr>
        <p:txBody>
          <a:bodyPr>
            <a:normAutofit/>
          </a:bodyPr>
          <a:lstStyle/>
          <a:p>
            <a:r>
              <a:rPr lang="zh-CN" altLang="en-US" sz="3200" dirty="0"/>
              <a:t>用函数实现打印最高分</a:t>
            </a:r>
            <a:endParaRPr lang="zh-CN" altLang="en-US" sz="3200" dirty="0"/>
          </a:p>
        </p:txBody>
      </p:sp>
      <p:sp>
        <p:nvSpPr>
          <p:cNvPr id="249858" name="Rectangle 2"/>
          <p:cNvSpPr/>
          <p:nvPr>
            <p:ph idx="1"/>
          </p:nvPr>
        </p:nvSpPr>
        <p:spPr>
          <a:xfrm>
            <a:off x="3779838" y="1628775"/>
            <a:ext cx="5292725" cy="4581525"/>
          </a:xfrm>
          <a:solidFill>
            <a:srgbClr val="CCFFFF"/>
          </a:solidFill>
        </p:spPr>
        <p:txBody>
          <a:bodyPr>
            <a:normAutofit fontScale="62500" lnSpcReduction="20000"/>
          </a:bodyPr>
          <a:lstStyle/>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a:t>
            </a:r>
            <a:r>
              <a:rPr lang="fr-FR" altLang="zh-CN" sz="1600" dirty="0" err="1">
                <a:solidFill>
                  <a:schemeClr val="accent2"/>
                </a:solidFill>
                <a:effectLst>
                  <a:outerShdw blurRad="38100" dist="38100" dir="2700000" algn="tl">
                    <a:srgbClr val="000000"/>
                  </a:outerShdw>
                </a:effectLst>
                <a:latin typeface="Courier New" charset="0"/>
                <a:ea typeface="宋体" charset="-122"/>
              </a:rPr>
              <a:t>include</a:t>
            </a:r>
            <a:r>
              <a:rPr lang="fr-FR" altLang="zh-CN" sz="1600" dirty="0">
                <a:solidFill>
                  <a:schemeClr val="tx1"/>
                </a:solidFill>
                <a:effectLst>
                  <a:outerShdw blurRad="38100" dist="38100" dir="2700000" algn="tl">
                    <a:srgbClr val="FFFFFF"/>
                  </a:outerShdw>
                </a:effectLst>
                <a:latin typeface="Courier New" charset="0"/>
                <a:ea typeface="宋体" charset="-122"/>
              </a:rPr>
              <a:t> &lt;</a:t>
            </a:r>
            <a:r>
              <a:rPr lang="fr-FR" altLang="zh-CN" sz="1600" dirty="0" err="1">
                <a:solidFill>
                  <a:schemeClr val="tx1"/>
                </a:solidFill>
                <a:effectLst>
                  <a:outerShdw blurRad="38100" dist="38100" dir="2700000" algn="tl">
                    <a:srgbClr val="FFFFFF"/>
                  </a:outerShdw>
                </a:effectLst>
                <a:latin typeface="Courier New" charset="0"/>
                <a:ea typeface="宋体" charset="-122"/>
              </a:rPr>
              <a:t>stdio.h</a:t>
            </a:r>
            <a:r>
              <a:rPr lang="fr-FR" altLang="zh-CN" sz="1600" dirty="0">
                <a:solidFill>
                  <a:schemeClr val="tx1"/>
                </a:solidFill>
                <a:effectLst>
                  <a:outerShdw blurRad="38100" dist="38100" dir="2700000" algn="tl">
                    <a:srgbClr val="FFFFFF"/>
                  </a:outerShdw>
                </a:effectLst>
                <a:latin typeface="Courier New" charset="0"/>
                <a:ea typeface="宋体" charset="-122"/>
              </a:rPr>
              <a:t>&gt;</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a:t>
            </a:r>
            <a:r>
              <a:rPr lang="fr-FR" altLang="zh-CN" sz="1600" dirty="0" err="1">
                <a:solidFill>
                  <a:schemeClr val="accent2"/>
                </a:solidFill>
                <a:effectLst>
                  <a:outerShdw blurRad="38100" dist="38100" dir="2700000" algn="tl">
                    <a:srgbClr val="000000"/>
                  </a:outerShdw>
                </a:effectLst>
                <a:latin typeface="Courier New" charset="0"/>
                <a:ea typeface="宋体" charset="-122"/>
              </a:rPr>
              <a:t>define</a:t>
            </a:r>
            <a:r>
              <a:rPr lang="fr-FR" altLang="zh-CN" sz="1600" dirty="0">
                <a:solidFill>
                  <a:schemeClr val="tx1"/>
                </a:solidFill>
                <a:effectLst>
                  <a:outerShdw blurRad="38100" dist="38100" dir="2700000" algn="tl">
                    <a:srgbClr val="FFFFFF"/>
                  </a:outerShdw>
                </a:effectLst>
                <a:latin typeface="Courier New" charset="0"/>
                <a:ea typeface="宋体" charset="-122"/>
              </a:rPr>
              <a:t>  ARR_SIZE  40</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err="1">
                <a:solidFill>
                  <a:schemeClr val="tx1"/>
                </a:solidFill>
                <a:effectLst>
                  <a:outerShdw blurRad="38100" dist="38100" dir="2700000" algn="tl">
                    <a:srgbClr val="FFFFFF"/>
                  </a:outerShdw>
                </a:effectLst>
                <a:latin typeface="Courier New" charset="0"/>
                <a:ea typeface="宋体" charset="-122"/>
              </a:rPr>
              <a:t>float</a:t>
            </a:r>
            <a:r>
              <a:rPr lang="fr-FR" altLang="zh-CN" sz="1600" dirty="0">
                <a:solidFill>
                  <a:schemeClr val="tx1"/>
                </a:solidFill>
                <a:effectLst>
                  <a:outerShdw blurRad="38100" dist="38100" dir="2700000" algn="tl">
                    <a:srgbClr val="FFFFFF"/>
                  </a:outerShdw>
                </a:effectLst>
                <a:latin typeface="Courier New" charset="0"/>
                <a:ea typeface="宋体" charset="-122"/>
              </a:rPr>
              <a:t> </a:t>
            </a:r>
            <a:r>
              <a:rPr lang="fr-FR" altLang="zh-CN" sz="1600" dirty="0" err="1">
                <a:solidFill>
                  <a:schemeClr val="tx1"/>
                </a:solidFill>
                <a:effectLst>
                  <a:outerShdw blurRad="38100" dist="38100" dir="2700000" algn="tl">
                    <a:srgbClr val="FFFFFF"/>
                  </a:outerShdw>
                </a:effectLst>
                <a:latin typeface="Courier New" charset="0"/>
                <a:ea typeface="宋体" charset="-122"/>
              </a:rPr>
              <a:t>FindMax</a:t>
            </a:r>
            <a:r>
              <a:rPr lang="fr-FR" altLang="zh-CN" sz="1600" dirty="0">
                <a:solidFill>
                  <a:schemeClr val="tx1"/>
                </a:solidFill>
                <a:effectLst>
                  <a:outerShdw blurRad="38100" dist="38100" dir="2700000" algn="tl">
                    <a:srgbClr val="FFFFFF"/>
                  </a:outerShdw>
                </a:effectLst>
                <a:latin typeface="Courier New" charset="0"/>
                <a:ea typeface="宋体" charset="-122"/>
              </a:rPr>
              <a:t>(</a:t>
            </a:r>
            <a:r>
              <a:rPr lang="fr-FR" altLang="zh-CN" sz="1600" dirty="0" err="1">
                <a:solidFill>
                  <a:schemeClr val="tx1"/>
                </a:solidFill>
                <a:effectLst>
                  <a:outerShdw blurRad="38100" dist="38100" dir="2700000" algn="tl">
                    <a:srgbClr val="FFFFFF"/>
                  </a:outerShdw>
                </a:effectLst>
                <a:latin typeface="Courier New" charset="0"/>
                <a:ea typeface="宋体" charset="-122"/>
              </a:rPr>
              <a:t>float</a:t>
            </a:r>
            <a:r>
              <a:rPr lang="fr-FR" altLang="zh-CN" sz="1600" dirty="0">
                <a:solidFill>
                  <a:schemeClr val="tx1"/>
                </a:solidFill>
                <a:effectLst>
                  <a:outerShdw blurRad="38100" dist="38100" dir="2700000" algn="tl">
                    <a:srgbClr val="FFFFFF"/>
                  </a:outerShdw>
                </a:effectLst>
                <a:latin typeface="Courier New" charset="0"/>
                <a:ea typeface="宋体" charset="-122"/>
              </a:rPr>
              <a:t> </a:t>
            </a:r>
            <a:r>
              <a:rPr lang="fr-FR" altLang="zh-CN" sz="1600" dirty="0" err="1">
                <a:solidFill>
                  <a:schemeClr val="tx1"/>
                </a:solidFill>
                <a:effectLst>
                  <a:outerShdw blurRad="38100" dist="38100" dir="2700000" algn="tl">
                    <a:srgbClr val="FFFFFF"/>
                  </a:outerShdw>
                </a:effectLst>
                <a:latin typeface="Courier New" charset="0"/>
                <a:ea typeface="宋体" charset="-122"/>
              </a:rPr>
              <a:t>arr,int</a:t>
            </a:r>
            <a:r>
              <a:rPr lang="fr-FR" altLang="zh-CN" sz="1600" dirty="0">
                <a:solidFill>
                  <a:schemeClr val="tx1"/>
                </a:solidFill>
                <a:effectLst>
                  <a:outerShdw blurRad="38100" dist="38100" dir="2700000" algn="tl">
                    <a:srgbClr val="FFFFFF"/>
                  </a:outerShdw>
                </a:effectLst>
                <a:latin typeface="Courier New" charset="0"/>
                <a:ea typeface="宋体" charset="-122"/>
              </a:rPr>
              <a:t> n);</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accent2"/>
                </a:solidFill>
                <a:effectLst>
                  <a:outerShdw blurRad="38100" dist="38100" dir="2700000" algn="tl">
                    <a:srgbClr val="000000"/>
                  </a:outerShdw>
                </a:effectLst>
                <a:latin typeface="Courier New" charset="0"/>
                <a:ea typeface="宋体" charset="-122"/>
              </a:rPr>
              <a:t>main</a:t>
            </a:r>
            <a:r>
              <a:rPr lang="fr-FR" altLang="zh-CN" sz="1600" dirty="0">
                <a:solidFill>
                  <a:schemeClr val="tx1"/>
                </a:solidFill>
                <a:effectLst>
                  <a:outerShdw blurRad="38100" dist="38100" dir="2700000" algn="tl">
                    <a:srgbClr val="FFFFFF"/>
                  </a:outerShdw>
                </a:effectLst>
                <a:latin typeface="Courier New" charset="0"/>
                <a:ea typeface="宋体" charset="-122"/>
              </a:rPr>
              <a:t>()</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r>
              <a:rPr lang="fr-FR" altLang="zh-CN" sz="1600" dirty="0" err="1">
                <a:solidFill>
                  <a:schemeClr val="accent2"/>
                </a:solidFill>
                <a:effectLst>
                  <a:outerShdw blurRad="38100" dist="38100" dir="2700000" algn="tl">
                    <a:srgbClr val="000000"/>
                  </a:outerShdw>
                </a:effectLst>
                <a:latin typeface="Courier New" charset="0"/>
                <a:ea typeface="宋体" charset="-122"/>
              </a:rPr>
              <a:t>float</a:t>
            </a:r>
            <a:r>
              <a:rPr lang="fr-FR" altLang="zh-CN" sz="1600" dirty="0">
                <a:solidFill>
                  <a:schemeClr val="tx1"/>
                </a:solidFill>
                <a:effectLst>
                  <a:outerShdw blurRad="38100" dist="38100" dir="2700000" algn="tl">
                    <a:srgbClr val="FFFFFF"/>
                  </a:outerShdw>
                </a:effectLst>
                <a:latin typeface="Courier New" charset="0"/>
                <a:ea typeface="宋体" charset="-122"/>
              </a:rPr>
              <a:t>  score[ARR_SIZE], </a:t>
            </a:r>
            <a:r>
              <a:rPr lang="fr-FR" altLang="zh-CN" sz="1600" dirty="0" err="1">
                <a:solidFill>
                  <a:schemeClr val="tx1"/>
                </a:solidFill>
                <a:effectLst>
                  <a:outerShdw blurRad="38100" dist="38100" dir="2700000" algn="tl">
                    <a:srgbClr val="FFFFFF"/>
                  </a:outerShdw>
                </a:effectLst>
                <a:latin typeface="Courier New" charset="0"/>
                <a:ea typeface="宋体" charset="-122"/>
              </a:rPr>
              <a:t>maxScore</a:t>
            </a:r>
            <a:r>
              <a:rPr lang="fr-FR" altLang="zh-CN" sz="1600" dirty="0">
                <a:solidFill>
                  <a:schemeClr val="tx1"/>
                </a:solidFill>
                <a:effectLst>
                  <a:outerShdw blurRad="38100" dist="38100" dir="2700000" algn="tl">
                    <a:srgbClr val="FFFFFF"/>
                  </a:outerShdw>
                </a:effectLst>
                <a:latin typeface="Courier New" charset="0"/>
                <a:ea typeface="宋体" charset="-122"/>
              </a:rPr>
              <a:t>;</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r>
              <a:rPr lang="fr-FR" altLang="zh-CN" sz="1600" dirty="0" err="1">
                <a:solidFill>
                  <a:schemeClr val="accent2"/>
                </a:solidFill>
                <a:effectLst>
                  <a:outerShdw blurRad="38100" dist="38100" dir="2700000" algn="tl">
                    <a:srgbClr val="000000"/>
                  </a:outerShdw>
                </a:effectLst>
                <a:latin typeface="Courier New" charset="0"/>
                <a:ea typeface="宋体" charset="-122"/>
              </a:rPr>
              <a:t>int</a:t>
            </a:r>
            <a:r>
              <a:rPr lang="fr-FR" altLang="zh-CN" sz="1600" dirty="0">
                <a:solidFill>
                  <a:schemeClr val="tx1"/>
                </a:solidFill>
                <a:effectLst>
                  <a:outerShdw blurRad="38100" dist="38100" dir="2700000" algn="tl">
                    <a:srgbClr val="FFFFFF"/>
                  </a:outerShdw>
                </a:effectLst>
                <a:latin typeface="Courier New" charset="0"/>
                <a:ea typeface="宋体" charset="-122"/>
              </a:rPr>
              <a:t>    n, i;</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r>
              <a:rPr lang="fr-FR" altLang="zh-CN" sz="1600" dirty="0" err="1">
                <a:solidFill>
                  <a:schemeClr val="tx1"/>
                </a:solidFill>
                <a:effectLst>
                  <a:outerShdw blurRad="38100" dist="38100" dir="2700000" algn="tl">
                    <a:srgbClr val="FFFFFF"/>
                  </a:outerShdw>
                </a:effectLst>
                <a:latin typeface="Courier New" charset="0"/>
                <a:ea typeface="宋体" charset="-122"/>
              </a:rPr>
              <a:t>printf</a:t>
            </a:r>
            <a:r>
              <a:rPr lang="fr-FR" altLang="zh-CN" sz="1600" dirty="0">
                <a:solidFill>
                  <a:schemeClr val="tx1"/>
                </a:solidFill>
                <a:effectLst>
                  <a:outerShdw blurRad="38100" dist="38100" dir="2700000" algn="tl">
                    <a:srgbClr val="FFFFFF"/>
                  </a:outerShdw>
                </a:effectLst>
                <a:latin typeface="Courier New" charset="0"/>
                <a:ea typeface="宋体" charset="-122"/>
              </a:rPr>
              <a:t>("</a:t>
            </a:r>
            <a:r>
              <a:rPr lang="fr-FR" altLang="zh-CN" sz="1600" dirty="0" err="1">
                <a:solidFill>
                  <a:schemeClr val="tx1"/>
                </a:solidFill>
                <a:effectLst>
                  <a:outerShdw blurRad="38100" dist="38100" dir="2700000" algn="tl">
                    <a:srgbClr val="FFFFFF"/>
                  </a:outerShdw>
                </a:effectLst>
                <a:latin typeface="Courier New" charset="0"/>
                <a:ea typeface="宋体" charset="-122"/>
              </a:rPr>
              <a:t>Please</a:t>
            </a:r>
            <a:r>
              <a:rPr lang="fr-FR" altLang="zh-CN" sz="1600" dirty="0">
                <a:solidFill>
                  <a:schemeClr val="tx1"/>
                </a:solidFill>
                <a:effectLst>
                  <a:outerShdw blurRad="38100" dist="38100" dir="2700000" algn="tl">
                    <a:srgbClr val="FFFFFF"/>
                  </a:outerShdw>
                </a:effectLst>
                <a:latin typeface="Courier New" charset="0"/>
                <a:ea typeface="宋体" charset="-122"/>
              </a:rPr>
              <a:t> enter total </a:t>
            </a:r>
            <a:r>
              <a:rPr lang="fr-FR" altLang="zh-CN" sz="1600" dirty="0" err="1">
                <a:solidFill>
                  <a:schemeClr val="tx1"/>
                </a:solidFill>
                <a:effectLst>
                  <a:outerShdw blurRad="38100" dist="38100" dir="2700000" algn="tl">
                    <a:srgbClr val="FFFFFF"/>
                  </a:outerShdw>
                </a:effectLst>
                <a:latin typeface="Courier New" charset="0"/>
                <a:ea typeface="宋体" charset="-122"/>
              </a:rPr>
              <a:t>number</a:t>
            </a:r>
            <a:r>
              <a:rPr lang="fr-FR" altLang="zh-CN" sz="1600" dirty="0">
                <a:solidFill>
                  <a:schemeClr val="tx1"/>
                </a:solidFill>
                <a:effectLst>
                  <a:outerShdw blurRad="38100" dist="38100" dir="2700000" algn="tl">
                    <a:srgbClr val="FFFFFF"/>
                  </a:outerShdw>
                </a:effectLst>
                <a:latin typeface="Courier New" charset="0"/>
                <a:ea typeface="宋体" charset="-122"/>
              </a:rPr>
              <a:t>:");</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r>
              <a:rPr lang="fr-FR" altLang="zh-CN" sz="1600" dirty="0" err="1">
                <a:solidFill>
                  <a:schemeClr val="tx1"/>
                </a:solidFill>
                <a:effectLst>
                  <a:outerShdw blurRad="38100" dist="38100" dir="2700000" algn="tl">
                    <a:srgbClr val="FFFFFF"/>
                  </a:outerShdw>
                </a:effectLst>
                <a:latin typeface="Courier New" charset="0"/>
                <a:ea typeface="宋体" charset="-122"/>
              </a:rPr>
              <a:t>scanf</a:t>
            </a:r>
            <a:r>
              <a:rPr lang="fr-FR" altLang="zh-CN" sz="1600" dirty="0">
                <a:solidFill>
                  <a:schemeClr val="tx1"/>
                </a:solidFill>
                <a:effectLst>
                  <a:outerShdw blurRad="38100" dist="38100" dir="2700000" algn="tl">
                    <a:srgbClr val="FFFFFF"/>
                  </a:outerShdw>
                </a:effectLst>
                <a:latin typeface="Courier New" charset="0"/>
                <a:ea typeface="宋体" charset="-122"/>
              </a:rPr>
              <a:t>("%d", &amp;n); </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r>
              <a:rPr lang="fr-FR" altLang="zh-CN" sz="1600" dirty="0" err="1">
                <a:solidFill>
                  <a:schemeClr val="tx1"/>
                </a:solidFill>
                <a:effectLst>
                  <a:outerShdw blurRad="38100" dist="38100" dir="2700000" algn="tl">
                    <a:srgbClr val="FFFFFF"/>
                  </a:outerShdw>
                </a:effectLst>
                <a:latin typeface="Courier New" charset="0"/>
                <a:ea typeface="宋体" charset="-122"/>
              </a:rPr>
              <a:t>printf</a:t>
            </a:r>
            <a:r>
              <a:rPr lang="fr-FR" altLang="zh-CN" sz="1600" dirty="0">
                <a:solidFill>
                  <a:schemeClr val="tx1"/>
                </a:solidFill>
                <a:effectLst>
                  <a:outerShdw blurRad="38100" dist="38100" dir="2700000" algn="tl">
                    <a:srgbClr val="FFFFFF"/>
                  </a:outerShdw>
                </a:effectLst>
                <a:latin typeface="Courier New" charset="0"/>
                <a:ea typeface="宋体" charset="-122"/>
              </a:rPr>
              <a:t>("</a:t>
            </a:r>
            <a:r>
              <a:rPr lang="fr-FR" altLang="zh-CN" sz="1600" dirty="0" err="1">
                <a:solidFill>
                  <a:schemeClr val="tx1"/>
                </a:solidFill>
                <a:effectLst>
                  <a:outerShdw blurRad="38100" dist="38100" dir="2700000" algn="tl">
                    <a:srgbClr val="FFFFFF"/>
                  </a:outerShdw>
                </a:effectLst>
                <a:latin typeface="Courier New" charset="0"/>
                <a:ea typeface="宋体" charset="-122"/>
              </a:rPr>
              <a:t>Please</a:t>
            </a:r>
            <a:r>
              <a:rPr lang="fr-FR" altLang="zh-CN" sz="1600" dirty="0">
                <a:solidFill>
                  <a:schemeClr val="tx1"/>
                </a:solidFill>
                <a:effectLst>
                  <a:outerShdw blurRad="38100" dist="38100" dir="2700000" algn="tl">
                    <a:srgbClr val="FFFFFF"/>
                  </a:outerShdw>
                </a:effectLst>
                <a:latin typeface="Courier New" charset="0"/>
                <a:ea typeface="宋体" charset="-122"/>
              </a:rPr>
              <a:t> enter the score:\n");</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r>
              <a:rPr lang="fr-FR" altLang="zh-CN" sz="1600" dirty="0">
                <a:solidFill>
                  <a:schemeClr val="accent2"/>
                </a:solidFill>
                <a:effectLst>
                  <a:outerShdw blurRad="38100" dist="38100" dir="2700000" algn="tl">
                    <a:srgbClr val="000000"/>
                  </a:outerShdw>
                </a:effectLst>
                <a:latin typeface="Courier New" charset="0"/>
                <a:ea typeface="宋体" charset="-122"/>
              </a:rPr>
              <a:t>for</a:t>
            </a:r>
            <a:r>
              <a:rPr lang="fr-FR" altLang="zh-CN" sz="1600" dirty="0">
                <a:solidFill>
                  <a:schemeClr val="tx1"/>
                </a:solidFill>
                <a:effectLst>
                  <a:outerShdw blurRad="38100" dist="38100" dir="2700000" algn="tl">
                    <a:srgbClr val="FFFFFF"/>
                  </a:outerShdw>
                </a:effectLst>
                <a:latin typeface="Courier New" charset="0"/>
                <a:ea typeface="宋体" charset="-122"/>
              </a:rPr>
              <a:t> (i=0; i&lt;n; i++) </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r>
              <a:rPr lang="fr-FR" altLang="zh-CN" sz="1600" dirty="0" err="1">
                <a:solidFill>
                  <a:schemeClr val="tx1"/>
                </a:solidFill>
                <a:effectLst>
                  <a:outerShdw blurRad="38100" dist="38100" dir="2700000" algn="tl">
                    <a:srgbClr val="FFFFFF"/>
                  </a:outerShdw>
                </a:effectLst>
                <a:latin typeface="Courier New" charset="0"/>
                <a:ea typeface="宋体" charset="-122"/>
              </a:rPr>
              <a:t>scanf</a:t>
            </a:r>
            <a:r>
              <a:rPr lang="fr-FR" altLang="zh-CN" sz="1600" dirty="0">
                <a:solidFill>
                  <a:schemeClr val="tx1"/>
                </a:solidFill>
                <a:effectLst>
                  <a:outerShdw blurRad="38100" dist="38100" dir="2700000" algn="tl">
                    <a:srgbClr val="FFFFFF"/>
                  </a:outerShdw>
                </a:effectLst>
                <a:latin typeface="Courier New" charset="0"/>
                <a:ea typeface="宋体" charset="-122"/>
              </a:rPr>
              <a:t>("%f", &amp;score[i]);       </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r>
              <a:rPr lang="fr-FR" altLang="zh-CN" sz="1600" dirty="0" err="1">
                <a:solidFill>
                  <a:schemeClr val="tx1"/>
                </a:solidFill>
                <a:effectLst>
                  <a:outerShdw blurRad="38100" dist="38100" dir="2700000" algn="tl">
                    <a:srgbClr val="FFFFFF"/>
                  </a:outerShdw>
                </a:effectLst>
                <a:latin typeface="Courier New" charset="0"/>
                <a:ea typeface="宋体" charset="-122"/>
              </a:rPr>
              <a:t>maxScore</a:t>
            </a:r>
            <a:r>
              <a:rPr lang="fr-FR" altLang="zh-CN" sz="1600" dirty="0">
                <a:solidFill>
                  <a:schemeClr val="tx1"/>
                </a:solidFill>
                <a:effectLst>
                  <a:outerShdw blurRad="38100" dist="38100" dir="2700000" algn="tl">
                    <a:srgbClr val="FFFFFF"/>
                  </a:outerShdw>
                </a:effectLst>
                <a:latin typeface="Courier New" charset="0"/>
                <a:ea typeface="宋体" charset="-122"/>
              </a:rPr>
              <a:t> = </a:t>
            </a:r>
            <a:r>
              <a:rPr lang="fr-FR" altLang="zh-CN" sz="1600" dirty="0" err="1">
                <a:solidFill>
                  <a:schemeClr val="tx1"/>
                </a:solidFill>
                <a:effectLst>
                  <a:outerShdw blurRad="38100" dist="38100" dir="2700000" algn="tl">
                    <a:srgbClr val="FFFFFF"/>
                  </a:outerShdw>
                </a:effectLst>
                <a:latin typeface="Courier New" charset="0"/>
                <a:ea typeface="宋体" charset="-122"/>
              </a:rPr>
              <a:t>FindMax</a:t>
            </a:r>
            <a:r>
              <a:rPr lang="fr-FR" altLang="zh-CN" sz="1600" dirty="0">
                <a:solidFill>
                  <a:schemeClr val="tx1"/>
                </a:solidFill>
                <a:effectLst>
                  <a:outerShdw blurRad="38100" dist="38100" dir="2700000" algn="tl">
                    <a:srgbClr val="FFFFFF"/>
                  </a:outerShdw>
                </a:effectLst>
                <a:latin typeface="Courier New" charset="0"/>
                <a:ea typeface="宋体" charset="-122"/>
              </a:rPr>
              <a:t>(</a:t>
            </a:r>
            <a:r>
              <a:rPr lang="fr-FR" altLang="zh-CN" sz="1600" dirty="0" err="1">
                <a:solidFill>
                  <a:schemeClr val="tx1"/>
                </a:solidFill>
                <a:effectLst>
                  <a:outerShdw blurRad="38100" dist="38100" dir="2700000" algn="tl">
                    <a:srgbClr val="FFFFFF"/>
                  </a:outerShdw>
                </a:effectLst>
                <a:latin typeface="Courier New" charset="0"/>
                <a:ea typeface="宋体" charset="-122"/>
              </a:rPr>
              <a:t>score,n</a:t>
            </a:r>
            <a:r>
              <a:rPr lang="fr-FR" altLang="zh-CN" sz="1600" dirty="0">
                <a:solidFill>
                  <a:schemeClr val="tx1"/>
                </a:solidFill>
                <a:effectLst>
                  <a:outerShdw blurRad="38100" dist="38100" dir="2700000" algn="tl">
                    <a:srgbClr val="FFFFFF"/>
                  </a:outerShdw>
                </a:effectLst>
                <a:latin typeface="Courier New" charset="0"/>
                <a:ea typeface="宋体" charset="-122"/>
              </a:rPr>
              <a:t>);</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r>
              <a:rPr lang="fr-FR" altLang="zh-CN" sz="1600" dirty="0" err="1">
                <a:solidFill>
                  <a:schemeClr val="tx1"/>
                </a:solidFill>
                <a:effectLst>
                  <a:outerShdw blurRad="38100" dist="38100" dir="2700000" algn="tl">
                    <a:srgbClr val="FFFFFF"/>
                  </a:outerShdw>
                </a:effectLst>
                <a:latin typeface="Courier New" charset="0"/>
                <a:ea typeface="宋体" charset="-122"/>
              </a:rPr>
              <a:t>printf</a:t>
            </a:r>
            <a:r>
              <a:rPr lang="fr-FR" altLang="zh-CN" sz="1600" dirty="0">
                <a:solidFill>
                  <a:schemeClr val="tx1"/>
                </a:solidFill>
                <a:effectLst>
                  <a:outerShdw blurRad="38100" dist="38100" dir="2700000" algn="tl">
                    <a:srgbClr val="FFFFFF"/>
                  </a:outerShdw>
                </a:effectLst>
                <a:latin typeface="Courier New" charset="0"/>
                <a:ea typeface="宋体" charset="-122"/>
              </a:rPr>
              <a:t>("</a:t>
            </a:r>
            <a:r>
              <a:rPr lang="fr-FR" altLang="zh-CN" sz="1600" dirty="0" err="1">
                <a:solidFill>
                  <a:schemeClr val="tx1"/>
                </a:solidFill>
                <a:effectLst>
                  <a:outerShdw blurRad="38100" dist="38100" dir="2700000" algn="tl">
                    <a:srgbClr val="FFFFFF"/>
                  </a:outerShdw>
                </a:effectLst>
                <a:latin typeface="Courier New" charset="0"/>
                <a:ea typeface="宋体" charset="-122"/>
              </a:rPr>
              <a:t>maxScore</a:t>
            </a:r>
            <a:r>
              <a:rPr lang="fr-FR" altLang="zh-CN" sz="1600" dirty="0">
                <a:solidFill>
                  <a:schemeClr val="tx1"/>
                </a:solidFill>
                <a:effectLst>
                  <a:outerShdw blurRad="38100" dist="38100" dir="2700000" algn="tl">
                    <a:srgbClr val="FFFFFF"/>
                  </a:outerShdw>
                </a:effectLst>
                <a:latin typeface="Courier New" charset="0"/>
                <a:ea typeface="宋体" charset="-122"/>
              </a:rPr>
              <a:t> = %f\n", </a:t>
            </a:r>
            <a:r>
              <a:rPr lang="fr-FR" altLang="zh-CN" sz="1600" dirty="0" err="1">
                <a:solidFill>
                  <a:schemeClr val="tx1"/>
                </a:solidFill>
                <a:effectLst>
                  <a:outerShdw blurRad="38100" dist="38100" dir="2700000" algn="tl">
                    <a:srgbClr val="FFFFFF"/>
                  </a:outerShdw>
                </a:effectLst>
                <a:latin typeface="Courier New" charset="0"/>
                <a:ea typeface="宋体" charset="-122"/>
              </a:rPr>
              <a:t>maxScore</a:t>
            </a:r>
            <a:r>
              <a:rPr lang="fr-FR" altLang="zh-CN" sz="1600" dirty="0">
                <a:solidFill>
                  <a:schemeClr val="tx1"/>
                </a:solidFill>
                <a:effectLst>
                  <a:outerShdw blurRad="38100" dist="38100" dir="2700000" algn="tl">
                    <a:srgbClr val="FFFFFF"/>
                  </a:outerShdw>
                </a:effectLst>
                <a:latin typeface="Courier New" charset="0"/>
                <a:ea typeface="宋体" charset="-122"/>
              </a:rPr>
              <a:t>);  </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a:t>
            </a:r>
            <a:endParaRPr lang="zh-CN" altLang="en-US" sz="1600" dirty="0">
              <a:solidFill>
                <a:schemeClr val="tx1"/>
              </a:solidFill>
              <a:effectLst>
                <a:outerShdw blurRad="38100" dist="38100" dir="2700000" algn="tl">
                  <a:srgbClr val="FFFFFF"/>
                </a:outerShdw>
              </a:effectLst>
              <a:latin typeface="Courier New" charset="0"/>
              <a:ea typeface="宋体" charset="-122"/>
            </a:endParaRPr>
          </a:p>
        </p:txBody>
      </p:sp>
      <p:sp>
        <p:nvSpPr>
          <p:cNvPr id="249859" name="Rectangle 3"/>
          <p:cNvSpPr/>
          <p:nvPr/>
        </p:nvSpPr>
        <p:spPr bwMode="auto">
          <a:xfrm>
            <a:off x="107950" y="188913"/>
            <a:ext cx="4608513" cy="352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7" rIns="92075" bIns="46037"/>
          <a:lstStyle/>
          <a:p>
            <a:pPr marL="374650" indent="-374650" eaLnBrk="1">
              <a:lnSpc>
                <a:spcPct val="75000"/>
              </a:lnSpc>
              <a:spcBef>
                <a:spcPct val="20000"/>
              </a:spcBef>
              <a:buClr>
                <a:srgbClr val="FFCC66"/>
              </a:buClr>
              <a:buSzPct val="80000"/>
              <a:buFont typeface="Monotype Sorts" charset="2"/>
              <a:buNone/>
              <a:defRPr/>
            </a:pPr>
            <a:r>
              <a:rPr lang="fr-FR" altLang="zh-CN" sz="1600" dirty="0" err="1">
                <a:solidFill>
                  <a:schemeClr val="accent2"/>
                </a:solidFill>
                <a:effectLst>
                  <a:outerShdw blurRad="38100" dist="38100" dir="2700000" algn="tl">
                    <a:srgbClr val="C0C0C0"/>
                  </a:outerShdw>
                </a:effectLst>
                <a:latin typeface="Courier New" charset="0"/>
                <a:ea typeface="宋体" charset="-122"/>
              </a:rPr>
              <a:t>float</a:t>
            </a:r>
            <a:r>
              <a:rPr lang="fr-FR" altLang="zh-CN" sz="1600" dirty="0">
                <a:solidFill>
                  <a:schemeClr val="accent2"/>
                </a:solidFill>
                <a:effectLst>
                  <a:outerShdw blurRad="38100" dist="38100" dir="2700000" algn="tl">
                    <a:srgbClr val="C0C0C0"/>
                  </a:outerShdw>
                </a:effectLst>
                <a:latin typeface="Courier New" charset="0"/>
                <a:ea typeface="宋体" charset="-122"/>
              </a:rPr>
              <a:t> </a:t>
            </a:r>
            <a:r>
              <a:rPr lang="fr-FR" altLang="zh-CN" sz="1600" dirty="0" err="1">
                <a:solidFill>
                  <a:schemeClr val="tx1"/>
                </a:solidFill>
                <a:effectLst>
                  <a:outerShdw blurRad="38100" dist="38100" dir="2700000" algn="tl">
                    <a:srgbClr val="C0C0C0"/>
                  </a:outerShdw>
                </a:effectLst>
                <a:latin typeface="Courier New" charset="0"/>
                <a:ea typeface="宋体" charset="-122"/>
              </a:rPr>
              <a:t>FindMax</a:t>
            </a:r>
            <a:r>
              <a:rPr lang="fr-FR" altLang="zh-CN" sz="1600" dirty="0">
                <a:solidFill>
                  <a:schemeClr val="tx1"/>
                </a:solidFill>
                <a:effectLst>
                  <a:outerShdw blurRad="38100" dist="38100" dir="2700000" algn="tl">
                    <a:srgbClr val="C0C0C0"/>
                  </a:outerShdw>
                </a:effectLst>
                <a:latin typeface="Courier New" charset="0"/>
                <a:ea typeface="宋体" charset="-122"/>
              </a:rPr>
              <a:t>(</a:t>
            </a:r>
            <a:r>
              <a:rPr lang="fr-FR" altLang="zh-CN" sz="1600" dirty="0" err="1">
                <a:solidFill>
                  <a:schemeClr val="tx1"/>
                </a:solidFill>
                <a:effectLst>
                  <a:outerShdw blurRad="38100" dist="38100" dir="2700000" algn="tl">
                    <a:srgbClr val="C0C0C0"/>
                  </a:outerShdw>
                </a:effectLst>
                <a:latin typeface="Courier New" charset="0"/>
                <a:ea typeface="宋体" charset="-122"/>
              </a:rPr>
              <a:t>float</a:t>
            </a:r>
            <a:r>
              <a:rPr lang="fr-FR" altLang="zh-CN" sz="1600" dirty="0">
                <a:solidFill>
                  <a:schemeClr val="tx1"/>
                </a:solidFill>
                <a:effectLst>
                  <a:outerShdw blurRad="38100" dist="38100" dir="2700000" algn="tl">
                    <a:srgbClr val="C0C0C0"/>
                  </a:outerShdw>
                </a:effectLst>
                <a:latin typeface="Courier New" charset="0"/>
                <a:ea typeface="宋体" charset="-122"/>
              </a:rPr>
              <a:t> </a:t>
            </a:r>
            <a:r>
              <a:rPr lang="fr-FR" altLang="zh-CN" sz="1600" dirty="0" err="1">
                <a:solidFill>
                  <a:schemeClr val="tx1"/>
                </a:solidFill>
                <a:effectLst>
                  <a:outerShdw blurRad="38100" dist="38100" dir="2700000" algn="tl">
                    <a:srgbClr val="C0C0C0"/>
                  </a:outerShdw>
                </a:effectLst>
                <a:latin typeface="Courier New" charset="0"/>
                <a:ea typeface="宋体" charset="-122"/>
              </a:rPr>
              <a:t>arr</a:t>
            </a:r>
            <a:r>
              <a:rPr lang="fr-FR" altLang="zh-CN" sz="1600" dirty="0">
                <a:solidFill>
                  <a:schemeClr val="tx1"/>
                </a:solidFill>
                <a:effectLst>
                  <a:outerShdw blurRad="38100" dist="38100" dir="2700000" algn="tl">
                    <a:srgbClr val="C0C0C0"/>
                  </a:outerShdw>
                </a:effectLst>
                <a:latin typeface="Courier New" charset="0"/>
                <a:ea typeface="宋体" charset="-122"/>
              </a:rPr>
              <a:t>[], </a:t>
            </a:r>
            <a:r>
              <a:rPr lang="fr-FR" altLang="zh-CN" sz="1600" dirty="0" err="1">
                <a:solidFill>
                  <a:schemeClr val="tx1"/>
                </a:solidFill>
                <a:effectLst>
                  <a:outerShdw blurRad="38100" dist="38100" dir="2700000" algn="tl">
                    <a:srgbClr val="C0C0C0"/>
                  </a:outerShdw>
                </a:effectLst>
                <a:latin typeface="Courier New" charset="0"/>
                <a:ea typeface="宋体" charset="-122"/>
              </a:rPr>
              <a:t>int</a:t>
            </a:r>
            <a:r>
              <a:rPr lang="fr-FR" altLang="zh-CN" sz="1600" dirty="0">
                <a:solidFill>
                  <a:schemeClr val="tx1"/>
                </a:solidFill>
                <a:effectLst>
                  <a:outerShdw blurRad="38100" dist="38100" dir="2700000" algn="tl">
                    <a:srgbClr val="C0C0C0"/>
                  </a:outerShdw>
                </a:effectLst>
                <a:latin typeface="Courier New" charset="0"/>
                <a:ea typeface="宋体" charset="-122"/>
              </a:rPr>
              <a:t> n)</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r>
              <a:rPr lang="fr-FR" altLang="zh-CN" sz="1600" dirty="0" err="1">
                <a:solidFill>
                  <a:schemeClr val="accent2"/>
                </a:solidFill>
                <a:effectLst>
                  <a:outerShdw blurRad="38100" dist="38100" dir="2700000" algn="tl">
                    <a:srgbClr val="C0C0C0"/>
                  </a:outerShdw>
                </a:effectLst>
                <a:latin typeface="Courier New" charset="0"/>
                <a:ea typeface="宋体" charset="-122"/>
              </a:rPr>
              <a:t>float</a:t>
            </a:r>
            <a:r>
              <a:rPr lang="fr-FR" altLang="zh-CN" sz="1600" dirty="0">
                <a:solidFill>
                  <a:schemeClr val="tx1"/>
                </a:solidFill>
                <a:effectLst>
                  <a:outerShdw blurRad="38100" dist="38100" dir="2700000" algn="tl">
                    <a:srgbClr val="C0C0C0"/>
                  </a:outerShdw>
                </a:effectLst>
                <a:latin typeface="Courier New" charset="0"/>
                <a:ea typeface="宋体" charset="-122"/>
              </a:rPr>
              <a:t>  max;</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r>
              <a:rPr lang="fr-FR" altLang="zh-CN" sz="1600" dirty="0" err="1">
                <a:solidFill>
                  <a:schemeClr val="accent2"/>
                </a:solidFill>
                <a:effectLst>
                  <a:outerShdw blurRad="38100" dist="38100" dir="2700000" algn="tl">
                    <a:srgbClr val="C0C0C0"/>
                  </a:outerShdw>
                </a:effectLst>
                <a:latin typeface="Courier New" charset="0"/>
                <a:ea typeface="宋体" charset="-122"/>
              </a:rPr>
              <a:t>int</a:t>
            </a:r>
            <a:r>
              <a:rPr lang="fr-FR" altLang="zh-CN" sz="1600" dirty="0">
                <a:solidFill>
                  <a:schemeClr val="tx1"/>
                </a:solidFill>
                <a:effectLst>
                  <a:outerShdw blurRad="38100" dist="38100" dir="2700000" algn="tl">
                    <a:srgbClr val="C0C0C0"/>
                  </a:outerShdw>
                </a:effectLst>
                <a:latin typeface="Courier New" charset="0"/>
                <a:ea typeface="宋体" charset="-122"/>
              </a:rPr>
              <a:t>    i;</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max = </a:t>
            </a:r>
            <a:r>
              <a:rPr lang="fr-FR" altLang="zh-CN" sz="1600" dirty="0" err="1">
                <a:solidFill>
                  <a:schemeClr val="tx1"/>
                </a:solidFill>
                <a:effectLst>
                  <a:outerShdw blurRad="38100" dist="38100" dir="2700000" algn="tl">
                    <a:srgbClr val="C0C0C0"/>
                  </a:outerShdw>
                </a:effectLst>
                <a:latin typeface="Courier New" charset="0"/>
                <a:ea typeface="宋体" charset="-122"/>
              </a:rPr>
              <a:t>arr</a:t>
            </a:r>
            <a:r>
              <a:rPr lang="fr-FR" altLang="zh-CN" sz="1600" dirty="0">
                <a:solidFill>
                  <a:schemeClr val="tx1"/>
                </a:solidFill>
                <a:effectLst>
                  <a:outerShdw blurRad="38100" dist="38100" dir="2700000" algn="tl">
                    <a:srgbClr val="C0C0C0"/>
                  </a:outerShdw>
                </a:effectLst>
                <a:latin typeface="Courier New" charset="0"/>
                <a:ea typeface="宋体" charset="-122"/>
              </a:rPr>
              <a:t>[0];</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r>
              <a:rPr lang="fr-FR" altLang="zh-CN" sz="1600" dirty="0">
                <a:solidFill>
                  <a:schemeClr val="accent2"/>
                </a:solidFill>
                <a:effectLst>
                  <a:outerShdw blurRad="38100" dist="38100" dir="2700000" algn="tl">
                    <a:srgbClr val="C0C0C0"/>
                  </a:outerShdw>
                </a:effectLst>
                <a:latin typeface="Courier New" charset="0"/>
                <a:ea typeface="宋体" charset="-122"/>
              </a:rPr>
              <a:t>for</a:t>
            </a:r>
            <a:r>
              <a:rPr lang="fr-FR" altLang="zh-CN" sz="1600" dirty="0">
                <a:solidFill>
                  <a:schemeClr val="tx1"/>
                </a:solidFill>
                <a:effectLst>
                  <a:outerShdw blurRad="38100" dist="38100" dir="2700000" algn="tl">
                    <a:srgbClr val="C0C0C0"/>
                  </a:outerShdw>
                </a:effectLst>
                <a:latin typeface="Courier New" charset="0"/>
                <a:ea typeface="宋体" charset="-122"/>
              </a:rPr>
              <a:t> (i=1; i&lt;n; i++)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r>
              <a:rPr lang="fr-FR" altLang="zh-CN" sz="1600" dirty="0">
                <a:solidFill>
                  <a:schemeClr val="accent2"/>
                </a:solidFill>
                <a:effectLst>
                  <a:outerShdw blurRad="38100" dist="38100" dir="2700000" algn="tl">
                    <a:srgbClr val="C0C0C0"/>
                  </a:outerShdw>
                </a:effectLst>
                <a:latin typeface="Courier New" charset="0"/>
                <a:ea typeface="宋体" charset="-122"/>
              </a:rPr>
              <a:t>if</a:t>
            </a:r>
            <a:r>
              <a:rPr lang="fr-FR" altLang="zh-CN" sz="1600" dirty="0">
                <a:solidFill>
                  <a:schemeClr val="tx1"/>
                </a:solidFill>
                <a:effectLst>
                  <a:outerShdw blurRad="38100" dist="38100" dir="2700000" algn="tl">
                    <a:srgbClr val="C0C0C0"/>
                  </a:outerShdw>
                </a:effectLst>
                <a:latin typeface="Courier New" charset="0"/>
                <a:ea typeface="宋体" charset="-122"/>
              </a:rPr>
              <a:t> (</a:t>
            </a:r>
            <a:r>
              <a:rPr lang="fr-FR" altLang="zh-CN" sz="1600" dirty="0" err="1">
                <a:solidFill>
                  <a:schemeClr val="tx1"/>
                </a:solidFill>
                <a:effectLst>
                  <a:outerShdw blurRad="38100" dist="38100" dir="2700000" algn="tl">
                    <a:srgbClr val="C0C0C0"/>
                  </a:outerShdw>
                </a:effectLst>
                <a:latin typeface="Courier New" charset="0"/>
                <a:ea typeface="宋体" charset="-122"/>
              </a:rPr>
              <a:t>arr</a:t>
            </a:r>
            <a:r>
              <a:rPr lang="fr-FR" altLang="zh-CN" sz="1600" dirty="0">
                <a:solidFill>
                  <a:schemeClr val="tx1"/>
                </a:solidFill>
                <a:effectLst>
                  <a:outerShdw blurRad="38100" dist="38100" dir="2700000" algn="tl">
                    <a:srgbClr val="C0C0C0"/>
                  </a:outerShdw>
                </a:effectLst>
                <a:latin typeface="Courier New" charset="0"/>
                <a:ea typeface="宋体" charset="-122"/>
              </a:rPr>
              <a:t>[i] &gt; max)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max = </a:t>
            </a:r>
            <a:r>
              <a:rPr lang="fr-FR" altLang="zh-CN" sz="1600" dirty="0" err="1">
                <a:solidFill>
                  <a:schemeClr val="tx1"/>
                </a:solidFill>
                <a:effectLst>
                  <a:outerShdw blurRad="38100" dist="38100" dir="2700000" algn="tl">
                    <a:srgbClr val="C0C0C0"/>
                  </a:outerShdw>
                </a:effectLst>
                <a:latin typeface="Courier New" charset="0"/>
                <a:ea typeface="宋体" charset="-122"/>
              </a:rPr>
              <a:t>arr</a:t>
            </a:r>
            <a:r>
              <a:rPr lang="fr-FR" altLang="zh-CN" sz="1600" dirty="0">
                <a:solidFill>
                  <a:schemeClr val="tx1"/>
                </a:solidFill>
                <a:effectLst>
                  <a:outerShdw blurRad="38100" dist="38100" dir="2700000" algn="tl">
                    <a:srgbClr val="C0C0C0"/>
                  </a:outerShdw>
                </a:effectLst>
                <a:latin typeface="Courier New" charset="0"/>
                <a:ea typeface="宋体" charset="-122"/>
              </a:rPr>
              <a:t>[i];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endParaRPr lang="zh-CN" altLang="en-US"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en-US" altLang="zh-CN" sz="1600" dirty="0">
                <a:solidFill>
                  <a:schemeClr val="tx1"/>
                </a:solidFill>
                <a:effectLst>
                  <a:outerShdw blurRad="38100" dist="38100" dir="2700000" algn="tl">
                    <a:srgbClr val="C0C0C0"/>
                  </a:outerShdw>
                </a:effectLst>
                <a:latin typeface="Courier New" charset="0"/>
                <a:ea typeface="宋体" charset="-122"/>
              </a:rPr>
              <a:t>return</a:t>
            </a:r>
            <a:r>
              <a:rPr lang="zh-CN" altLang="en-US" sz="1600" dirty="0">
                <a:solidFill>
                  <a:schemeClr val="tx1"/>
                </a:solidFill>
                <a:effectLst>
                  <a:outerShdw blurRad="38100" dist="38100" dir="2700000" algn="tl">
                    <a:srgbClr val="C0C0C0"/>
                  </a:outerShdw>
                </a:effectLst>
                <a:latin typeface="Courier New" charset="0"/>
                <a:ea typeface="宋体" charset="-122"/>
              </a:rPr>
              <a:t> </a:t>
            </a:r>
            <a:r>
              <a:rPr lang="en-US" altLang="zh-CN" sz="1600" dirty="0">
                <a:solidFill>
                  <a:schemeClr val="tx1"/>
                </a:solidFill>
                <a:effectLst>
                  <a:outerShdw blurRad="38100" dist="38100" dir="2700000" algn="tl">
                    <a:srgbClr val="C0C0C0"/>
                  </a:outerShdw>
                </a:effectLst>
                <a:latin typeface="Courier New" charset="0"/>
                <a:ea typeface="宋体" charset="-122"/>
              </a:rPr>
              <a:t>max;</a:t>
            </a:r>
            <a:r>
              <a:rPr lang="fr-FR" altLang="zh-CN" sz="1600" dirty="0">
                <a:solidFill>
                  <a:schemeClr val="tx1"/>
                </a:solidFill>
                <a:effectLst>
                  <a:outerShdw blurRad="38100" dist="38100" dir="2700000" algn="tl">
                    <a:srgbClr val="C0C0C0"/>
                  </a:outerShdw>
                </a:effectLst>
                <a:latin typeface="Courier New" charset="0"/>
                <a:ea typeface="宋体" charset="-122"/>
              </a:rPr>
              <a:t>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a:t>
            </a:r>
            <a:endParaRPr lang="zh-CN" altLang="en-US" sz="1600" dirty="0">
              <a:solidFill>
                <a:schemeClr val="tx1"/>
              </a:solidFill>
              <a:effectLst>
                <a:outerShdw blurRad="38100" dist="38100" dir="2700000" algn="tl">
                  <a:srgbClr val="C0C0C0"/>
                </a:outerShdw>
              </a:effectLst>
              <a:latin typeface="Courier New" charset="0"/>
              <a:ea typeface="宋体" charset="-122"/>
            </a:endParaRPr>
          </a:p>
        </p:txBody>
      </p:sp>
      <p:sp>
        <p:nvSpPr>
          <p:cNvPr id="2" name="日期占位符 1"/>
          <p:cNvSpPr/>
          <p:nvPr>
            <p:ph type="dt" sz="half" idx="10"/>
          </p:nvPr>
        </p:nvSpPr>
        <p:spPr/>
        <p:txBody>
          <a:bodyPr/>
          <a:lstStyle/>
          <a:p>
            <a:fld id="{73C5ED5B-D225-4C46-889C-339509A47D88}" type="datetime1">
              <a:rPr lang="zh-CN" altLang="en-US" smtClean="0"/>
            </a:fld>
            <a:endParaRPr lang="en-US" dirty="0"/>
          </a:p>
        </p:txBody>
      </p:sp>
      <p:sp>
        <p:nvSpPr>
          <p:cNvPr id="4" name="幻灯片编号占位符 3"/>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4" name="Rectangle 4"/>
          <p:cNvSpPr/>
          <p:nvPr/>
        </p:nvSpPr>
        <p:spPr bwMode="auto">
          <a:xfrm>
            <a:off x="179388" y="139700"/>
            <a:ext cx="8756650" cy="354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r>
              <a:rPr lang="zh-CN" altLang="en-US" dirty="0">
                <a:solidFill>
                  <a:schemeClr val="accent2"/>
                </a:solidFill>
                <a:effectLst>
                  <a:outerShdw blurRad="38100" dist="38100" dir="2700000" algn="tl">
                    <a:srgbClr val="C0C0C0"/>
                  </a:outerShdw>
                </a:effectLst>
                <a:ea typeface="宋体" charset="-122"/>
              </a:rPr>
              <a:t>用</a:t>
            </a:r>
            <a:r>
              <a:rPr lang="zh-CN" altLang="en-US" dirty="0">
                <a:effectLst>
                  <a:outerShdw blurRad="38100" dist="38100" dir="2700000" algn="tl">
                    <a:srgbClr val="C0C0C0"/>
                  </a:outerShdw>
                </a:effectLst>
                <a:ea typeface="宋体" charset="-122"/>
              </a:rPr>
              <a:t>数组</a:t>
            </a:r>
            <a:r>
              <a:rPr lang="zh-CN" altLang="en-US" dirty="0">
                <a:solidFill>
                  <a:schemeClr val="accent2"/>
                </a:solidFill>
                <a:effectLst>
                  <a:outerShdw blurRad="38100" dist="38100" dir="2700000" algn="tl">
                    <a:srgbClr val="C0C0C0"/>
                  </a:outerShdw>
                </a:effectLst>
                <a:ea typeface="宋体" charset="-122"/>
              </a:rPr>
              <a:t>作为函数的形式参数：</a:t>
            </a:r>
            <a:endParaRPr lang="zh-CN" altLang="en-US" dirty="0">
              <a:solidFill>
                <a:schemeClr val="accent2"/>
              </a:solidFill>
              <a:effectLst>
                <a:outerShdw blurRad="38100" dist="38100" dir="2700000" algn="tl">
                  <a:srgbClr val="C0C0C0"/>
                </a:outerShdw>
              </a:effectLst>
              <a:ea typeface="宋体" charset="-122"/>
            </a:endParaRPr>
          </a:p>
          <a:p>
            <a:r>
              <a:rPr lang="zh-CN" altLang="en-US" dirty="0">
                <a:solidFill>
                  <a:srgbClr val="9900CC"/>
                </a:solidFill>
                <a:effectLst>
                  <a:outerShdw blurRad="38100" dist="38100" dir="2700000" algn="tl">
                    <a:srgbClr val="C0C0C0"/>
                  </a:outerShdw>
                </a:effectLst>
                <a:ea typeface="宋体" charset="-122"/>
              </a:rPr>
              <a:t>        由于每次调用函数，作为形式参数的数组，每次都要</a:t>
            </a:r>
            <a:r>
              <a:rPr lang="zh-CN" altLang="en-US" dirty="0">
                <a:effectLst>
                  <a:outerShdw blurRad="38100" dist="38100" dir="2700000" algn="tl">
                    <a:srgbClr val="C0C0C0"/>
                  </a:outerShdw>
                </a:effectLst>
                <a:ea typeface="宋体" charset="-122"/>
              </a:rPr>
              <a:t>重新开辟</a:t>
            </a:r>
            <a:r>
              <a:rPr lang="zh-CN" altLang="en-US" dirty="0">
                <a:solidFill>
                  <a:srgbClr val="9900CC"/>
                </a:solidFill>
                <a:effectLst>
                  <a:outerShdw blurRad="38100" dist="38100" dir="2700000" algn="tl">
                    <a:srgbClr val="C0C0C0"/>
                  </a:outerShdw>
                </a:effectLst>
                <a:ea typeface="宋体" charset="-122"/>
              </a:rPr>
              <a:t>一块连续的存储空间，每次</a:t>
            </a:r>
            <a:r>
              <a:rPr lang="zh-CN" altLang="en-US" dirty="0">
                <a:effectLst>
                  <a:outerShdw blurRad="38100" dist="38100" dir="2700000" algn="tl">
                    <a:srgbClr val="C0C0C0"/>
                  </a:outerShdw>
                </a:effectLst>
                <a:ea typeface="宋体" charset="-122"/>
              </a:rPr>
              <a:t>复制一堆的实参值，</a:t>
            </a:r>
            <a:r>
              <a:rPr lang="zh-CN" altLang="en-US" dirty="0">
                <a:solidFill>
                  <a:srgbClr val="9900CC"/>
                </a:solidFill>
                <a:effectLst>
                  <a:outerShdw blurRad="38100" dist="38100" dir="2700000" algn="tl">
                    <a:srgbClr val="C0C0C0"/>
                  </a:outerShdw>
                </a:effectLst>
                <a:ea typeface="宋体" charset="-122"/>
              </a:rPr>
              <a:t>用完又</a:t>
            </a:r>
            <a:r>
              <a:rPr lang="zh-CN" altLang="en-US" dirty="0">
                <a:effectLst>
                  <a:outerShdw blurRad="38100" dist="38100" dir="2700000" algn="tl">
                    <a:srgbClr val="C0C0C0"/>
                  </a:outerShdw>
                </a:effectLst>
                <a:ea typeface="宋体" charset="-122"/>
              </a:rPr>
              <a:t>马上将内存还给系统</a:t>
            </a:r>
            <a:r>
              <a:rPr lang="zh-CN" altLang="en-US" dirty="0">
                <a:solidFill>
                  <a:srgbClr val="9900CC"/>
                </a:solidFill>
                <a:effectLst>
                  <a:outerShdw blurRad="38100" dist="38100" dir="2700000" algn="tl">
                    <a:srgbClr val="C0C0C0"/>
                  </a:outerShdw>
                </a:effectLst>
                <a:ea typeface="宋体" charset="-122"/>
              </a:rPr>
              <a:t>。需要的系统开销太大。</a:t>
            </a:r>
            <a:endParaRPr lang="zh-CN" altLang="en-US" dirty="0">
              <a:solidFill>
                <a:srgbClr val="9900CC"/>
              </a:solidFill>
              <a:effectLst>
                <a:outerShdw blurRad="38100" dist="38100" dir="2700000" algn="tl">
                  <a:srgbClr val="C0C0C0"/>
                </a:outerShdw>
              </a:effectLst>
              <a:ea typeface="宋体" charset="-122"/>
            </a:endParaRPr>
          </a:p>
          <a:p>
            <a:r>
              <a:rPr lang="zh-CN" altLang="en-US" dirty="0">
                <a:solidFill>
                  <a:schemeClr val="accent2"/>
                </a:solidFill>
                <a:effectLst>
                  <a:outerShdw blurRad="38100" dist="38100" dir="2700000" algn="tl">
                    <a:srgbClr val="C0C0C0"/>
                  </a:outerShdw>
                </a:effectLst>
                <a:ea typeface="宋体" charset="-122"/>
              </a:rPr>
              <a:t>因此，</a:t>
            </a:r>
            <a:r>
              <a:rPr lang="en-US" altLang="zh-CN" dirty="0">
                <a:solidFill>
                  <a:schemeClr val="accent2"/>
                </a:solidFill>
                <a:effectLst>
                  <a:outerShdw blurRad="38100" dist="38100" dir="2700000" algn="tl">
                    <a:srgbClr val="C0C0C0"/>
                  </a:outerShdw>
                </a:effectLst>
                <a:ea typeface="宋体" charset="-122"/>
              </a:rPr>
              <a:t>C</a:t>
            </a:r>
            <a:r>
              <a:rPr lang="zh-CN" altLang="en-US" dirty="0">
                <a:solidFill>
                  <a:schemeClr val="accent2"/>
                </a:solidFill>
                <a:effectLst>
                  <a:outerShdw blurRad="38100" dist="38100" dir="2700000" algn="tl">
                    <a:srgbClr val="C0C0C0"/>
                  </a:outerShdw>
                </a:effectLst>
                <a:ea typeface="宋体" charset="-122"/>
              </a:rPr>
              <a:t>程序设计语言规定，数组作形式参数时，不重新开辟存储空间，而是用实际参数已有的空间。</a:t>
            </a:r>
            <a:endParaRPr lang="en-US" altLang="zh-CN" dirty="0">
              <a:solidFill>
                <a:schemeClr val="accent2"/>
              </a:solidFill>
              <a:effectLst>
                <a:outerShdw blurRad="38100" dist="38100" dir="2700000" algn="tl">
                  <a:srgbClr val="C0C0C0"/>
                </a:outerShdw>
              </a:effectLst>
              <a:ea typeface="宋体" charset="-122"/>
            </a:endParaRPr>
          </a:p>
        </p:txBody>
      </p:sp>
      <p:sp>
        <p:nvSpPr>
          <p:cNvPr id="378885" name="Rectangle 5"/>
          <p:cNvSpPr/>
          <p:nvPr/>
        </p:nvSpPr>
        <p:spPr bwMode="auto">
          <a:xfrm>
            <a:off x="468313" y="3644900"/>
            <a:ext cx="4535487" cy="322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7" rIns="92075" bIns="46037"/>
          <a:lstStyle/>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accent2"/>
                </a:solidFill>
                <a:effectLst>
                  <a:outerShdw blurRad="38100" dist="38100" dir="2700000" algn="tl">
                    <a:srgbClr val="C0C0C0"/>
                  </a:outerShdw>
                </a:effectLst>
                <a:latin typeface="Courier New" charset="0"/>
                <a:ea typeface="宋体" charset="-122"/>
              </a:rPr>
              <a:t>float </a:t>
            </a:r>
            <a:r>
              <a:rPr lang="fr-FR" altLang="zh-CN" sz="1600" dirty="0">
                <a:solidFill>
                  <a:schemeClr val="tx1"/>
                </a:solidFill>
                <a:effectLst>
                  <a:outerShdw blurRad="38100" dist="38100" dir="2700000" algn="tl">
                    <a:srgbClr val="C0C0C0"/>
                  </a:outerShdw>
                </a:effectLst>
                <a:latin typeface="Courier New" charset="0"/>
                <a:ea typeface="宋体" charset="-122"/>
              </a:rPr>
              <a:t>FindMax(float arr[], int n)</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r>
              <a:rPr lang="fr-FR" altLang="zh-CN" sz="1600" dirty="0">
                <a:solidFill>
                  <a:schemeClr val="accent2"/>
                </a:solidFill>
                <a:effectLst>
                  <a:outerShdw blurRad="38100" dist="38100" dir="2700000" algn="tl">
                    <a:srgbClr val="C0C0C0"/>
                  </a:outerShdw>
                </a:effectLst>
                <a:latin typeface="Courier New" charset="0"/>
                <a:ea typeface="宋体" charset="-122"/>
              </a:rPr>
              <a:t>float</a:t>
            </a:r>
            <a:r>
              <a:rPr lang="fr-FR" altLang="zh-CN" sz="1600" dirty="0">
                <a:solidFill>
                  <a:schemeClr val="tx1"/>
                </a:solidFill>
                <a:effectLst>
                  <a:outerShdw blurRad="38100" dist="38100" dir="2700000" algn="tl">
                    <a:srgbClr val="C0C0C0"/>
                  </a:outerShdw>
                </a:effectLst>
                <a:latin typeface="Courier New" charset="0"/>
                <a:ea typeface="宋体" charset="-122"/>
              </a:rPr>
              <a:t>  max;</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r>
              <a:rPr lang="fr-FR" altLang="zh-CN" sz="1600" dirty="0">
                <a:solidFill>
                  <a:schemeClr val="accent2"/>
                </a:solidFill>
                <a:effectLst>
                  <a:outerShdw blurRad="38100" dist="38100" dir="2700000" algn="tl">
                    <a:srgbClr val="C0C0C0"/>
                  </a:outerShdw>
                </a:effectLst>
                <a:latin typeface="Courier New" charset="0"/>
                <a:ea typeface="宋体" charset="-122"/>
              </a:rPr>
              <a:t>int</a:t>
            </a:r>
            <a:r>
              <a:rPr lang="fr-FR" altLang="zh-CN" sz="1600" dirty="0">
                <a:solidFill>
                  <a:schemeClr val="tx1"/>
                </a:solidFill>
                <a:effectLst>
                  <a:outerShdw blurRad="38100" dist="38100" dir="2700000" algn="tl">
                    <a:srgbClr val="C0C0C0"/>
                  </a:outerShdw>
                </a:effectLst>
                <a:latin typeface="Courier New" charset="0"/>
                <a:ea typeface="宋体" charset="-122"/>
              </a:rPr>
              <a:t>    i;</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max = arr[0];</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r>
              <a:rPr lang="fr-FR" altLang="zh-CN" sz="1600" dirty="0">
                <a:solidFill>
                  <a:schemeClr val="accent2"/>
                </a:solidFill>
                <a:effectLst>
                  <a:outerShdw blurRad="38100" dist="38100" dir="2700000" algn="tl">
                    <a:srgbClr val="C0C0C0"/>
                  </a:outerShdw>
                </a:effectLst>
                <a:latin typeface="Courier New" charset="0"/>
                <a:ea typeface="宋体" charset="-122"/>
              </a:rPr>
              <a:t>for</a:t>
            </a:r>
            <a:r>
              <a:rPr lang="fr-FR" altLang="zh-CN" sz="1600" dirty="0">
                <a:solidFill>
                  <a:schemeClr val="tx1"/>
                </a:solidFill>
                <a:effectLst>
                  <a:outerShdw blurRad="38100" dist="38100" dir="2700000" algn="tl">
                    <a:srgbClr val="C0C0C0"/>
                  </a:outerShdw>
                </a:effectLst>
                <a:latin typeface="Courier New" charset="0"/>
                <a:ea typeface="宋体" charset="-122"/>
              </a:rPr>
              <a:t> (i=1; i&lt;n; i++)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r>
              <a:rPr lang="fr-FR" altLang="zh-CN" sz="1600" dirty="0">
                <a:solidFill>
                  <a:schemeClr val="accent2"/>
                </a:solidFill>
                <a:effectLst>
                  <a:outerShdw blurRad="38100" dist="38100" dir="2700000" algn="tl">
                    <a:srgbClr val="C0C0C0"/>
                  </a:outerShdw>
                </a:effectLst>
                <a:latin typeface="Courier New" charset="0"/>
                <a:ea typeface="宋体" charset="-122"/>
              </a:rPr>
              <a:t>if</a:t>
            </a:r>
            <a:r>
              <a:rPr lang="fr-FR" altLang="zh-CN" sz="1600" dirty="0">
                <a:solidFill>
                  <a:schemeClr val="tx1"/>
                </a:solidFill>
                <a:effectLst>
                  <a:outerShdw blurRad="38100" dist="38100" dir="2700000" algn="tl">
                    <a:srgbClr val="C0C0C0"/>
                  </a:outerShdw>
                </a:effectLst>
                <a:latin typeface="Courier New" charset="0"/>
                <a:ea typeface="宋体" charset="-122"/>
              </a:rPr>
              <a:t> (arr[i] &gt; max)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max = arr[i];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a:t>
            </a:r>
            <a:endParaRPr lang="zh-CN" altLang="en-US" sz="1600" dirty="0">
              <a:solidFill>
                <a:schemeClr val="tx1"/>
              </a:solidFill>
              <a:effectLst>
                <a:outerShdw blurRad="38100" dist="38100" dir="2700000" algn="tl">
                  <a:srgbClr val="C0C0C0"/>
                </a:outerShdw>
              </a:effectLst>
              <a:latin typeface="Courier New" charset="0"/>
              <a:ea typeface="宋体" charset="-122"/>
            </a:endParaRPr>
          </a:p>
        </p:txBody>
      </p:sp>
      <p:grpSp>
        <p:nvGrpSpPr>
          <p:cNvPr id="378892" name="Group 12"/>
          <p:cNvGrpSpPr/>
          <p:nvPr/>
        </p:nvGrpSpPr>
        <p:grpSpPr bwMode="auto">
          <a:xfrm>
            <a:off x="2214563" y="3890963"/>
            <a:ext cx="6696075" cy="1800225"/>
            <a:chOff x="1429" y="2296"/>
            <a:chExt cx="4218" cy="953"/>
          </a:xfrm>
        </p:grpSpPr>
        <p:sp>
          <p:nvSpPr>
            <p:cNvPr id="378890" name="AutoShape 10"/>
            <p:cNvSpPr/>
            <p:nvPr/>
          </p:nvSpPr>
          <p:spPr bwMode="auto">
            <a:xfrm>
              <a:off x="2925" y="2557"/>
              <a:ext cx="2722" cy="692"/>
            </a:xfrm>
            <a:prstGeom prst="borderCallout1">
              <a:avLst>
                <a:gd name="adj1" fmla="val 10403"/>
                <a:gd name="adj2" fmla="val -1764"/>
                <a:gd name="adj3" fmla="val -37718"/>
                <a:gd name="adj4" fmla="val -21639"/>
              </a:avLst>
            </a:prstGeom>
            <a:noFill/>
            <a:ln w="31750" algn="ctr">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algn="ctr"/>
              <a:r>
                <a:rPr lang="zh-CN" altLang="en-US" sz="1800">
                  <a:solidFill>
                    <a:schemeClr val="tx1"/>
                  </a:solidFill>
                  <a:effectLst>
                    <a:outerShdw blurRad="38100" dist="38100" dir="2700000" algn="tl">
                      <a:srgbClr val="C0C0C0"/>
                    </a:outerShdw>
                  </a:effectLst>
                  <a:ea typeface="宋体" charset="-122"/>
                </a:rPr>
                <a:t>此处虽然写成数组形式，但</a:t>
              </a:r>
              <a:r>
                <a:rPr lang="zh-CN" altLang="en-US" sz="1800">
                  <a:solidFill>
                    <a:schemeClr val="accent2"/>
                  </a:solidFill>
                  <a:effectLst>
                    <a:outerShdw blurRad="38100" dist="38100" dir="2700000" algn="tl">
                      <a:srgbClr val="C0C0C0"/>
                    </a:outerShdw>
                  </a:effectLst>
                  <a:ea typeface="宋体" charset="-122"/>
                </a:rPr>
                <a:t>不真正开辟形式参数</a:t>
              </a:r>
              <a:r>
                <a:rPr lang="zh-CN" altLang="en-US" sz="1800">
                  <a:solidFill>
                    <a:schemeClr val="tx1"/>
                  </a:solidFill>
                  <a:effectLst>
                    <a:outerShdw blurRad="38100" dist="38100" dir="2700000" algn="tl">
                      <a:srgbClr val="C0C0C0"/>
                    </a:outerShdw>
                  </a:effectLst>
                  <a:ea typeface="宋体" charset="-122"/>
                </a:rPr>
                <a:t>的内存空间，只产生一个用来</a:t>
              </a:r>
              <a:r>
                <a:rPr lang="zh-CN" altLang="en-US" sz="1800">
                  <a:solidFill>
                    <a:schemeClr val="accent2"/>
                  </a:solidFill>
                  <a:effectLst>
                    <a:outerShdw blurRad="38100" dist="38100" dir="2700000" algn="tl">
                      <a:srgbClr val="C0C0C0"/>
                    </a:outerShdw>
                  </a:effectLst>
                  <a:ea typeface="宋体" charset="-122"/>
                </a:rPr>
                <a:t>存放地址的变量</a:t>
              </a:r>
              <a:r>
                <a:rPr lang="zh-CN" altLang="en-US" sz="1800">
                  <a:solidFill>
                    <a:schemeClr val="tx1"/>
                  </a:solidFill>
                  <a:effectLst>
                    <a:outerShdw blurRad="38100" dist="38100" dir="2700000" algn="tl">
                      <a:srgbClr val="C0C0C0"/>
                    </a:outerShdw>
                  </a:effectLst>
                  <a:ea typeface="宋体" charset="-122"/>
                </a:rPr>
                <a:t>。这里这样写是为了说明此处需要放一个数组，作为实际参数</a:t>
              </a:r>
              <a:endParaRPr lang="zh-CN" altLang="en-US" sz="1800">
                <a:solidFill>
                  <a:schemeClr val="tx1"/>
                </a:solidFill>
                <a:effectLst>
                  <a:outerShdw blurRad="38100" dist="38100" dir="2700000" algn="tl">
                    <a:srgbClr val="C0C0C0"/>
                  </a:outerShdw>
                </a:effectLst>
                <a:ea typeface="宋体" charset="-122"/>
              </a:endParaRPr>
            </a:p>
          </p:txBody>
        </p:sp>
        <p:sp>
          <p:nvSpPr>
            <p:cNvPr id="378891" name="Line 11"/>
            <p:cNvSpPr/>
            <p:nvPr/>
          </p:nvSpPr>
          <p:spPr bwMode="auto">
            <a:xfrm>
              <a:off x="1429" y="2296"/>
              <a:ext cx="907" cy="0"/>
            </a:xfrm>
            <a:prstGeom prst="line">
              <a:avLst/>
            </a:prstGeom>
            <a:noFill/>
            <a:ln w="317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grpSp>
      <p:sp>
        <p:nvSpPr>
          <p:cNvPr id="2" name="日期占位符 1"/>
          <p:cNvSpPr/>
          <p:nvPr>
            <p:ph type="dt" sz="half" idx="10"/>
          </p:nvPr>
        </p:nvSpPr>
        <p:spPr/>
        <p:txBody>
          <a:bodyPr/>
          <a:lstStyle/>
          <a:p>
            <a:fld id="{D7577DF6-C961-0D47-94E7-B25FCCB7CF58}" type="datetime1">
              <a:rPr lang="zh-CN" altLang="en-US" smtClean="0"/>
            </a:fld>
            <a:endParaRPr lang="en-US"/>
          </a:p>
        </p:txBody>
      </p:sp>
      <p:sp>
        <p:nvSpPr>
          <p:cNvPr id="4" name="幻灯片编号占位符 3"/>
          <p:cNvSpPr/>
          <p:nvPr>
            <p:ph type="sldNum" sz="quarter" idx="12"/>
          </p:nvPr>
        </p:nvSpPr>
        <p:spPr/>
        <p:txBody>
          <a:bodyPr/>
          <a:lstStyle/>
          <a:p>
            <a:fld id="{4FAB73BC-B049-4115-A692-8D63A059BFB8}"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8892"/>
                                        </p:tgtEl>
                                        <p:attrNameLst>
                                          <p:attrName>style.visibility</p:attrName>
                                        </p:attrNameLst>
                                      </p:cBhvr>
                                      <p:to>
                                        <p:strVal val="visible"/>
                                      </p:to>
                                    </p:set>
                                    <p:anim calcmode="lin" valueType="num">
                                      <p:cBhvr additive="base">
                                        <p:cTn id="7" dur="500" fill="hold"/>
                                        <p:tgtEl>
                                          <p:spTgt spid="378892"/>
                                        </p:tgtEl>
                                        <p:attrNameLst>
                                          <p:attrName>ppt_x</p:attrName>
                                        </p:attrNameLst>
                                      </p:cBhvr>
                                      <p:tavLst>
                                        <p:tav tm="0">
                                          <p:val>
                                            <p:strVal val="#ppt_x"/>
                                          </p:val>
                                        </p:tav>
                                        <p:tav tm="100000">
                                          <p:val>
                                            <p:strVal val="#ppt_x"/>
                                          </p:val>
                                        </p:tav>
                                      </p:tavLst>
                                    </p:anim>
                                    <p:anim calcmode="lin" valueType="num">
                                      <p:cBhvr additive="base">
                                        <p:cTn id="8" dur="500" fill="hold"/>
                                        <p:tgtEl>
                                          <p:spTgt spid="3788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2450" name="Text Box 2"/>
          <p:cNvSpPr txBox="1"/>
          <p:nvPr/>
        </p:nvSpPr>
        <p:spPr bwMode="auto">
          <a:xfrm>
            <a:off x="381000" y="5464175"/>
            <a:ext cx="901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defRPr/>
            </a:pPr>
            <a:r>
              <a:rPr kumimoji="1" lang="zh-CN" altLang="en-US">
                <a:solidFill>
                  <a:srgbClr val="CC9900"/>
                </a:solidFill>
                <a:effectLst>
                  <a:outerShdw blurRad="38100" dist="38100" dir="2700000" algn="tl">
                    <a:srgbClr val="C0C0C0"/>
                  </a:outerShdw>
                </a:effectLst>
                <a:latin typeface="Times New Roman" pitchFamily="18" charset="0"/>
                <a:ea typeface="宋体" charset="-122"/>
              </a:rPr>
              <a:t>　　</a:t>
            </a:r>
            <a:endParaRPr kumimoji="1" lang="zh-CN" altLang="en-US">
              <a:solidFill>
                <a:srgbClr val="CC9900"/>
              </a:solidFill>
              <a:effectLst>
                <a:outerShdw blurRad="38100" dist="38100" dir="2700000" algn="tl">
                  <a:srgbClr val="C0C0C0"/>
                </a:outerShdw>
              </a:effectLst>
              <a:latin typeface="Times New Roman" pitchFamily="18" charset="0"/>
              <a:ea typeface="宋体" charset="-122"/>
            </a:endParaRPr>
          </a:p>
        </p:txBody>
      </p:sp>
      <p:sp>
        <p:nvSpPr>
          <p:cNvPr id="232455" name="Rectangle 7"/>
          <p:cNvSpPr/>
          <p:nvPr>
            <p:ph type="title"/>
          </p:nvPr>
        </p:nvSpPr>
        <p:spPr/>
        <p:txBody>
          <a:bodyPr/>
          <a:lstStyle/>
          <a:p>
            <a:r>
              <a:rPr kumimoji="1" lang="zh-CN" altLang="en-US">
                <a:solidFill>
                  <a:schemeClr val="accent2"/>
                </a:solidFill>
              </a:rPr>
              <a:t>数组名作函数参数</a:t>
            </a:r>
            <a:endParaRPr kumimoji="1" lang="zh-CN" altLang="en-US">
              <a:solidFill>
                <a:schemeClr val="accent2"/>
              </a:solidFill>
            </a:endParaRPr>
          </a:p>
        </p:txBody>
      </p:sp>
      <p:sp>
        <p:nvSpPr>
          <p:cNvPr id="232459" name="Rectangle 11"/>
          <p:cNvSpPr/>
          <p:nvPr>
            <p:ph type="body" sz="half" idx="1"/>
          </p:nvPr>
        </p:nvSpPr>
        <p:spPr>
          <a:xfrm>
            <a:off x="250825" y="1484313"/>
            <a:ext cx="5473700" cy="5113337"/>
          </a:xfrm>
        </p:spPr>
        <p:txBody>
          <a:bodyPr>
            <a:normAutofit/>
          </a:bodyPr>
          <a:lstStyle/>
          <a:p>
            <a:pPr marL="342900" indent="-342900" eaLnBrk="1"/>
            <a:r>
              <a:rPr lang="zh-CN" altLang="en-US" sz="2800" dirty="0">
                <a:solidFill>
                  <a:srgbClr val="0066FF"/>
                </a:solidFill>
                <a:ea typeface="宋体" charset="-122"/>
              </a:rPr>
              <a:t>传递整个数组到另一个函数内，实际上是将数组的</a:t>
            </a:r>
            <a:r>
              <a:rPr lang="zh-CN" altLang="en-US" sz="2800" dirty="0">
                <a:solidFill>
                  <a:schemeClr val="tx1"/>
                </a:solidFill>
                <a:ea typeface="宋体" charset="-122"/>
              </a:rPr>
              <a:t>首地址</a:t>
            </a:r>
            <a:r>
              <a:rPr lang="zh-CN" altLang="en-US" sz="2800" dirty="0">
                <a:solidFill>
                  <a:srgbClr val="0066FF"/>
                </a:solidFill>
                <a:ea typeface="宋体" charset="-122"/>
              </a:rPr>
              <a:t>作为参数传过去</a:t>
            </a:r>
            <a:endParaRPr lang="zh-CN" altLang="en-US" sz="2800" dirty="0">
              <a:solidFill>
                <a:srgbClr val="0066FF"/>
              </a:solidFill>
              <a:ea typeface="宋体" charset="-122"/>
            </a:endParaRPr>
          </a:p>
          <a:p>
            <a:pPr marL="742950" lvl="1" eaLnBrk="1"/>
            <a:r>
              <a:rPr lang="zh-CN" altLang="en-US" sz="2400" dirty="0">
                <a:solidFill>
                  <a:schemeClr val="hlink"/>
                </a:solidFill>
                <a:ea typeface="宋体" charset="-122"/>
              </a:rPr>
              <a:t>用</a:t>
            </a:r>
            <a:r>
              <a:rPr lang="zh-CN" altLang="en-US" sz="2400" dirty="0">
                <a:solidFill>
                  <a:schemeClr val="accent2"/>
                </a:solidFill>
                <a:ea typeface="宋体" charset="-122"/>
              </a:rPr>
              <a:t>数组名</a:t>
            </a:r>
            <a:r>
              <a:rPr lang="zh-CN" altLang="en-US" sz="2400" dirty="0">
                <a:solidFill>
                  <a:schemeClr val="hlink"/>
                </a:solidFill>
                <a:ea typeface="宋体" charset="-122"/>
              </a:rPr>
              <a:t>作为</a:t>
            </a:r>
            <a:r>
              <a:rPr lang="zh-CN" altLang="en-US" sz="2400" dirty="0">
                <a:solidFill>
                  <a:schemeClr val="accent2"/>
                </a:solidFill>
                <a:ea typeface="宋体" charset="-122"/>
              </a:rPr>
              <a:t>函数参数</a:t>
            </a:r>
            <a:endParaRPr lang="zh-CN" altLang="en-US" sz="2400" dirty="0">
              <a:solidFill>
                <a:schemeClr val="accent2"/>
              </a:solidFill>
              <a:ea typeface="宋体" charset="-122"/>
            </a:endParaRPr>
          </a:p>
          <a:p>
            <a:pPr marL="742950" lvl="1" eaLnBrk="1"/>
            <a:r>
              <a:rPr lang="zh-CN" altLang="en-US" sz="2400" dirty="0">
                <a:solidFill>
                  <a:schemeClr val="hlink"/>
                </a:solidFill>
                <a:ea typeface="宋体" charset="-122"/>
              </a:rPr>
              <a:t>只</a:t>
            </a:r>
            <a:r>
              <a:rPr lang="zh-CN" altLang="en-US" sz="2400" dirty="0">
                <a:solidFill>
                  <a:schemeClr val="accent2"/>
                </a:solidFill>
                <a:ea typeface="宋体" charset="-122"/>
              </a:rPr>
              <a:t>拷贝一个地址</a:t>
            </a:r>
            <a:r>
              <a:rPr lang="zh-CN" altLang="en-US" sz="2400" dirty="0">
                <a:solidFill>
                  <a:schemeClr val="hlink"/>
                </a:solidFill>
                <a:ea typeface="宋体" charset="-122"/>
              </a:rPr>
              <a:t>自然比拷贝全部数据效率高</a:t>
            </a:r>
            <a:endParaRPr lang="zh-CN" altLang="en-US" sz="2400" dirty="0">
              <a:solidFill>
                <a:schemeClr val="hlink"/>
              </a:solidFill>
              <a:ea typeface="宋体" charset="-122"/>
            </a:endParaRPr>
          </a:p>
          <a:p>
            <a:pPr marL="742950" lvl="1" eaLnBrk="1"/>
            <a:r>
              <a:rPr lang="zh-CN" altLang="en-US" sz="2400" dirty="0">
                <a:solidFill>
                  <a:schemeClr val="hlink"/>
                </a:solidFill>
                <a:ea typeface="宋体" charset="-122"/>
              </a:rPr>
              <a:t>由于首地址相同，故</a:t>
            </a:r>
            <a:r>
              <a:rPr lang="zh-CN" altLang="en-US" sz="2400" dirty="0">
                <a:solidFill>
                  <a:schemeClr val="accent2"/>
                </a:solidFill>
                <a:ea typeface="宋体" charset="-122"/>
              </a:rPr>
              <a:t>实参数组与形参数组占用同一段内存</a:t>
            </a:r>
            <a:endParaRPr lang="zh-CN" altLang="en-US" sz="2400" dirty="0">
              <a:solidFill>
                <a:schemeClr val="accent2"/>
              </a:solidFill>
              <a:ea typeface="宋体" charset="-122"/>
            </a:endParaRPr>
          </a:p>
          <a:p>
            <a:pPr marL="742950" lvl="1" eaLnBrk="1"/>
            <a:r>
              <a:rPr lang="zh-CN" altLang="en-US" sz="2400" dirty="0">
                <a:solidFill>
                  <a:schemeClr val="hlink"/>
                </a:solidFill>
                <a:ea typeface="宋体" charset="-122"/>
              </a:rPr>
              <a:t>在该函数内，不仅可以读这个数组的元素，还可以修改它们</a:t>
            </a:r>
            <a:endParaRPr lang="en-US" altLang="zh-CN" sz="2400" dirty="0">
              <a:solidFill>
                <a:schemeClr val="hlink"/>
              </a:solidFill>
              <a:ea typeface="宋体" charset="-122"/>
            </a:endParaRPr>
          </a:p>
        </p:txBody>
      </p:sp>
      <p:grpSp>
        <p:nvGrpSpPr>
          <p:cNvPr id="47109" name="Group 47"/>
          <p:cNvGrpSpPr/>
          <p:nvPr/>
        </p:nvGrpSpPr>
        <p:grpSpPr bwMode="auto">
          <a:xfrm>
            <a:off x="6732240" y="2492896"/>
            <a:ext cx="495300" cy="887412"/>
            <a:chOff x="4368" y="0"/>
            <a:chExt cx="1392" cy="1567"/>
          </a:xfrm>
        </p:grpSpPr>
        <p:grpSp>
          <p:nvGrpSpPr>
            <p:cNvPr id="47289" name="Group 48"/>
            <p:cNvGrpSpPr/>
            <p:nvPr/>
          </p:nvGrpSpPr>
          <p:grpSpPr bwMode="auto">
            <a:xfrm>
              <a:off x="4368" y="0"/>
              <a:ext cx="1392" cy="1056"/>
              <a:chOff x="4368" y="2016"/>
              <a:chExt cx="1072" cy="1344"/>
            </a:xfrm>
          </p:grpSpPr>
          <p:sp>
            <p:nvSpPr>
              <p:cNvPr id="232497" name="Freeform 49"/>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498" name="Freeform 50"/>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499" name="Rectangle 51"/>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32500" name="Freeform 52"/>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01" name="Freeform 53"/>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02" name="Freeform 54"/>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03" name="Freeform 55"/>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04" name="Rectangle 56"/>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32505" name="Freeform 57"/>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06" name="Freeform 58"/>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07" name="Freeform 59"/>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08" name="Freeform 60"/>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09" name="Freeform 61"/>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10" name="Freeform 62"/>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11" name="Freeform 63"/>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12" name="Freeform 64"/>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13" name="Freeform 65"/>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14" name="Freeform 66"/>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15" name="Freeform 67"/>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16" name="Freeform 68"/>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17" name="Freeform 69"/>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18" name="Freeform 70"/>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19" name="Freeform 71"/>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20" name="Freeform 72"/>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21" name="Freeform 73"/>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22" name="Freeform 74"/>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23" name="Freeform 75"/>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24" name="Freeform 76"/>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25" name="Freeform 77"/>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26" name="Freeform 78"/>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27" name="Freeform 79"/>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28" name="Freeform 80"/>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7290" name="Text Box 81"/>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47110" name="Group 82"/>
          <p:cNvGrpSpPr/>
          <p:nvPr/>
        </p:nvGrpSpPr>
        <p:grpSpPr bwMode="auto">
          <a:xfrm>
            <a:off x="6948140" y="2708796"/>
            <a:ext cx="495300" cy="887412"/>
            <a:chOff x="4368" y="0"/>
            <a:chExt cx="1392" cy="1567"/>
          </a:xfrm>
        </p:grpSpPr>
        <p:grpSp>
          <p:nvGrpSpPr>
            <p:cNvPr id="47255" name="Group 83"/>
            <p:cNvGrpSpPr/>
            <p:nvPr/>
          </p:nvGrpSpPr>
          <p:grpSpPr bwMode="auto">
            <a:xfrm>
              <a:off x="4368" y="0"/>
              <a:ext cx="1392" cy="1056"/>
              <a:chOff x="4368" y="2016"/>
              <a:chExt cx="1072" cy="1344"/>
            </a:xfrm>
          </p:grpSpPr>
          <p:sp>
            <p:nvSpPr>
              <p:cNvPr id="232532" name="Freeform 84"/>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33" name="Freeform 85"/>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34" name="Rectangle 86"/>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32535" name="Freeform 87"/>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36" name="Freeform 88"/>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37" name="Freeform 89"/>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38" name="Freeform 90"/>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39" name="Rectangle 91"/>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32540" name="Freeform 92"/>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41" name="Freeform 93"/>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42" name="Freeform 94"/>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43" name="Freeform 95"/>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44" name="Freeform 96"/>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45" name="Freeform 97"/>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46" name="Freeform 98"/>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47" name="Freeform 99"/>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48" name="Freeform 100"/>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49" name="Freeform 101"/>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50" name="Freeform 102"/>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51" name="Freeform 103"/>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52" name="Freeform 104"/>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53" name="Freeform 105"/>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54" name="Freeform 106"/>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55" name="Freeform 107"/>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56" name="Freeform 108"/>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57" name="Freeform 109"/>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58" name="Freeform 110"/>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59" name="Freeform 111"/>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60" name="Freeform 112"/>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61" name="Freeform 113"/>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62" name="Freeform 114"/>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63" name="Freeform 115"/>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7256" name="Text Box 116"/>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47111" name="Group 117"/>
          <p:cNvGrpSpPr/>
          <p:nvPr/>
        </p:nvGrpSpPr>
        <p:grpSpPr bwMode="auto">
          <a:xfrm>
            <a:off x="7164040" y="2924696"/>
            <a:ext cx="495300" cy="887412"/>
            <a:chOff x="4368" y="0"/>
            <a:chExt cx="1392" cy="1567"/>
          </a:xfrm>
        </p:grpSpPr>
        <p:grpSp>
          <p:nvGrpSpPr>
            <p:cNvPr id="47221" name="Group 118"/>
            <p:cNvGrpSpPr/>
            <p:nvPr/>
          </p:nvGrpSpPr>
          <p:grpSpPr bwMode="auto">
            <a:xfrm>
              <a:off x="4368" y="0"/>
              <a:ext cx="1392" cy="1056"/>
              <a:chOff x="4368" y="2016"/>
              <a:chExt cx="1072" cy="1344"/>
            </a:xfrm>
          </p:grpSpPr>
          <p:sp>
            <p:nvSpPr>
              <p:cNvPr id="232567" name="Freeform 119"/>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68" name="Freeform 120"/>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69" name="Rectangle 121"/>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32570" name="Freeform 122"/>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71" name="Freeform 123"/>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72" name="Freeform 124"/>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73" name="Freeform 125"/>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74" name="Rectangle 126"/>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32575" name="Freeform 127"/>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76" name="Freeform 128"/>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77" name="Freeform 129"/>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78" name="Freeform 130"/>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79" name="Freeform 131"/>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80" name="Freeform 132"/>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81" name="Freeform 133"/>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82" name="Freeform 134"/>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83" name="Freeform 135"/>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84" name="Freeform 136"/>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85" name="Freeform 137"/>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86" name="Freeform 138"/>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87" name="Freeform 139"/>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88" name="Freeform 140"/>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89" name="Freeform 141"/>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90" name="Freeform 142"/>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91" name="Freeform 143"/>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92" name="Freeform 144"/>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93" name="Freeform 145"/>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94" name="Freeform 146"/>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95" name="Freeform 147"/>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96" name="Freeform 148"/>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97" name="Freeform 149"/>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598" name="Freeform 150"/>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7222" name="Text Box 151"/>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47112" name="Group 152"/>
          <p:cNvGrpSpPr/>
          <p:nvPr/>
        </p:nvGrpSpPr>
        <p:grpSpPr bwMode="auto">
          <a:xfrm>
            <a:off x="7379940" y="3140596"/>
            <a:ext cx="495300" cy="887412"/>
            <a:chOff x="4368" y="0"/>
            <a:chExt cx="1392" cy="1567"/>
          </a:xfrm>
        </p:grpSpPr>
        <p:grpSp>
          <p:nvGrpSpPr>
            <p:cNvPr id="47187" name="Group 153"/>
            <p:cNvGrpSpPr/>
            <p:nvPr/>
          </p:nvGrpSpPr>
          <p:grpSpPr bwMode="auto">
            <a:xfrm>
              <a:off x="4368" y="0"/>
              <a:ext cx="1392" cy="1056"/>
              <a:chOff x="4368" y="2016"/>
              <a:chExt cx="1072" cy="1344"/>
            </a:xfrm>
          </p:grpSpPr>
          <p:sp>
            <p:nvSpPr>
              <p:cNvPr id="232602" name="Freeform 154"/>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03" name="Freeform 155"/>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04" name="Rectangle 156"/>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32605" name="Freeform 157"/>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06" name="Freeform 158"/>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07" name="Freeform 159"/>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08" name="Freeform 160"/>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09" name="Rectangle 161"/>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32610" name="Freeform 162"/>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11" name="Freeform 163"/>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12" name="Freeform 164"/>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13" name="Freeform 165"/>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14" name="Freeform 166"/>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15" name="Freeform 167"/>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16" name="Freeform 168"/>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17" name="Freeform 169"/>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18" name="Freeform 170"/>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19" name="Freeform 171"/>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20" name="Freeform 172"/>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21" name="Freeform 173"/>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22" name="Freeform 174"/>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23" name="Freeform 175"/>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24" name="Freeform 176"/>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25" name="Freeform 177"/>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26" name="Freeform 178"/>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27" name="Freeform 179"/>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28" name="Freeform 180"/>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29" name="Freeform 181"/>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30" name="Freeform 182"/>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31" name="Freeform 183"/>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32" name="Freeform 184"/>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33" name="Freeform 185"/>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7188" name="Text Box 186"/>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47113" name="Group 187"/>
          <p:cNvGrpSpPr/>
          <p:nvPr/>
        </p:nvGrpSpPr>
        <p:grpSpPr bwMode="auto">
          <a:xfrm>
            <a:off x="7595840" y="3356496"/>
            <a:ext cx="495300" cy="887412"/>
            <a:chOff x="4368" y="0"/>
            <a:chExt cx="1392" cy="1567"/>
          </a:xfrm>
        </p:grpSpPr>
        <p:grpSp>
          <p:nvGrpSpPr>
            <p:cNvPr id="47153" name="Group 188"/>
            <p:cNvGrpSpPr/>
            <p:nvPr/>
          </p:nvGrpSpPr>
          <p:grpSpPr bwMode="auto">
            <a:xfrm>
              <a:off x="4368" y="0"/>
              <a:ext cx="1392" cy="1056"/>
              <a:chOff x="4368" y="2016"/>
              <a:chExt cx="1072" cy="1344"/>
            </a:xfrm>
          </p:grpSpPr>
          <p:sp>
            <p:nvSpPr>
              <p:cNvPr id="232637" name="Freeform 189"/>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38" name="Freeform 190"/>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39" name="Rectangle 191"/>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32640" name="Freeform 192"/>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41" name="Freeform 193"/>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42" name="Freeform 194"/>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43" name="Freeform 195"/>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44" name="Rectangle 196"/>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32645" name="Freeform 197"/>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46" name="Freeform 198"/>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47" name="Freeform 199"/>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48" name="Freeform 200"/>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49" name="Freeform 201"/>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50" name="Freeform 202"/>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51" name="Freeform 203"/>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52" name="Freeform 204"/>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53" name="Freeform 205"/>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54" name="Freeform 206"/>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55" name="Freeform 207"/>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56" name="Freeform 208"/>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57" name="Freeform 209"/>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58" name="Freeform 210"/>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59" name="Freeform 211"/>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60" name="Freeform 212"/>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61" name="Freeform 213"/>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62" name="Freeform 214"/>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63" name="Freeform 215"/>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64" name="Freeform 216"/>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65" name="Freeform 217"/>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66" name="Freeform 218"/>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67" name="Freeform 219"/>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68" name="Freeform 220"/>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7154" name="Text Box 221"/>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47114" name="Group 222"/>
          <p:cNvGrpSpPr/>
          <p:nvPr/>
        </p:nvGrpSpPr>
        <p:grpSpPr bwMode="auto">
          <a:xfrm>
            <a:off x="7811740" y="3572396"/>
            <a:ext cx="495300" cy="887412"/>
            <a:chOff x="4368" y="0"/>
            <a:chExt cx="1392" cy="1567"/>
          </a:xfrm>
        </p:grpSpPr>
        <p:grpSp>
          <p:nvGrpSpPr>
            <p:cNvPr id="47119" name="Group 223"/>
            <p:cNvGrpSpPr/>
            <p:nvPr/>
          </p:nvGrpSpPr>
          <p:grpSpPr bwMode="auto">
            <a:xfrm>
              <a:off x="4368" y="0"/>
              <a:ext cx="1392" cy="1056"/>
              <a:chOff x="4368" y="2016"/>
              <a:chExt cx="1072" cy="1344"/>
            </a:xfrm>
          </p:grpSpPr>
          <p:sp>
            <p:nvSpPr>
              <p:cNvPr id="232672" name="Freeform 224"/>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73" name="Freeform 225"/>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74" name="Rectangle 226"/>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32675" name="Freeform 227"/>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76" name="Freeform 228"/>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77" name="Freeform 229"/>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78" name="Freeform 230"/>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79" name="Rectangle 231"/>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32680" name="Freeform 232"/>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81" name="Freeform 233"/>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82" name="Freeform 234"/>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83" name="Freeform 235"/>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84" name="Freeform 236"/>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85" name="Freeform 237"/>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86" name="Freeform 238"/>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87" name="Freeform 239"/>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88" name="Freeform 240"/>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89" name="Freeform 241"/>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90" name="Freeform 242"/>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91" name="Freeform 243"/>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92" name="Freeform 244"/>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93" name="Freeform 245"/>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94" name="Freeform 246"/>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95" name="Freeform 247"/>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96" name="Freeform 248"/>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97" name="Freeform 249"/>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98" name="Freeform 250"/>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699" name="Freeform 251"/>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700" name="Freeform 252"/>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701" name="Freeform 253"/>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702" name="Freeform 254"/>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2703" name="Freeform 255"/>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7120" name="Text Box 256"/>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349200" y="6438960"/>
              <a:ext cx="64080" cy="82800"/>
            </p14:xfrm>
          </p:contentPart>
        </mc:Choice>
        <mc:Fallback xmlns="">
          <p:pic>
            <p:nvPicPr>
              <p:cNvPr id="2" name="墨迹 1"/>
            </p:nvPicPr>
            <p:blipFill>
              <a:blip/>
            </p:blipFill>
            <p:spPr>
              <a:xfrm>
                <a:off x="349200" y="6438960"/>
                <a:ext cx="64080" cy="8280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32459">
                                            <p:txEl>
                                              <p:pRg st="4" end="4"/>
                                            </p:txEl>
                                          </p:spTgt>
                                        </p:tgtEl>
                                        <p:attrNameLst>
                                          <p:attrName>style.visibility</p:attrName>
                                        </p:attrNameLst>
                                      </p:cBhvr>
                                      <p:to>
                                        <p:strVal val="visible"/>
                                      </p:to>
                                    </p:set>
                                    <p:animEffect transition="in" filter="wipe(left)">
                                      <p:cBhvr>
                                        <p:cTn id="7" dur="500"/>
                                        <p:tgtEl>
                                          <p:spTgt spid="232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9" grpId="0" uiExpand="1" build="p"/>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6791" name="Rectangle 7"/>
          <p:cNvSpPr/>
          <p:nvPr/>
        </p:nvSpPr>
        <p:spPr bwMode="auto">
          <a:xfrm>
            <a:off x="2484438" y="6165850"/>
            <a:ext cx="3816350" cy="4318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46786" name="Rectangle 2"/>
          <p:cNvSpPr/>
          <p:nvPr>
            <p:ph type="title"/>
          </p:nvPr>
        </p:nvSpPr>
        <p:spPr>
          <a:xfrm>
            <a:off x="323850" y="333375"/>
            <a:ext cx="8283575" cy="839788"/>
          </a:xfrm>
        </p:spPr>
        <p:txBody>
          <a:bodyPr/>
          <a:lstStyle/>
          <a:p>
            <a:r>
              <a:rPr lang="zh-CN" altLang="en-US" sz="4000">
                <a:latin typeface="宋体" charset="-122"/>
              </a:rPr>
              <a:t> 简单变量和数组作函数参数</a:t>
            </a:r>
            <a:r>
              <a:rPr lang="zh-CN" altLang="en-US" sz="4000"/>
              <a:t>的区别</a:t>
            </a:r>
            <a:endParaRPr lang="zh-CN" altLang="en-US" sz="4000"/>
          </a:p>
        </p:txBody>
      </p:sp>
      <p:sp>
        <p:nvSpPr>
          <p:cNvPr id="246787" name="Rectangle 3"/>
          <p:cNvSpPr/>
          <p:nvPr/>
        </p:nvSpPr>
        <p:spPr bwMode="auto">
          <a:xfrm>
            <a:off x="1885950" y="21431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grpSp>
        <p:nvGrpSpPr>
          <p:cNvPr id="48135" name="Group 8"/>
          <p:cNvGrpSpPr/>
          <p:nvPr/>
        </p:nvGrpSpPr>
        <p:grpSpPr bwMode="auto">
          <a:xfrm>
            <a:off x="757238" y="4918075"/>
            <a:ext cx="495300" cy="887413"/>
            <a:chOff x="4368" y="0"/>
            <a:chExt cx="1392" cy="1567"/>
          </a:xfrm>
        </p:grpSpPr>
        <p:grpSp>
          <p:nvGrpSpPr>
            <p:cNvPr id="48384" name="Group 9"/>
            <p:cNvGrpSpPr/>
            <p:nvPr/>
          </p:nvGrpSpPr>
          <p:grpSpPr bwMode="auto">
            <a:xfrm>
              <a:off x="4368" y="0"/>
              <a:ext cx="1392" cy="1056"/>
              <a:chOff x="4368" y="2016"/>
              <a:chExt cx="1072" cy="1344"/>
            </a:xfrm>
          </p:grpSpPr>
          <p:sp>
            <p:nvSpPr>
              <p:cNvPr id="246794" name="Freeform 10"/>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795" name="Freeform 11"/>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796" name="Rectangle 12"/>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46797" name="Freeform 13"/>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798" name="Freeform 14"/>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799" name="Freeform 15"/>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00" name="Freeform 16"/>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01" name="Rectangle 17"/>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46802" name="Freeform 18"/>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03" name="Freeform 19"/>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04" name="Freeform 20"/>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05" name="Freeform 21"/>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06" name="Freeform 22"/>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07" name="Freeform 23"/>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08" name="Freeform 24"/>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09" name="Freeform 25"/>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10" name="Freeform 26"/>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11" name="Freeform 27"/>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12" name="Freeform 28"/>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13" name="Freeform 29"/>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14" name="Freeform 30"/>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15" name="Freeform 31"/>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16" name="Freeform 32"/>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17" name="Freeform 33"/>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18" name="Freeform 34"/>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19" name="Freeform 35"/>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20" name="Freeform 36"/>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21" name="Freeform 37"/>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22" name="Freeform 38"/>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23" name="Freeform 39"/>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24" name="Freeform 40"/>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25" name="Freeform 41"/>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8385" name="Text Box 42"/>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48136" name="Group 43"/>
          <p:cNvGrpSpPr/>
          <p:nvPr/>
        </p:nvGrpSpPr>
        <p:grpSpPr bwMode="auto">
          <a:xfrm>
            <a:off x="973138" y="5133975"/>
            <a:ext cx="495300" cy="887413"/>
            <a:chOff x="4368" y="0"/>
            <a:chExt cx="1392" cy="1567"/>
          </a:xfrm>
        </p:grpSpPr>
        <p:grpSp>
          <p:nvGrpSpPr>
            <p:cNvPr id="48350" name="Group 44"/>
            <p:cNvGrpSpPr/>
            <p:nvPr/>
          </p:nvGrpSpPr>
          <p:grpSpPr bwMode="auto">
            <a:xfrm>
              <a:off x="4368" y="0"/>
              <a:ext cx="1392" cy="1056"/>
              <a:chOff x="4368" y="2016"/>
              <a:chExt cx="1072" cy="1344"/>
            </a:xfrm>
          </p:grpSpPr>
          <p:sp>
            <p:nvSpPr>
              <p:cNvPr id="246829" name="Freeform 45"/>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30" name="Freeform 46"/>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31" name="Rectangle 47"/>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46832" name="Freeform 48"/>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33" name="Freeform 49"/>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34" name="Freeform 50"/>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35" name="Freeform 51"/>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36" name="Rectangle 52"/>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46837" name="Freeform 53"/>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38" name="Freeform 54"/>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39" name="Freeform 55"/>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40" name="Freeform 56"/>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41" name="Freeform 57"/>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42" name="Freeform 58"/>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43" name="Freeform 59"/>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44" name="Freeform 60"/>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45" name="Freeform 61"/>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46" name="Freeform 62"/>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47" name="Freeform 63"/>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48" name="Freeform 64"/>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49" name="Freeform 65"/>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50" name="Freeform 66"/>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51" name="Freeform 67"/>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52" name="Freeform 68"/>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53" name="Freeform 69"/>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54" name="Freeform 70"/>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55" name="Freeform 71"/>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56" name="Freeform 72"/>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57" name="Freeform 73"/>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58" name="Freeform 74"/>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59" name="Freeform 75"/>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60" name="Freeform 76"/>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8351" name="Text Box 77"/>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48137" name="Group 78"/>
          <p:cNvGrpSpPr/>
          <p:nvPr/>
        </p:nvGrpSpPr>
        <p:grpSpPr bwMode="auto">
          <a:xfrm>
            <a:off x="1189038" y="5349875"/>
            <a:ext cx="495300" cy="887413"/>
            <a:chOff x="4368" y="0"/>
            <a:chExt cx="1392" cy="1567"/>
          </a:xfrm>
        </p:grpSpPr>
        <p:grpSp>
          <p:nvGrpSpPr>
            <p:cNvPr id="48316" name="Group 79"/>
            <p:cNvGrpSpPr/>
            <p:nvPr/>
          </p:nvGrpSpPr>
          <p:grpSpPr bwMode="auto">
            <a:xfrm>
              <a:off x="4368" y="0"/>
              <a:ext cx="1392" cy="1056"/>
              <a:chOff x="4368" y="2016"/>
              <a:chExt cx="1072" cy="1344"/>
            </a:xfrm>
          </p:grpSpPr>
          <p:sp>
            <p:nvSpPr>
              <p:cNvPr id="246864" name="Freeform 80"/>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65" name="Freeform 81"/>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66" name="Rectangle 82"/>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46867" name="Freeform 83"/>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68" name="Freeform 84"/>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69" name="Freeform 85"/>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70" name="Freeform 86"/>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71" name="Rectangle 87"/>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46872" name="Freeform 88"/>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73" name="Freeform 89"/>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74" name="Freeform 90"/>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75" name="Freeform 91"/>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76" name="Freeform 92"/>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77" name="Freeform 93"/>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78" name="Freeform 94"/>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79" name="Freeform 95"/>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80" name="Freeform 96"/>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81" name="Freeform 97"/>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82" name="Freeform 98"/>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83" name="Freeform 99"/>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84" name="Freeform 100"/>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85" name="Freeform 101"/>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86" name="Freeform 102"/>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87" name="Freeform 103"/>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88" name="Freeform 104"/>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89" name="Freeform 105"/>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90" name="Freeform 106"/>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91" name="Freeform 107"/>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92" name="Freeform 108"/>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93" name="Freeform 109"/>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94" name="Freeform 110"/>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895" name="Freeform 111"/>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8317" name="Text Box 112"/>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48138" name="Group 113"/>
          <p:cNvGrpSpPr/>
          <p:nvPr/>
        </p:nvGrpSpPr>
        <p:grpSpPr bwMode="auto">
          <a:xfrm>
            <a:off x="1404938" y="5565775"/>
            <a:ext cx="495300" cy="887413"/>
            <a:chOff x="4368" y="0"/>
            <a:chExt cx="1392" cy="1567"/>
          </a:xfrm>
        </p:grpSpPr>
        <p:grpSp>
          <p:nvGrpSpPr>
            <p:cNvPr id="48282" name="Group 114"/>
            <p:cNvGrpSpPr/>
            <p:nvPr/>
          </p:nvGrpSpPr>
          <p:grpSpPr bwMode="auto">
            <a:xfrm>
              <a:off x="4368" y="0"/>
              <a:ext cx="1392" cy="1056"/>
              <a:chOff x="4368" y="2016"/>
              <a:chExt cx="1072" cy="1344"/>
            </a:xfrm>
          </p:grpSpPr>
          <p:sp>
            <p:nvSpPr>
              <p:cNvPr id="246899" name="Freeform 115"/>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00" name="Freeform 116"/>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01" name="Rectangle 117"/>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46902" name="Freeform 118"/>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03" name="Freeform 119"/>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04" name="Freeform 120"/>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05" name="Freeform 121"/>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06" name="Rectangle 122"/>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46907" name="Freeform 123"/>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08" name="Freeform 124"/>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09" name="Freeform 125"/>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10" name="Freeform 126"/>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11" name="Freeform 127"/>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12" name="Freeform 128"/>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13" name="Freeform 129"/>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14" name="Freeform 130"/>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15" name="Freeform 131"/>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16" name="Freeform 132"/>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17" name="Freeform 133"/>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18" name="Freeform 134"/>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19" name="Freeform 135"/>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20" name="Freeform 136"/>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21" name="Freeform 137"/>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22" name="Freeform 138"/>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23" name="Freeform 139"/>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24" name="Freeform 140"/>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25" name="Freeform 141"/>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26" name="Freeform 142"/>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27" name="Freeform 143"/>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28" name="Freeform 144"/>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29" name="Freeform 145"/>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30" name="Freeform 146"/>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8283" name="Text Box 147"/>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48139" name="Group 148"/>
          <p:cNvGrpSpPr/>
          <p:nvPr/>
        </p:nvGrpSpPr>
        <p:grpSpPr bwMode="auto">
          <a:xfrm>
            <a:off x="1620838" y="5781675"/>
            <a:ext cx="495300" cy="887413"/>
            <a:chOff x="4368" y="0"/>
            <a:chExt cx="1392" cy="1567"/>
          </a:xfrm>
        </p:grpSpPr>
        <p:grpSp>
          <p:nvGrpSpPr>
            <p:cNvPr id="48248" name="Group 149"/>
            <p:cNvGrpSpPr/>
            <p:nvPr/>
          </p:nvGrpSpPr>
          <p:grpSpPr bwMode="auto">
            <a:xfrm>
              <a:off x="4368" y="0"/>
              <a:ext cx="1392" cy="1056"/>
              <a:chOff x="4368" y="2016"/>
              <a:chExt cx="1072" cy="1344"/>
            </a:xfrm>
          </p:grpSpPr>
          <p:sp>
            <p:nvSpPr>
              <p:cNvPr id="246934" name="Freeform 150"/>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35" name="Freeform 151"/>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36" name="Rectangle 152"/>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46937" name="Freeform 153"/>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38" name="Freeform 154"/>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39" name="Freeform 155"/>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40" name="Freeform 156"/>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41" name="Rectangle 157"/>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46942" name="Freeform 158"/>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43" name="Freeform 159"/>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44" name="Freeform 160"/>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45" name="Freeform 161"/>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46" name="Freeform 162"/>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47" name="Freeform 163"/>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48" name="Freeform 164"/>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49" name="Freeform 165"/>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50" name="Freeform 166"/>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51" name="Freeform 167"/>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52" name="Freeform 168"/>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53" name="Freeform 169"/>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54" name="Freeform 170"/>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55" name="Freeform 171"/>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56" name="Freeform 172"/>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57" name="Freeform 173"/>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58" name="Freeform 174"/>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59" name="Freeform 175"/>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60" name="Freeform 176"/>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61" name="Freeform 177"/>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62" name="Freeform 178"/>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63" name="Freeform 179"/>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64" name="Freeform 180"/>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65" name="Freeform 181"/>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8249" name="Text Box 182"/>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48140" name="Group 183"/>
          <p:cNvGrpSpPr/>
          <p:nvPr/>
        </p:nvGrpSpPr>
        <p:grpSpPr bwMode="auto">
          <a:xfrm>
            <a:off x="1836738" y="5997575"/>
            <a:ext cx="495300" cy="887413"/>
            <a:chOff x="4368" y="0"/>
            <a:chExt cx="1392" cy="1567"/>
          </a:xfrm>
        </p:grpSpPr>
        <p:grpSp>
          <p:nvGrpSpPr>
            <p:cNvPr id="48214" name="Group 184"/>
            <p:cNvGrpSpPr/>
            <p:nvPr/>
          </p:nvGrpSpPr>
          <p:grpSpPr bwMode="auto">
            <a:xfrm>
              <a:off x="4368" y="0"/>
              <a:ext cx="1392" cy="1056"/>
              <a:chOff x="4368" y="2016"/>
              <a:chExt cx="1072" cy="1344"/>
            </a:xfrm>
          </p:grpSpPr>
          <p:sp>
            <p:nvSpPr>
              <p:cNvPr id="246969" name="Freeform 185"/>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70" name="Freeform 186"/>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71" name="Rectangle 187"/>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46972" name="Freeform 188"/>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73" name="Freeform 189"/>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74" name="Freeform 190"/>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75" name="Freeform 191"/>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76" name="Rectangle 192"/>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46977" name="Freeform 193"/>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78" name="Freeform 194"/>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79" name="Freeform 195"/>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80" name="Freeform 196"/>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81" name="Freeform 197"/>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82" name="Freeform 198"/>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83" name="Freeform 199"/>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84" name="Freeform 200"/>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85" name="Freeform 201"/>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86" name="Freeform 202"/>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87" name="Freeform 203"/>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88" name="Freeform 204"/>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89" name="Freeform 205"/>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90" name="Freeform 206"/>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91" name="Freeform 207"/>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92" name="Freeform 208"/>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93" name="Freeform 209"/>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94" name="Freeform 210"/>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95" name="Freeform 211"/>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96" name="Freeform 212"/>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97" name="Freeform 213"/>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98" name="Freeform 214"/>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999" name="Freeform 215"/>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00" name="Freeform 216"/>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8215" name="Text Box 217"/>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247003" name="Group 219"/>
          <p:cNvGrpSpPr/>
          <p:nvPr/>
        </p:nvGrpSpPr>
        <p:grpSpPr bwMode="auto">
          <a:xfrm>
            <a:off x="395288" y="1412875"/>
            <a:ext cx="495300" cy="887413"/>
            <a:chOff x="4368" y="0"/>
            <a:chExt cx="1392" cy="1567"/>
          </a:xfrm>
        </p:grpSpPr>
        <p:grpSp>
          <p:nvGrpSpPr>
            <p:cNvPr id="48180" name="Group 220"/>
            <p:cNvGrpSpPr/>
            <p:nvPr/>
          </p:nvGrpSpPr>
          <p:grpSpPr bwMode="auto">
            <a:xfrm>
              <a:off x="4368" y="0"/>
              <a:ext cx="1392" cy="1056"/>
              <a:chOff x="4368" y="2016"/>
              <a:chExt cx="1072" cy="1344"/>
            </a:xfrm>
          </p:grpSpPr>
          <p:sp>
            <p:nvSpPr>
              <p:cNvPr id="247005" name="Freeform 221"/>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06" name="Freeform 222"/>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07" name="Rectangle 223"/>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47008" name="Freeform 224"/>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09" name="Freeform 225"/>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10" name="Freeform 226"/>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11" name="Freeform 227"/>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12" name="Rectangle 228"/>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47013" name="Freeform 229"/>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14" name="Freeform 230"/>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15" name="Freeform 231"/>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16" name="Freeform 232"/>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17" name="Freeform 233"/>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18" name="Freeform 234"/>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19" name="Freeform 235"/>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20" name="Freeform 236"/>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21" name="Freeform 237"/>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22" name="Freeform 238"/>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23" name="Freeform 239"/>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24" name="Freeform 240"/>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25" name="Freeform 241"/>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26" name="Freeform 242"/>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27" name="Freeform 243"/>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28" name="Freeform 244"/>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29" name="Freeform 245"/>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30" name="Freeform 246"/>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31" name="Freeform 247"/>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32" name="Freeform 248"/>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33" name="Freeform 249"/>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34" name="Freeform 250"/>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35" name="Freeform 251"/>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36" name="Freeform 252"/>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8181" name="Text Box 253"/>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247038" name="Group 254"/>
          <p:cNvGrpSpPr/>
          <p:nvPr/>
        </p:nvGrpSpPr>
        <p:grpSpPr bwMode="auto">
          <a:xfrm>
            <a:off x="395288" y="2325688"/>
            <a:ext cx="495300" cy="887412"/>
            <a:chOff x="4368" y="0"/>
            <a:chExt cx="1392" cy="1567"/>
          </a:xfrm>
        </p:grpSpPr>
        <p:grpSp>
          <p:nvGrpSpPr>
            <p:cNvPr id="48146" name="Group 255"/>
            <p:cNvGrpSpPr/>
            <p:nvPr/>
          </p:nvGrpSpPr>
          <p:grpSpPr bwMode="auto">
            <a:xfrm>
              <a:off x="4368" y="0"/>
              <a:ext cx="1392" cy="1056"/>
              <a:chOff x="4368" y="2016"/>
              <a:chExt cx="1072" cy="1344"/>
            </a:xfrm>
          </p:grpSpPr>
          <p:sp>
            <p:nvSpPr>
              <p:cNvPr id="247040" name="Freeform 256"/>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41" name="Freeform 257"/>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42" name="Rectangle 258"/>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47043" name="Freeform 259"/>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44" name="Freeform 260"/>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45" name="Freeform 261"/>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46" name="Freeform 262"/>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47" name="Rectangle 263"/>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47048" name="Freeform 264"/>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49" name="Freeform 265"/>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50" name="Freeform 266"/>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51" name="Freeform 267"/>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52" name="Freeform 268"/>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53" name="Freeform 269"/>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54" name="Freeform 270"/>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55" name="Freeform 271"/>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56" name="Freeform 272"/>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57" name="Freeform 273"/>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58" name="Freeform 274"/>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59" name="Freeform 275"/>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60" name="Freeform 276"/>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61" name="Freeform 277"/>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62" name="Freeform 278"/>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63" name="Freeform 279"/>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64" name="Freeform 280"/>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65" name="Freeform 281"/>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66" name="Freeform 282"/>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67" name="Freeform 283"/>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68" name="Freeform 284"/>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69" name="Freeform 285"/>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70" name="Freeform 286"/>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7071" name="Freeform 287"/>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8147" name="Text Box 288"/>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sp>
        <p:nvSpPr>
          <p:cNvPr id="2" name="日期占位符 1"/>
          <p:cNvSpPr/>
          <p:nvPr>
            <p:ph type="dt" sz="half" idx="10"/>
          </p:nvPr>
        </p:nvSpPr>
        <p:spPr/>
        <p:txBody>
          <a:bodyPr/>
          <a:lstStyle/>
          <a:p>
            <a:fld id="{D21188E4-F107-F741-A33B-3627D14DEE33}" type="datetime1">
              <a:rPr lang="zh-CN" altLang="en-US" smtClean="0"/>
            </a:fld>
            <a:endParaRPr lang="en-US" dirty="0"/>
          </a:p>
        </p:txBody>
      </p:sp>
      <p:sp>
        <p:nvSpPr>
          <p:cNvPr id="4" name="幻灯片编号占位符 3"/>
          <p:cNvSpPr/>
          <p:nvPr>
            <p:ph type="sldNum" sz="quarter" idx="12"/>
          </p:nvPr>
        </p:nvSpPr>
        <p:spPr/>
        <p:txBody>
          <a:bodyPr/>
          <a:lstStyle/>
          <a:p>
            <a:fld id="{4FAB73BC-B049-4115-A692-8D63A059BFB8}" type="slidenum">
              <a:rPr lang="en-US" smtClean="0"/>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247003"/>
                                        </p:tgtEl>
                                      </p:cBhvr>
                                    </p:animEffect>
                                    <p:animScale>
                                      <p:cBhvr>
                                        <p:cTn id="7" dur="250" autoRev="1" fill="hold"/>
                                        <p:tgtEl>
                                          <p:spTgt spid="247003"/>
                                        </p:tgtEl>
                                      </p:cBhvr>
                                      <p:by x="105000" y="105000"/>
                                    </p:animScale>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247038"/>
                                        </p:tgtEl>
                                        <p:attrNameLst>
                                          <p:attrName>style.visibility</p:attrName>
                                        </p:attrNameLst>
                                      </p:cBhvr>
                                      <p:to>
                                        <p:strVal val="visible"/>
                                      </p:to>
                                    </p:set>
                                    <p:animEffect transition="in" filter="box(out)">
                                      <p:cBhvr>
                                        <p:cTn id="11" dur="500"/>
                                        <p:tgtEl>
                                          <p:spTgt spid="247038"/>
                                        </p:tgtEl>
                                      </p:cBhvr>
                                    </p:animEffect>
                                  </p:childTnLst>
                                </p:cTn>
                              </p:par>
                            </p:childTnLst>
                          </p:cTn>
                        </p:par>
                        <p:par>
                          <p:cTn id="12" fill="hold">
                            <p:stCondLst>
                              <p:cond delay="1000"/>
                            </p:stCondLst>
                            <p:childTnLst>
                              <p:par>
                                <p:cTn id="13" presetID="8" presetClass="emph" presetSubtype="0" fill="hold" nodeType="afterEffect">
                                  <p:stCondLst>
                                    <p:cond delay="0"/>
                                  </p:stCondLst>
                                  <p:childTnLst>
                                    <p:animRot by="21600000">
                                      <p:cBhvr>
                                        <p:cTn id="14" dur="2000" fill="hold"/>
                                        <p:tgtEl>
                                          <p:spTgt spid="24703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9906" name="Rectangle 2"/>
          <p:cNvSpPr/>
          <p:nvPr/>
        </p:nvSpPr>
        <p:spPr bwMode="auto">
          <a:xfrm>
            <a:off x="395288" y="1557338"/>
            <a:ext cx="3313112" cy="1657350"/>
          </a:xfrm>
          <a:prstGeom prst="rect">
            <a:avLst/>
          </a:prstGeom>
          <a:solidFill>
            <a:schemeClr val="accent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79907" name="Rectangle 3"/>
          <p:cNvSpPr/>
          <p:nvPr/>
        </p:nvSpPr>
        <p:spPr bwMode="auto">
          <a:xfrm>
            <a:off x="912813" y="1997075"/>
            <a:ext cx="2617787" cy="1016000"/>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79910" name="Rectangle 6"/>
          <p:cNvSpPr/>
          <p:nvPr>
            <p:ph type="title"/>
          </p:nvPr>
        </p:nvSpPr>
        <p:spPr>
          <a:xfrm>
            <a:off x="4427538" y="333375"/>
            <a:ext cx="4465637" cy="839788"/>
          </a:xfrm>
        </p:spPr>
        <p:txBody>
          <a:bodyPr>
            <a:normAutofit/>
          </a:bodyPr>
          <a:lstStyle/>
          <a:p>
            <a:r>
              <a:rPr lang="zh-CN" altLang="en-US" sz="3200" dirty="0"/>
              <a:t>用函数实现打印最高分</a:t>
            </a:r>
            <a:endParaRPr lang="zh-CN" altLang="en-US" sz="3200" dirty="0"/>
          </a:p>
        </p:txBody>
      </p:sp>
      <p:sp>
        <p:nvSpPr>
          <p:cNvPr id="379908" name="Rectangle 4"/>
          <p:cNvSpPr/>
          <p:nvPr>
            <p:ph idx="1"/>
          </p:nvPr>
        </p:nvSpPr>
        <p:spPr>
          <a:xfrm>
            <a:off x="3779838" y="1628775"/>
            <a:ext cx="5184775" cy="4824413"/>
          </a:xfrm>
          <a:solidFill>
            <a:srgbClr val="CCFFFF"/>
          </a:solidFill>
        </p:spPr>
        <p:txBody>
          <a:bodyPr>
            <a:normAutofit fontScale="77500" lnSpcReduction="20000"/>
          </a:bodyPr>
          <a:lstStyle/>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a:t>
            </a:r>
            <a:r>
              <a:rPr lang="fr-FR" altLang="zh-CN" sz="1600" dirty="0">
                <a:solidFill>
                  <a:schemeClr val="accent2"/>
                </a:solidFill>
                <a:effectLst/>
                <a:latin typeface="Courier New" charset="0"/>
                <a:ea typeface="宋体" charset="-122"/>
              </a:rPr>
              <a:t>include</a:t>
            </a:r>
            <a:r>
              <a:rPr lang="fr-FR" altLang="zh-CN" sz="1600" dirty="0">
                <a:solidFill>
                  <a:schemeClr val="tx1"/>
                </a:solidFill>
                <a:effectLst>
                  <a:outerShdw blurRad="38100" dist="38100" dir="2700000" algn="tl">
                    <a:srgbClr val="FFFFFF"/>
                  </a:outerShdw>
                </a:effectLst>
                <a:latin typeface="Courier New" charset="0"/>
                <a:ea typeface="宋体" charset="-122"/>
              </a:rPr>
              <a:t> &lt;stdio.h&gt;</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a:t>
            </a:r>
            <a:r>
              <a:rPr lang="fr-FR" altLang="zh-CN" sz="1600" dirty="0">
                <a:solidFill>
                  <a:schemeClr val="accent2"/>
                </a:solidFill>
                <a:effectLst/>
                <a:latin typeface="Courier New" charset="0"/>
                <a:ea typeface="宋体" charset="-122"/>
              </a:rPr>
              <a:t>define</a:t>
            </a:r>
            <a:r>
              <a:rPr lang="fr-FR" altLang="zh-CN" sz="1600" dirty="0">
                <a:solidFill>
                  <a:schemeClr val="tx1"/>
                </a:solidFill>
                <a:effectLst>
                  <a:outerShdw blurRad="38100" dist="38100" dir="2700000" algn="tl">
                    <a:srgbClr val="FFFFFF"/>
                  </a:outerShdw>
                </a:effectLst>
                <a:latin typeface="Courier New" charset="0"/>
                <a:ea typeface="宋体" charset="-122"/>
              </a:rPr>
              <a:t>  ARR_SIZE  40</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float </a:t>
            </a:r>
            <a:r>
              <a:rPr lang="fr-FR" altLang="zh-CN" sz="1600" dirty="0" err="1">
                <a:solidFill>
                  <a:schemeClr val="tx1"/>
                </a:solidFill>
                <a:effectLst>
                  <a:outerShdw blurRad="38100" dist="38100" dir="2700000" algn="tl">
                    <a:srgbClr val="FFFFFF"/>
                  </a:outerShdw>
                </a:effectLst>
                <a:latin typeface="Courier New" charset="0"/>
                <a:ea typeface="宋体" charset="-122"/>
              </a:rPr>
              <a:t>FindMax</a:t>
            </a:r>
            <a:r>
              <a:rPr lang="fr-FR" altLang="zh-CN" sz="1600" dirty="0">
                <a:solidFill>
                  <a:schemeClr val="tx1"/>
                </a:solidFill>
                <a:effectLst>
                  <a:outerShdw blurRad="38100" dist="38100" dir="2700000" algn="tl">
                    <a:srgbClr val="FFFFFF"/>
                  </a:outerShdw>
                </a:effectLst>
                <a:latin typeface="Courier New" charset="0"/>
                <a:ea typeface="宋体" charset="-122"/>
              </a:rPr>
              <a:t>(</a:t>
            </a:r>
            <a:r>
              <a:rPr lang="fr-FR" altLang="zh-CN" sz="1600" dirty="0" err="1">
                <a:solidFill>
                  <a:schemeClr val="tx1"/>
                </a:solidFill>
                <a:effectLst>
                  <a:outerShdw blurRad="38100" dist="38100" dir="2700000" algn="tl">
                    <a:srgbClr val="FFFFFF"/>
                  </a:outerShdw>
                </a:effectLst>
                <a:latin typeface="Courier New" charset="0"/>
                <a:ea typeface="宋体" charset="-122"/>
              </a:rPr>
              <a:t>float</a:t>
            </a:r>
            <a:r>
              <a:rPr lang="fr-FR" altLang="zh-CN" sz="1600" dirty="0">
                <a:solidFill>
                  <a:schemeClr val="tx1"/>
                </a:solidFill>
                <a:effectLst>
                  <a:outerShdw blurRad="38100" dist="38100" dir="2700000" algn="tl">
                    <a:srgbClr val="FFFFFF"/>
                  </a:outerShdw>
                </a:effectLst>
                <a:latin typeface="Courier New" charset="0"/>
                <a:ea typeface="宋体" charset="-122"/>
              </a:rPr>
              <a:t> </a:t>
            </a:r>
            <a:r>
              <a:rPr lang="fr-FR" altLang="zh-CN" sz="1600" dirty="0" err="1">
                <a:solidFill>
                  <a:schemeClr val="tx1"/>
                </a:solidFill>
                <a:effectLst>
                  <a:outerShdw blurRad="38100" dist="38100" dir="2700000" algn="tl">
                    <a:srgbClr val="FFFFFF"/>
                  </a:outerShdw>
                </a:effectLst>
                <a:latin typeface="Courier New" charset="0"/>
                <a:ea typeface="宋体" charset="-122"/>
              </a:rPr>
              <a:t>arr</a:t>
            </a:r>
            <a:r>
              <a:rPr lang="fr-FR" altLang="zh-CN" sz="1600" dirty="0">
                <a:solidFill>
                  <a:schemeClr val="tx1"/>
                </a:solidFill>
                <a:effectLst>
                  <a:outerShdw blurRad="38100" dist="38100" dir="2700000" algn="tl">
                    <a:srgbClr val="FFFFFF"/>
                  </a:outerShdw>
                </a:effectLst>
                <a:latin typeface="Courier New" charset="0"/>
                <a:ea typeface="宋体" charset="-122"/>
              </a:rPr>
              <a:t>[],int n);</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accent2"/>
                </a:solidFill>
                <a:effectLst/>
                <a:latin typeface="Courier New" charset="0"/>
                <a:ea typeface="宋体" charset="-122"/>
              </a:rPr>
              <a:t>main</a:t>
            </a:r>
            <a:r>
              <a:rPr lang="fr-FR" altLang="zh-CN" sz="1600" dirty="0">
                <a:solidFill>
                  <a:schemeClr val="tx1"/>
                </a:solidFill>
                <a:effectLst>
                  <a:outerShdw blurRad="38100" dist="38100" dir="2700000" algn="tl">
                    <a:srgbClr val="FFFFFF"/>
                  </a:outerShdw>
                </a:effectLst>
                <a:latin typeface="Courier New" charset="0"/>
                <a:ea typeface="宋体" charset="-122"/>
              </a:rPr>
              <a:t>()</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r>
              <a:rPr lang="fr-FR" altLang="zh-CN" sz="1600" dirty="0">
                <a:solidFill>
                  <a:schemeClr val="accent2"/>
                </a:solidFill>
                <a:effectLst/>
                <a:latin typeface="Courier New" charset="0"/>
                <a:ea typeface="宋体" charset="-122"/>
              </a:rPr>
              <a:t>float</a:t>
            </a:r>
            <a:r>
              <a:rPr lang="fr-FR" altLang="zh-CN" sz="1600" dirty="0">
                <a:solidFill>
                  <a:schemeClr val="tx1"/>
                </a:solidFill>
                <a:effectLst>
                  <a:outerShdw blurRad="38100" dist="38100" dir="2700000" algn="tl">
                    <a:srgbClr val="FFFFFF"/>
                  </a:outerShdw>
                </a:effectLst>
                <a:latin typeface="Courier New" charset="0"/>
                <a:ea typeface="宋体" charset="-122"/>
              </a:rPr>
              <a:t>  score[ARR_SIZE], maxScore;</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r>
              <a:rPr lang="fr-FR" altLang="zh-CN" sz="1600" dirty="0">
                <a:solidFill>
                  <a:schemeClr val="accent2"/>
                </a:solidFill>
                <a:effectLst/>
                <a:latin typeface="Courier New" charset="0"/>
                <a:ea typeface="宋体" charset="-122"/>
              </a:rPr>
              <a:t>int</a:t>
            </a:r>
            <a:r>
              <a:rPr lang="fr-FR" altLang="zh-CN" sz="1600" dirty="0">
                <a:solidFill>
                  <a:schemeClr val="tx1"/>
                </a:solidFill>
                <a:effectLst>
                  <a:outerShdw blurRad="38100" dist="38100" dir="2700000" algn="tl">
                    <a:srgbClr val="FFFFFF"/>
                  </a:outerShdw>
                </a:effectLst>
                <a:latin typeface="Courier New" charset="0"/>
                <a:ea typeface="宋体" charset="-122"/>
              </a:rPr>
              <a:t>    n, i;</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printf("Please enter total number:");</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scanf("%d", &amp;n); </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printf("Please enter the score:\n");</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r>
              <a:rPr lang="fr-FR" altLang="zh-CN" sz="1600" dirty="0">
                <a:solidFill>
                  <a:schemeClr val="accent2"/>
                </a:solidFill>
                <a:effectLst/>
                <a:latin typeface="Courier New" charset="0"/>
                <a:ea typeface="宋体" charset="-122"/>
              </a:rPr>
              <a:t>for</a:t>
            </a:r>
            <a:r>
              <a:rPr lang="fr-FR" altLang="zh-CN" sz="1600" dirty="0">
                <a:solidFill>
                  <a:schemeClr val="tx1"/>
                </a:solidFill>
                <a:effectLst>
                  <a:outerShdw blurRad="38100" dist="38100" dir="2700000" algn="tl">
                    <a:srgbClr val="FFFFFF"/>
                  </a:outerShdw>
                </a:effectLst>
                <a:latin typeface="Courier New" charset="0"/>
                <a:ea typeface="宋体" charset="-122"/>
              </a:rPr>
              <a:t> (i=0; i&lt;n; i++) </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scanf("%f", &amp;score[i]);       </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maxScore = FindMax(</a:t>
            </a:r>
            <a:r>
              <a:rPr lang="fr-FR" altLang="zh-CN" sz="1600" dirty="0">
                <a:solidFill>
                  <a:srgbClr val="FF0000"/>
                </a:solidFill>
                <a:effectLst>
                  <a:outerShdw blurRad="38100" dist="38100" dir="2700000" algn="tl">
                    <a:srgbClr val="000000"/>
                  </a:outerShdw>
                </a:effectLst>
                <a:latin typeface="Courier New" charset="0"/>
                <a:ea typeface="宋体" charset="-122"/>
              </a:rPr>
              <a:t>score,  </a:t>
            </a:r>
            <a:r>
              <a:rPr lang="fr-FR" altLang="zh-CN" sz="1600" dirty="0">
                <a:solidFill>
                  <a:schemeClr val="tx1"/>
                </a:solidFill>
                <a:effectLst>
                  <a:outerShdw blurRad="38100" dist="38100" dir="2700000" algn="tl">
                    <a:srgbClr val="FFFFFF"/>
                  </a:outerShdw>
                </a:effectLst>
                <a:latin typeface="Courier New" charset="0"/>
                <a:ea typeface="宋体" charset="-122"/>
              </a:rPr>
              <a:t>);</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	printf("maxScore = %.0f\n", maxScore);  </a:t>
            </a:r>
            <a:endParaRPr lang="fr-FR" altLang="zh-CN" sz="1600" dirty="0">
              <a:solidFill>
                <a:schemeClr val="tx1"/>
              </a:solidFill>
              <a:effectLst>
                <a:outerShdw blurRad="38100" dist="38100" dir="2700000" algn="tl">
                  <a:srgbClr val="FFFFFF"/>
                </a:outerShdw>
              </a:effectLst>
              <a:latin typeface="Courier New" charset="0"/>
              <a:ea typeface="宋体" charset="-122"/>
            </a:endParaRPr>
          </a:p>
          <a:p>
            <a:pPr eaLnBrk="1">
              <a:lnSpc>
                <a:spcPct val="75000"/>
              </a:lnSpc>
              <a:buFont typeface="Monotype Sorts" charset="2"/>
              <a:buNone/>
              <a:defRPr/>
            </a:pPr>
            <a:r>
              <a:rPr lang="fr-FR" altLang="zh-CN" sz="1600" dirty="0">
                <a:solidFill>
                  <a:schemeClr val="tx1"/>
                </a:solidFill>
                <a:effectLst>
                  <a:outerShdw blurRad="38100" dist="38100" dir="2700000" algn="tl">
                    <a:srgbClr val="FFFFFF"/>
                  </a:outerShdw>
                </a:effectLst>
                <a:latin typeface="Courier New" charset="0"/>
                <a:ea typeface="宋体" charset="-122"/>
              </a:rPr>
              <a:t>}</a:t>
            </a:r>
            <a:endParaRPr lang="zh-CN" altLang="en-US" sz="1600" dirty="0">
              <a:solidFill>
                <a:schemeClr val="tx1"/>
              </a:solidFill>
              <a:effectLst>
                <a:outerShdw blurRad="38100" dist="38100" dir="2700000" algn="tl">
                  <a:srgbClr val="FFFFFF"/>
                </a:outerShdw>
              </a:effectLst>
              <a:latin typeface="Courier New" charset="0"/>
              <a:ea typeface="宋体" charset="-122"/>
            </a:endParaRPr>
          </a:p>
        </p:txBody>
      </p:sp>
      <p:sp>
        <p:nvSpPr>
          <p:cNvPr id="379909" name="Rectangle 5"/>
          <p:cNvSpPr/>
          <p:nvPr/>
        </p:nvSpPr>
        <p:spPr bwMode="auto">
          <a:xfrm>
            <a:off x="107950" y="188913"/>
            <a:ext cx="4608513" cy="352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7" rIns="92075" bIns="46037"/>
          <a:lstStyle/>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accent2"/>
                </a:solidFill>
                <a:effectLst>
                  <a:outerShdw blurRad="38100" dist="38100" dir="2700000" algn="tl">
                    <a:srgbClr val="C0C0C0"/>
                  </a:outerShdw>
                </a:effectLst>
                <a:latin typeface="Courier New" charset="0"/>
                <a:ea typeface="宋体" charset="-122"/>
              </a:rPr>
              <a:t>float </a:t>
            </a:r>
            <a:r>
              <a:rPr lang="fr-FR" altLang="zh-CN" sz="1600" dirty="0">
                <a:solidFill>
                  <a:schemeClr val="tx1"/>
                </a:solidFill>
                <a:effectLst>
                  <a:outerShdw blurRad="38100" dist="38100" dir="2700000" algn="tl">
                    <a:srgbClr val="C0C0C0"/>
                  </a:outerShdw>
                </a:effectLst>
                <a:latin typeface="Courier New" charset="0"/>
                <a:ea typeface="宋体" charset="-122"/>
              </a:rPr>
              <a:t>FindMax(float arr[], int </a:t>
            </a:r>
            <a:r>
              <a:rPr lang="fr-FR" altLang="zh-CN" sz="1600" dirty="0">
                <a:effectLst>
                  <a:outerShdw blurRad="38100" dist="38100" dir="2700000" algn="tl">
                    <a:srgbClr val="C0C0C0"/>
                  </a:outerShdw>
                </a:effectLst>
                <a:latin typeface="Courier New" charset="0"/>
                <a:ea typeface="宋体" charset="-122"/>
              </a:rPr>
              <a:t>  </a:t>
            </a:r>
            <a:r>
              <a:rPr lang="fr-FR" altLang="zh-CN" sz="1600" dirty="0">
                <a:solidFill>
                  <a:schemeClr val="tx1"/>
                </a:solidFill>
                <a:effectLst>
                  <a:outerShdw blurRad="38100" dist="38100" dir="2700000" algn="tl">
                    <a:srgbClr val="C0C0C0"/>
                  </a:outerShdw>
                </a:effectLst>
                <a:latin typeface="Courier New" charset="0"/>
                <a:ea typeface="宋体" charset="-122"/>
              </a:rPr>
              <a:t>)</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r>
              <a:rPr lang="fr-FR" altLang="zh-CN" sz="1600" dirty="0">
                <a:solidFill>
                  <a:schemeClr val="accent2"/>
                </a:solidFill>
                <a:effectLst>
                  <a:outerShdw blurRad="38100" dist="38100" dir="2700000" algn="tl">
                    <a:srgbClr val="C0C0C0"/>
                  </a:outerShdw>
                </a:effectLst>
                <a:latin typeface="Courier New" charset="0"/>
                <a:ea typeface="宋体" charset="-122"/>
              </a:rPr>
              <a:t>float</a:t>
            </a:r>
            <a:r>
              <a:rPr lang="fr-FR" altLang="zh-CN" sz="1600" dirty="0">
                <a:solidFill>
                  <a:schemeClr val="tx1"/>
                </a:solidFill>
                <a:effectLst>
                  <a:outerShdw blurRad="38100" dist="38100" dir="2700000" algn="tl">
                    <a:srgbClr val="C0C0C0"/>
                  </a:outerShdw>
                </a:effectLst>
                <a:latin typeface="Courier New" charset="0"/>
                <a:ea typeface="宋体" charset="-122"/>
              </a:rPr>
              <a:t>  max;</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r>
              <a:rPr lang="fr-FR" altLang="zh-CN" sz="1600" dirty="0">
                <a:solidFill>
                  <a:schemeClr val="accent2"/>
                </a:solidFill>
                <a:effectLst>
                  <a:outerShdw blurRad="38100" dist="38100" dir="2700000" algn="tl">
                    <a:srgbClr val="C0C0C0"/>
                  </a:outerShdw>
                </a:effectLst>
                <a:latin typeface="Courier New" charset="0"/>
                <a:ea typeface="宋体" charset="-122"/>
              </a:rPr>
              <a:t>int</a:t>
            </a:r>
            <a:r>
              <a:rPr lang="fr-FR" altLang="zh-CN" sz="1600" dirty="0">
                <a:solidFill>
                  <a:schemeClr val="tx1"/>
                </a:solidFill>
                <a:effectLst>
                  <a:outerShdw blurRad="38100" dist="38100" dir="2700000" algn="tl">
                    <a:srgbClr val="C0C0C0"/>
                  </a:outerShdw>
                </a:effectLst>
                <a:latin typeface="Courier New" charset="0"/>
                <a:ea typeface="宋体" charset="-122"/>
              </a:rPr>
              <a:t>    i;</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max = arr[0];</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r>
              <a:rPr lang="fr-FR" altLang="zh-CN" sz="1600" dirty="0">
                <a:solidFill>
                  <a:schemeClr val="accent2"/>
                </a:solidFill>
                <a:effectLst>
                  <a:outerShdw blurRad="38100" dist="38100" dir="2700000" algn="tl">
                    <a:srgbClr val="C0C0C0"/>
                  </a:outerShdw>
                </a:effectLst>
                <a:latin typeface="Courier New" charset="0"/>
                <a:ea typeface="宋体" charset="-122"/>
              </a:rPr>
              <a:t>for</a:t>
            </a:r>
            <a:r>
              <a:rPr lang="fr-FR" altLang="zh-CN" sz="1600" dirty="0">
                <a:solidFill>
                  <a:schemeClr val="tx1"/>
                </a:solidFill>
                <a:effectLst>
                  <a:outerShdw blurRad="38100" dist="38100" dir="2700000" algn="tl">
                    <a:srgbClr val="C0C0C0"/>
                  </a:outerShdw>
                </a:effectLst>
                <a:latin typeface="Courier New" charset="0"/>
                <a:ea typeface="宋体" charset="-122"/>
              </a:rPr>
              <a:t> (i=1; i&lt;</a:t>
            </a:r>
            <a:r>
              <a:rPr lang="fr-FR" altLang="zh-CN" sz="1600" dirty="0">
                <a:effectLst>
                  <a:outerShdw blurRad="38100" dist="38100" dir="2700000" algn="tl">
                    <a:srgbClr val="C0C0C0"/>
                  </a:outerShdw>
                </a:effectLst>
                <a:latin typeface="Courier New" charset="0"/>
                <a:ea typeface="宋体" charset="-122"/>
              </a:rPr>
              <a:t>   </a:t>
            </a:r>
            <a:r>
              <a:rPr lang="fr-FR" altLang="zh-CN" sz="1600" dirty="0">
                <a:solidFill>
                  <a:schemeClr val="tx1"/>
                </a:solidFill>
                <a:effectLst>
                  <a:outerShdw blurRad="38100" dist="38100" dir="2700000" algn="tl">
                    <a:srgbClr val="C0C0C0"/>
                  </a:outerShdw>
                </a:effectLst>
                <a:latin typeface="Courier New" charset="0"/>
                <a:ea typeface="宋体" charset="-122"/>
              </a:rPr>
              <a:t>; i++)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r>
              <a:rPr lang="fr-FR" altLang="zh-CN" sz="1600" dirty="0">
                <a:solidFill>
                  <a:schemeClr val="accent2"/>
                </a:solidFill>
                <a:effectLst>
                  <a:outerShdw blurRad="38100" dist="38100" dir="2700000" algn="tl">
                    <a:srgbClr val="C0C0C0"/>
                  </a:outerShdw>
                </a:effectLst>
                <a:latin typeface="Courier New" charset="0"/>
                <a:ea typeface="宋体" charset="-122"/>
              </a:rPr>
              <a:t>if</a:t>
            </a:r>
            <a:r>
              <a:rPr lang="fr-FR" altLang="zh-CN" sz="1600" dirty="0">
                <a:solidFill>
                  <a:schemeClr val="tx1"/>
                </a:solidFill>
                <a:effectLst>
                  <a:outerShdw blurRad="38100" dist="38100" dir="2700000" algn="tl">
                    <a:srgbClr val="C0C0C0"/>
                  </a:outerShdw>
                </a:effectLst>
                <a:latin typeface="Courier New" charset="0"/>
                <a:ea typeface="宋体" charset="-122"/>
              </a:rPr>
              <a:t> (arr[i] &gt; max)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max = arr[i];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	}	</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en-US" altLang="zh-CN" sz="1600" dirty="0">
                <a:solidFill>
                  <a:schemeClr val="tx1"/>
                </a:solidFill>
                <a:effectLst>
                  <a:outerShdw blurRad="38100" dist="38100" dir="2700000" algn="tl">
                    <a:srgbClr val="C0C0C0"/>
                  </a:outerShdw>
                </a:effectLst>
                <a:latin typeface="Courier New" charset="0"/>
                <a:ea typeface="宋体" charset="-122"/>
              </a:rPr>
              <a:t>r</a:t>
            </a:r>
            <a:r>
              <a:rPr lang="fr-FR" altLang="zh-CN" sz="1600" dirty="0" err="1">
                <a:solidFill>
                  <a:schemeClr val="tx1"/>
                </a:solidFill>
                <a:effectLst>
                  <a:outerShdw blurRad="38100" dist="38100" dir="2700000" algn="tl">
                    <a:srgbClr val="C0C0C0"/>
                  </a:outerShdw>
                </a:effectLst>
                <a:latin typeface="Courier New" charset="0"/>
                <a:ea typeface="宋体" charset="-122"/>
              </a:rPr>
              <a:t>eturn</a:t>
            </a:r>
            <a:r>
              <a:rPr lang="fr-FR" altLang="zh-CN" sz="1600" dirty="0">
                <a:solidFill>
                  <a:schemeClr val="tx1"/>
                </a:solidFill>
                <a:effectLst>
                  <a:outerShdw blurRad="38100" dist="38100" dir="2700000" algn="tl">
                    <a:srgbClr val="C0C0C0"/>
                  </a:outerShdw>
                </a:effectLst>
                <a:latin typeface="Courier New" charset="0"/>
                <a:ea typeface="宋体" charset="-122"/>
              </a:rPr>
              <a:t> max;</a:t>
            </a:r>
            <a:endParaRPr lang="fr-FR" altLang="zh-CN" sz="1600" dirty="0">
              <a:solidFill>
                <a:schemeClr val="tx1"/>
              </a:solidFill>
              <a:effectLst>
                <a:outerShdw blurRad="38100" dist="38100" dir="2700000" algn="tl">
                  <a:srgbClr val="C0C0C0"/>
                </a:outerShdw>
              </a:effectLst>
              <a:latin typeface="Courier New" charset="0"/>
              <a:ea typeface="宋体" charset="-122"/>
            </a:endParaRPr>
          </a:p>
          <a:p>
            <a:pPr marL="374650" indent="-374650" eaLnBrk="1">
              <a:lnSpc>
                <a:spcPct val="75000"/>
              </a:lnSpc>
              <a:spcBef>
                <a:spcPct val="20000"/>
              </a:spcBef>
              <a:buClr>
                <a:srgbClr val="FFCC66"/>
              </a:buClr>
              <a:buSzPct val="80000"/>
              <a:buFont typeface="Monotype Sorts" charset="2"/>
              <a:buNone/>
              <a:defRPr/>
            </a:pPr>
            <a:r>
              <a:rPr lang="fr-FR" altLang="zh-CN" sz="1600" dirty="0">
                <a:solidFill>
                  <a:schemeClr val="tx1"/>
                </a:solidFill>
                <a:effectLst>
                  <a:outerShdw blurRad="38100" dist="38100" dir="2700000" algn="tl">
                    <a:srgbClr val="C0C0C0"/>
                  </a:outerShdw>
                </a:effectLst>
                <a:latin typeface="Courier New" charset="0"/>
                <a:ea typeface="宋体" charset="-122"/>
              </a:rPr>
              <a:t>}</a:t>
            </a:r>
            <a:endParaRPr lang="zh-CN" altLang="en-US" sz="1600" dirty="0">
              <a:solidFill>
                <a:schemeClr val="tx1"/>
              </a:solidFill>
              <a:effectLst>
                <a:outerShdw blurRad="38100" dist="38100" dir="2700000" algn="tl">
                  <a:srgbClr val="C0C0C0"/>
                </a:outerShdw>
              </a:effectLst>
              <a:latin typeface="Courier New" charset="0"/>
              <a:ea typeface="宋体" charset="-122"/>
            </a:endParaRPr>
          </a:p>
        </p:txBody>
      </p:sp>
      <p:sp>
        <p:nvSpPr>
          <p:cNvPr id="379954" name="Text Box 50"/>
          <p:cNvSpPr txBox="1"/>
          <p:nvPr/>
        </p:nvSpPr>
        <p:spPr bwMode="auto">
          <a:xfrm>
            <a:off x="395288" y="3933825"/>
            <a:ext cx="32400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effectLst>
                <a:outerShdw blurRad="38100" dist="38100" dir="2700000" algn="tl">
                  <a:srgbClr val="C0C0C0"/>
                </a:outerShdw>
              </a:effectLst>
              <a:latin typeface="Times New Roman" pitchFamily="18" charset="0"/>
              <a:ea typeface="宋体" charset="-122"/>
            </a:endParaRPr>
          </a:p>
        </p:txBody>
      </p:sp>
      <p:sp>
        <p:nvSpPr>
          <p:cNvPr id="379997" name="Text Box 93"/>
          <p:cNvSpPr txBox="1"/>
          <p:nvPr/>
        </p:nvSpPr>
        <p:spPr bwMode="auto">
          <a:xfrm>
            <a:off x="468313" y="3789363"/>
            <a:ext cx="2879725" cy="1800225"/>
          </a:xfrm>
          <a:prstGeom prst="rect">
            <a:avLst/>
          </a:prstGeom>
          <a:noFill/>
          <a:ln w="25400" algn="ctr">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r>
              <a:rPr lang="zh-CN" altLang="en-US">
                <a:solidFill>
                  <a:schemeClr val="accent2"/>
                </a:solidFill>
                <a:effectLst>
                  <a:outerShdw blurRad="38100" dist="38100" dir="2700000" algn="tl">
                    <a:srgbClr val="C0C0C0"/>
                  </a:outerShdw>
                </a:effectLst>
                <a:ea typeface="宋体" charset="-122"/>
              </a:rPr>
              <a:t>向函数传递一维数组时，最好同时再用</a:t>
            </a:r>
            <a:r>
              <a:rPr lang="zh-CN" altLang="en-US">
                <a:effectLst>
                  <a:outerShdw blurRad="38100" dist="38100" dir="2700000" algn="tl">
                    <a:srgbClr val="C0C0C0"/>
                  </a:outerShdw>
                </a:effectLst>
                <a:ea typeface="宋体" charset="-122"/>
              </a:rPr>
              <a:t>一个参数传递数组的</a:t>
            </a:r>
            <a:r>
              <a:rPr lang="zh-CN" altLang="en-US">
                <a:solidFill>
                  <a:srgbClr val="9900CC"/>
                </a:solidFill>
                <a:effectLst>
                  <a:outerShdw blurRad="38100" dist="38100" dir="2700000" algn="tl">
                    <a:srgbClr val="C0C0C0"/>
                  </a:outerShdw>
                </a:effectLst>
                <a:ea typeface="宋体" charset="-122"/>
              </a:rPr>
              <a:t>长度</a:t>
            </a:r>
            <a:endParaRPr lang="zh-CN" altLang="en-US">
              <a:solidFill>
                <a:srgbClr val="9900CC"/>
              </a:solidFill>
              <a:effectLst>
                <a:outerShdw blurRad="38100" dist="38100" dir="2700000" algn="tl">
                  <a:srgbClr val="C0C0C0"/>
                </a:outerShdw>
              </a:effectLst>
              <a:ea typeface="宋体" charset="-122"/>
            </a:endParaRPr>
          </a:p>
        </p:txBody>
      </p:sp>
      <p:sp>
        <p:nvSpPr>
          <p:cNvPr id="3" name="矩形 2"/>
          <p:cNvSpPr/>
          <p:nvPr/>
        </p:nvSpPr>
        <p:spPr bwMode="auto">
          <a:xfrm>
            <a:off x="611188" y="3789363"/>
            <a:ext cx="2592387" cy="165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20" name="TextBox 19"/>
          <p:cNvSpPr txBox="1"/>
          <p:nvPr/>
        </p:nvSpPr>
        <p:spPr>
          <a:xfrm>
            <a:off x="6300193" y="5579948"/>
            <a:ext cx="288032" cy="369332"/>
          </a:xfrm>
          <a:prstGeom prst="rect">
            <a:avLst/>
          </a:prstGeom>
          <a:noFill/>
        </p:spPr>
        <p:txBody>
          <a:bodyPr wrap="square">
            <a:spAutoFit/>
          </a:bodyPr>
          <a:lstStyle/>
          <a:p>
            <a:pPr>
              <a:defRPr/>
            </a:pPr>
            <a:r>
              <a:rPr lang="en-US" altLang="zh-CN" sz="1800" dirty="0">
                <a:effectLst>
                  <a:outerShdw blurRad="38100" dist="38100" dir="2700000" algn="tl">
                    <a:srgbClr val="000000">
                      <a:alpha val="43137"/>
                    </a:srgbClr>
                  </a:outerShdw>
                </a:effectLst>
                <a:latin typeface="Times New Roman" pitchFamily="18" charset="0"/>
              </a:rPr>
              <a:t>n</a:t>
            </a:r>
            <a:endParaRPr lang="zh-CN" altLang="en-US" sz="1800" dirty="0">
              <a:effectLst>
                <a:outerShdw blurRad="38100" dist="38100" dir="2700000" algn="tl">
                  <a:srgbClr val="000000">
                    <a:alpha val="43137"/>
                  </a:srgbClr>
                </a:outerShdw>
              </a:effectLst>
              <a:latin typeface="Times New Roman" pitchFamily="18" charset="0"/>
            </a:endParaRPr>
          </a:p>
        </p:txBody>
      </p:sp>
      <p:pic>
        <p:nvPicPr>
          <p:cNvPr id="380000" name="Picture 9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51275" y="119063"/>
            <a:ext cx="444500"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31" name="Picture 9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74850" y="1522413"/>
            <a:ext cx="444500"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2" name="日期占位符 1"/>
          <p:cNvSpPr/>
          <p:nvPr>
            <p:ph type="dt" sz="half" idx="10"/>
          </p:nvPr>
        </p:nvSpPr>
        <p:spPr/>
        <p:txBody>
          <a:bodyPr/>
          <a:lstStyle/>
          <a:p>
            <a:fld id="{CF580CF7-68AA-B449-A2D9-A0361751F903}" type="datetime1">
              <a:rPr lang="zh-CN" altLang="en-US" smtClean="0"/>
            </a:fld>
            <a:endParaRPr lang="en-US" dirty="0"/>
          </a:p>
        </p:txBody>
      </p:sp>
      <p:sp>
        <p:nvSpPr>
          <p:cNvPr id="5" name="幻灯片编号占位符 4"/>
          <p:cNvSpPr/>
          <p:nvPr>
            <p:ph type="sldNum" sz="quarter" idx="12"/>
          </p:nvPr>
        </p:nvSpPr>
        <p:spPr/>
        <p:txBody>
          <a:bodyPr/>
          <a:lstStyle/>
          <a:p>
            <a:fld id="{4FAB73BC-B049-4115-A692-8D63A059BFB8}" type="slidenum">
              <a:rPr lang="en-US" smtClean="0"/>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379997"/>
                                        </p:tgtEl>
                                        <p:attrNameLst>
                                          <p:attrName>r</p:attrName>
                                        </p:attrNameLst>
                                      </p:cBhvr>
                                    </p:animRot>
                                    <p:animRot by="-240000">
                                      <p:cBhvr>
                                        <p:cTn id="7" dur="200" fill="hold">
                                          <p:stCondLst>
                                            <p:cond delay="200"/>
                                          </p:stCondLst>
                                        </p:cTn>
                                        <p:tgtEl>
                                          <p:spTgt spid="379997"/>
                                        </p:tgtEl>
                                        <p:attrNameLst>
                                          <p:attrName>r</p:attrName>
                                        </p:attrNameLst>
                                      </p:cBhvr>
                                    </p:animRot>
                                    <p:animRot by="240000">
                                      <p:cBhvr>
                                        <p:cTn id="8" dur="200" fill="hold">
                                          <p:stCondLst>
                                            <p:cond delay="400"/>
                                          </p:stCondLst>
                                        </p:cTn>
                                        <p:tgtEl>
                                          <p:spTgt spid="379997"/>
                                        </p:tgtEl>
                                        <p:attrNameLst>
                                          <p:attrName>r</p:attrName>
                                        </p:attrNameLst>
                                      </p:cBhvr>
                                    </p:animRot>
                                    <p:animRot by="-240000">
                                      <p:cBhvr>
                                        <p:cTn id="9" dur="200" fill="hold">
                                          <p:stCondLst>
                                            <p:cond delay="600"/>
                                          </p:stCondLst>
                                        </p:cTn>
                                        <p:tgtEl>
                                          <p:spTgt spid="379997"/>
                                        </p:tgtEl>
                                        <p:attrNameLst>
                                          <p:attrName>r</p:attrName>
                                        </p:attrNameLst>
                                      </p:cBhvr>
                                    </p:animRot>
                                    <p:animRot by="120000">
                                      <p:cBhvr>
                                        <p:cTn id="10" dur="200" fill="hold">
                                          <p:stCondLst>
                                            <p:cond delay="800"/>
                                          </p:stCondLst>
                                        </p:cTn>
                                        <p:tgtEl>
                                          <p:spTgt spid="379997"/>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32" presetClass="emph" presetSubtype="0" fill="hold" nodeType="clickEffect">
                                  <p:stCondLst>
                                    <p:cond delay="0"/>
                                  </p:stCondLst>
                                  <p:childTnLst>
                                    <p:animRot by="120000">
                                      <p:cBhvr>
                                        <p:cTn id="14" dur="100" fill="hold">
                                          <p:stCondLst>
                                            <p:cond delay="0"/>
                                          </p:stCondLst>
                                        </p:cTn>
                                        <p:tgtEl>
                                          <p:spTgt spid="379908">
                                            <p:txEl>
                                              <p:pRg st="16" end="16"/>
                                            </p:txEl>
                                          </p:spTgt>
                                        </p:tgtEl>
                                        <p:attrNameLst>
                                          <p:attrName>r</p:attrName>
                                        </p:attrNameLst>
                                      </p:cBhvr>
                                    </p:animRot>
                                    <p:animRot by="-240000">
                                      <p:cBhvr>
                                        <p:cTn id="15" dur="200" fill="hold">
                                          <p:stCondLst>
                                            <p:cond delay="200"/>
                                          </p:stCondLst>
                                        </p:cTn>
                                        <p:tgtEl>
                                          <p:spTgt spid="379908">
                                            <p:txEl>
                                              <p:pRg st="16" end="16"/>
                                            </p:txEl>
                                          </p:spTgt>
                                        </p:tgtEl>
                                        <p:attrNameLst>
                                          <p:attrName>r</p:attrName>
                                        </p:attrNameLst>
                                      </p:cBhvr>
                                    </p:animRot>
                                    <p:animRot by="240000">
                                      <p:cBhvr>
                                        <p:cTn id="16" dur="200" fill="hold">
                                          <p:stCondLst>
                                            <p:cond delay="400"/>
                                          </p:stCondLst>
                                        </p:cTn>
                                        <p:tgtEl>
                                          <p:spTgt spid="379908">
                                            <p:txEl>
                                              <p:pRg st="16" end="16"/>
                                            </p:txEl>
                                          </p:spTgt>
                                        </p:tgtEl>
                                        <p:attrNameLst>
                                          <p:attrName>r</p:attrName>
                                        </p:attrNameLst>
                                      </p:cBhvr>
                                    </p:animRot>
                                    <p:animRot by="-240000">
                                      <p:cBhvr>
                                        <p:cTn id="17" dur="200" fill="hold">
                                          <p:stCondLst>
                                            <p:cond delay="600"/>
                                          </p:stCondLst>
                                        </p:cTn>
                                        <p:tgtEl>
                                          <p:spTgt spid="379908">
                                            <p:txEl>
                                              <p:pRg st="16" end="16"/>
                                            </p:txEl>
                                          </p:spTgt>
                                        </p:tgtEl>
                                        <p:attrNameLst>
                                          <p:attrName>r</p:attrName>
                                        </p:attrNameLst>
                                      </p:cBhvr>
                                    </p:animRot>
                                    <p:animRot by="120000">
                                      <p:cBhvr>
                                        <p:cTn id="18" dur="200" fill="hold">
                                          <p:stCondLst>
                                            <p:cond delay="800"/>
                                          </p:stCondLst>
                                        </p:cTn>
                                        <p:tgtEl>
                                          <p:spTgt spid="379908">
                                            <p:txEl>
                                              <p:pRg st="16" end="16"/>
                                            </p:txEl>
                                          </p:spTgt>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26"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wipe(down)">
                                      <p:cBhvr>
                                        <p:cTn id="23" dur="580">
                                          <p:stCondLst>
                                            <p:cond delay="0"/>
                                          </p:stCondLst>
                                        </p:cTn>
                                        <p:tgtEl>
                                          <p:spTgt spid="20"/>
                                        </p:tgtEl>
                                      </p:cBhvr>
                                    </p:animEffect>
                                    <p:anim calcmode="lin" valueType="num">
                                      <p:cBhvr>
                                        <p:cTn id="24"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29" dur="26">
                                          <p:stCondLst>
                                            <p:cond delay="650"/>
                                          </p:stCondLst>
                                        </p:cTn>
                                        <p:tgtEl>
                                          <p:spTgt spid="20"/>
                                        </p:tgtEl>
                                      </p:cBhvr>
                                      <p:to x="100000" y="60000"/>
                                    </p:animScale>
                                    <p:animScale>
                                      <p:cBhvr>
                                        <p:cTn id="30" dur="166" decel="50000">
                                          <p:stCondLst>
                                            <p:cond delay="676"/>
                                          </p:stCondLst>
                                        </p:cTn>
                                        <p:tgtEl>
                                          <p:spTgt spid="20"/>
                                        </p:tgtEl>
                                      </p:cBhvr>
                                      <p:to x="100000" y="100000"/>
                                    </p:animScale>
                                    <p:animScale>
                                      <p:cBhvr>
                                        <p:cTn id="31" dur="26">
                                          <p:stCondLst>
                                            <p:cond delay="1312"/>
                                          </p:stCondLst>
                                        </p:cTn>
                                        <p:tgtEl>
                                          <p:spTgt spid="20"/>
                                        </p:tgtEl>
                                      </p:cBhvr>
                                      <p:to x="100000" y="80000"/>
                                    </p:animScale>
                                    <p:animScale>
                                      <p:cBhvr>
                                        <p:cTn id="32" dur="166" decel="50000">
                                          <p:stCondLst>
                                            <p:cond delay="1338"/>
                                          </p:stCondLst>
                                        </p:cTn>
                                        <p:tgtEl>
                                          <p:spTgt spid="20"/>
                                        </p:tgtEl>
                                      </p:cBhvr>
                                      <p:to x="100000" y="100000"/>
                                    </p:animScale>
                                    <p:animScale>
                                      <p:cBhvr>
                                        <p:cTn id="33" dur="26">
                                          <p:stCondLst>
                                            <p:cond delay="1642"/>
                                          </p:stCondLst>
                                        </p:cTn>
                                        <p:tgtEl>
                                          <p:spTgt spid="20"/>
                                        </p:tgtEl>
                                      </p:cBhvr>
                                      <p:to x="100000" y="90000"/>
                                    </p:animScale>
                                    <p:animScale>
                                      <p:cBhvr>
                                        <p:cTn id="34" dur="166" decel="50000">
                                          <p:stCondLst>
                                            <p:cond delay="1668"/>
                                          </p:stCondLst>
                                        </p:cTn>
                                        <p:tgtEl>
                                          <p:spTgt spid="20"/>
                                        </p:tgtEl>
                                      </p:cBhvr>
                                      <p:to x="100000" y="100000"/>
                                    </p:animScale>
                                    <p:animScale>
                                      <p:cBhvr>
                                        <p:cTn id="35" dur="26">
                                          <p:stCondLst>
                                            <p:cond delay="1808"/>
                                          </p:stCondLst>
                                        </p:cTn>
                                        <p:tgtEl>
                                          <p:spTgt spid="20"/>
                                        </p:tgtEl>
                                      </p:cBhvr>
                                      <p:to x="100000" y="95000"/>
                                    </p:animScale>
                                    <p:animScale>
                                      <p:cBhvr>
                                        <p:cTn id="36" dur="166" decel="50000">
                                          <p:stCondLst>
                                            <p:cond delay="1834"/>
                                          </p:stCondLst>
                                        </p:cTn>
                                        <p:tgtEl>
                                          <p:spTgt spid="20"/>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nodeType="clickEffect">
                                  <p:stCondLst>
                                    <p:cond delay="0"/>
                                  </p:stCondLst>
                                  <p:childTnLst>
                                    <p:set>
                                      <p:cBhvr>
                                        <p:cTn id="40" dur="1" fill="hold">
                                          <p:stCondLst>
                                            <p:cond delay="0"/>
                                          </p:stCondLst>
                                        </p:cTn>
                                        <p:tgtEl>
                                          <p:spTgt spid="380000"/>
                                        </p:tgtEl>
                                        <p:attrNameLst>
                                          <p:attrName>style.visibility</p:attrName>
                                        </p:attrNameLst>
                                      </p:cBhvr>
                                      <p:to>
                                        <p:strVal val="visible"/>
                                      </p:to>
                                    </p:set>
                                    <p:animEffect transition="in" filter="wipe(down)">
                                      <p:cBhvr>
                                        <p:cTn id="41" dur="580">
                                          <p:stCondLst>
                                            <p:cond delay="0"/>
                                          </p:stCondLst>
                                        </p:cTn>
                                        <p:tgtEl>
                                          <p:spTgt spid="380000"/>
                                        </p:tgtEl>
                                      </p:cBhvr>
                                    </p:animEffect>
                                    <p:anim calcmode="lin" valueType="num">
                                      <p:cBhvr>
                                        <p:cTn id="42" dur="1822" tmFilter="0,0; 0.14,0.36; 0.43,0.73; 0.71,0.91; 1.0,1.0">
                                          <p:stCondLst>
                                            <p:cond delay="0"/>
                                          </p:stCondLst>
                                        </p:cTn>
                                        <p:tgtEl>
                                          <p:spTgt spid="380000"/>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380000"/>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380000"/>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380000"/>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380000"/>
                                        </p:tgtEl>
                                        <p:attrNameLst>
                                          <p:attrName>ppt_y</p:attrName>
                                        </p:attrNameLst>
                                      </p:cBhvr>
                                      <p:tavLst>
                                        <p:tav tm="0" fmla="#ppt_y-sin(pi*$)/81">
                                          <p:val>
                                            <p:fltVal val="0"/>
                                          </p:val>
                                        </p:tav>
                                        <p:tav tm="100000">
                                          <p:val>
                                            <p:fltVal val="1"/>
                                          </p:val>
                                        </p:tav>
                                      </p:tavLst>
                                    </p:anim>
                                    <p:animScale>
                                      <p:cBhvr>
                                        <p:cTn id="47" dur="26">
                                          <p:stCondLst>
                                            <p:cond delay="650"/>
                                          </p:stCondLst>
                                        </p:cTn>
                                        <p:tgtEl>
                                          <p:spTgt spid="380000"/>
                                        </p:tgtEl>
                                      </p:cBhvr>
                                      <p:to x="100000" y="60000"/>
                                    </p:animScale>
                                    <p:animScale>
                                      <p:cBhvr>
                                        <p:cTn id="48" dur="166" decel="50000">
                                          <p:stCondLst>
                                            <p:cond delay="676"/>
                                          </p:stCondLst>
                                        </p:cTn>
                                        <p:tgtEl>
                                          <p:spTgt spid="380000"/>
                                        </p:tgtEl>
                                      </p:cBhvr>
                                      <p:to x="100000" y="100000"/>
                                    </p:animScale>
                                    <p:animScale>
                                      <p:cBhvr>
                                        <p:cTn id="49" dur="26">
                                          <p:stCondLst>
                                            <p:cond delay="1312"/>
                                          </p:stCondLst>
                                        </p:cTn>
                                        <p:tgtEl>
                                          <p:spTgt spid="380000"/>
                                        </p:tgtEl>
                                      </p:cBhvr>
                                      <p:to x="100000" y="80000"/>
                                    </p:animScale>
                                    <p:animScale>
                                      <p:cBhvr>
                                        <p:cTn id="50" dur="166" decel="50000">
                                          <p:stCondLst>
                                            <p:cond delay="1338"/>
                                          </p:stCondLst>
                                        </p:cTn>
                                        <p:tgtEl>
                                          <p:spTgt spid="380000"/>
                                        </p:tgtEl>
                                      </p:cBhvr>
                                      <p:to x="100000" y="100000"/>
                                    </p:animScale>
                                    <p:animScale>
                                      <p:cBhvr>
                                        <p:cTn id="51" dur="26">
                                          <p:stCondLst>
                                            <p:cond delay="1642"/>
                                          </p:stCondLst>
                                        </p:cTn>
                                        <p:tgtEl>
                                          <p:spTgt spid="380000"/>
                                        </p:tgtEl>
                                      </p:cBhvr>
                                      <p:to x="100000" y="90000"/>
                                    </p:animScale>
                                    <p:animScale>
                                      <p:cBhvr>
                                        <p:cTn id="52" dur="166" decel="50000">
                                          <p:stCondLst>
                                            <p:cond delay="1668"/>
                                          </p:stCondLst>
                                        </p:cTn>
                                        <p:tgtEl>
                                          <p:spTgt spid="380000"/>
                                        </p:tgtEl>
                                      </p:cBhvr>
                                      <p:to x="100000" y="100000"/>
                                    </p:animScale>
                                    <p:animScale>
                                      <p:cBhvr>
                                        <p:cTn id="53" dur="26">
                                          <p:stCondLst>
                                            <p:cond delay="1808"/>
                                          </p:stCondLst>
                                        </p:cTn>
                                        <p:tgtEl>
                                          <p:spTgt spid="380000"/>
                                        </p:tgtEl>
                                      </p:cBhvr>
                                      <p:to x="100000" y="95000"/>
                                    </p:animScale>
                                    <p:animScale>
                                      <p:cBhvr>
                                        <p:cTn id="54" dur="166" decel="50000">
                                          <p:stCondLst>
                                            <p:cond delay="1834"/>
                                          </p:stCondLst>
                                        </p:cTn>
                                        <p:tgtEl>
                                          <p:spTgt spid="380000"/>
                                        </p:tgtEl>
                                      </p:cBhvr>
                                      <p:to x="100000" y="100000"/>
                                    </p:animScale>
                                  </p:childTnLst>
                                </p:cTn>
                              </p:par>
                            </p:childTnLst>
                          </p:cTn>
                        </p:par>
                      </p:childTnLst>
                    </p:cTn>
                  </p:par>
                  <p:par>
                    <p:cTn id="55" fill="hold">
                      <p:stCondLst>
                        <p:cond delay="indefinite"/>
                      </p:stCondLst>
                      <p:childTnLst>
                        <p:par>
                          <p:cTn id="56" fill="hold">
                            <p:stCondLst>
                              <p:cond delay="0"/>
                            </p:stCondLst>
                            <p:childTnLst>
                              <p:par>
                                <p:cTn id="57" presetID="26" presetClass="entr" presetSubtype="0" fill="hold" nodeType="click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wipe(down)">
                                      <p:cBhvr>
                                        <p:cTn id="59" dur="580">
                                          <p:stCondLst>
                                            <p:cond delay="0"/>
                                          </p:stCondLst>
                                        </p:cTn>
                                        <p:tgtEl>
                                          <p:spTgt spid="31"/>
                                        </p:tgtEl>
                                      </p:cBhvr>
                                    </p:animEffect>
                                    <p:anim calcmode="lin" valueType="num">
                                      <p:cBhvr>
                                        <p:cTn id="60" dur="1822" tmFilter="0,0; 0.14,0.36; 0.43,0.73; 0.71,0.91; 1.0,1.0">
                                          <p:stCondLst>
                                            <p:cond delay="0"/>
                                          </p:stCondLst>
                                        </p:cTn>
                                        <p:tgtEl>
                                          <p:spTgt spid="31"/>
                                        </p:tgtEl>
                                        <p:attrNameLst>
                                          <p:attrName>ppt_x</p:attrName>
                                        </p:attrNameLst>
                                      </p:cBhvr>
                                      <p:tavLst>
                                        <p:tav tm="0">
                                          <p:val>
                                            <p:strVal val="#ppt_x-0.25"/>
                                          </p:val>
                                        </p:tav>
                                        <p:tav tm="100000">
                                          <p:val>
                                            <p:strVal val="#ppt_x"/>
                                          </p:val>
                                        </p:tav>
                                      </p:tavLst>
                                    </p:anim>
                                    <p:anim calcmode="lin" valueType="num">
                                      <p:cBhvr>
                                        <p:cTn id="61" dur="664" tmFilter="0.0,0.0; 0.25,0.07; 0.50,0.2; 0.75,0.467; 1.0,1.0">
                                          <p:stCondLst>
                                            <p:cond delay="0"/>
                                          </p:stCondLst>
                                        </p:cTn>
                                        <p:tgtEl>
                                          <p:spTgt spid="31"/>
                                        </p:tgtEl>
                                        <p:attrNameLst>
                                          <p:attrName>ppt_y</p:attrName>
                                        </p:attrNameLst>
                                      </p:cBhvr>
                                      <p:tavLst>
                                        <p:tav tm="0" fmla="#ppt_y-sin(pi*$)/3">
                                          <p:val>
                                            <p:fltVal val="0.5"/>
                                          </p:val>
                                        </p:tav>
                                        <p:tav tm="100000">
                                          <p:val>
                                            <p:fltVal val="1"/>
                                          </p:val>
                                        </p:tav>
                                      </p:tavLst>
                                    </p:anim>
                                    <p:anim calcmode="lin" valueType="num">
                                      <p:cBhvr>
                                        <p:cTn id="62" dur="664" tmFilter="0, 0; 0.125,0.2665; 0.25,0.4; 0.375,0.465; 0.5,0.5;  0.625,0.535; 0.75,0.6; 0.875,0.7335; 1,1">
                                          <p:stCondLst>
                                            <p:cond delay="664"/>
                                          </p:stCondLst>
                                        </p:cTn>
                                        <p:tgtEl>
                                          <p:spTgt spid="31"/>
                                        </p:tgtEl>
                                        <p:attrNameLst>
                                          <p:attrName>ppt_y</p:attrName>
                                        </p:attrNameLst>
                                      </p:cBhvr>
                                      <p:tavLst>
                                        <p:tav tm="0" fmla="#ppt_y-sin(pi*$)/9">
                                          <p:val>
                                            <p:fltVal val="0"/>
                                          </p:val>
                                        </p:tav>
                                        <p:tav tm="100000">
                                          <p:val>
                                            <p:fltVal val="1"/>
                                          </p:val>
                                        </p:tav>
                                      </p:tavLst>
                                    </p:anim>
                                    <p:anim calcmode="lin" valueType="num">
                                      <p:cBhvr>
                                        <p:cTn id="63" dur="332" tmFilter="0, 0; 0.125,0.2665; 0.25,0.4; 0.375,0.465; 0.5,0.5;  0.625,0.535; 0.75,0.6; 0.875,0.7335; 1,1">
                                          <p:stCondLst>
                                            <p:cond delay="1324"/>
                                          </p:stCondLst>
                                        </p:cTn>
                                        <p:tgtEl>
                                          <p:spTgt spid="31"/>
                                        </p:tgtEl>
                                        <p:attrNameLst>
                                          <p:attrName>ppt_y</p:attrName>
                                        </p:attrNameLst>
                                      </p:cBhvr>
                                      <p:tavLst>
                                        <p:tav tm="0" fmla="#ppt_y-sin(pi*$)/27">
                                          <p:val>
                                            <p:fltVal val="0"/>
                                          </p:val>
                                        </p:tav>
                                        <p:tav tm="100000">
                                          <p:val>
                                            <p:fltVal val="1"/>
                                          </p:val>
                                        </p:tav>
                                      </p:tavLst>
                                    </p:anim>
                                    <p:anim calcmode="lin" valueType="num">
                                      <p:cBhvr>
                                        <p:cTn id="64" dur="164" tmFilter="0, 0; 0.125,0.2665; 0.25,0.4; 0.375,0.465; 0.5,0.5;  0.625,0.535; 0.75,0.6; 0.875,0.7335; 1,1">
                                          <p:stCondLst>
                                            <p:cond delay="1656"/>
                                          </p:stCondLst>
                                        </p:cTn>
                                        <p:tgtEl>
                                          <p:spTgt spid="31"/>
                                        </p:tgtEl>
                                        <p:attrNameLst>
                                          <p:attrName>ppt_y</p:attrName>
                                        </p:attrNameLst>
                                      </p:cBhvr>
                                      <p:tavLst>
                                        <p:tav tm="0" fmla="#ppt_y-sin(pi*$)/81">
                                          <p:val>
                                            <p:fltVal val="0"/>
                                          </p:val>
                                        </p:tav>
                                        <p:tav tm="100000">
                                          <p:val>
                                            <p:fltVal val="1"/>
                                          </p:val>
                                        </p:tav>
                                      </p:tavLst>
                                    </p:anim>
                                    <p:animScale>
                                      <p:cBhvr>
                                        <p:cTn id="65" dur="26">
                                          <p:stCondLst>
                                            <p:cond delay="650"/>
                                          </p:stCondLst>
                                        </p:cTn>
                                        <p:tgtEl>
                                          <p:spTgt spid="31"/>
                                        </p:tgtEl>
                                      </p:cBhvr>
                                      <p:to x="100000" y="60000"/>
                                    </p:animScale>
                                    <p:animScale>
                                      <p:cBhvr>
                                        <p:cTn id="66" dur="166" decel="50000">
                                          <p:stCondLst>
                                            <p:cond delay="676"/>
                                          </p:stCondLst>
                                        </p:cTn>
                                        <p:tgtEl>
                                          <p:spTgt spid="31"/>
                                        </p:tgtEl>
                                      </p:cBhvr>
                                      <p:to x="100000" y="100000"/>
                                    </p:animScale>
                                    <p:animScale>
                                      <p:cBhvr>
                                        <p:cTn id="67" dur="26">
                                          <p:stCondLst>
                                            <p:cond delay="1312"/>
                                          </p:stCondLst>
                                        </p:cTn>
                                        <p:tgtEl>
                                          <p:spTgt spid="31"/>
                                        </p:tgtEl>
                                      </p:cBhvr>
                                      <p:to x="100000" y="80000"/>
                                    </p:animScale>
                                    <p:animScale>
                                      <p:cBhvr>
                                        <p:cTn id="68" dur="166" decel="50000">
                                          <p:stCondLst>
                                            <p:cond delay="1338"/>
                                          </p:stCondLst>
                                        </p:cTn>
                                        <p:tgtEl>
                                          <p:spTgt spid="31"/>
                                        </p:tgtEl>
                                      </p:cBhvr>
                                      <p:to x="100000" y="100000"/>
                                    </p:animScale>
                                    <p:animScale>
                                      <p:cBhvr>
                                        <p:cTn id="69" dur="26">
                                          <p:stCondLst>
                                            <p:cond delay="1642"/>
                                          </p:stCondLst>
                                        </p:cTn>
                                        <p:tgtEl>
                                          <p:spTgt spid="31"/>
                                        </p:tgtEl>
                                      </p:cBhvr>
                                      <p:to x="100000" y="90000"/>
                                    </p:animScale>
                                    <p:animScale>
                                      <p:cBhvr>
                                        <p:cTn id="70" dur="166" decel="50000">
                                          <p:stCondLst>
                                            <p:cond delay="1668"/>
                                          </p:stCondLst>
                                        </p:cTn>
                                        <p:tgtEl>
                                          <p:spTgt spid="31"/>
                                        </p:tgtEl>
                                      </p:cBhvr>
                                      <p:to x="100000" y="100000"/>
                                    </p:animScale>
                                    <p:animScale>
                                      <p:cBhvr>
                                        <p:cTn id="71" dur="26">
                                          <p:stCondLst>
                                            <p:cond delay="1808"/>
                                          </p:stCondLst>
                                        </p:cTn>
                                        <p:tgtEl>
                                          <p:spTgt spid="31"/>
                                        </p:tgtEl>
                                      </p:cBhvr>
                                      <p:to x="100000" y="95000"/>
                                    </p:animScale>
                                    <p:animScale>
                                      <p:cBhvr>
                                        <p:cTn id="72" dur="166" decel="50000">
                                          <p:stCondLst>
                                            <p:cond delay="1834"/>
                                          </p:stCondLst>
                                        </p:cTn>
                                        <p:tgtEl>
                                          <p:spTgt spid="3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97" grpId="0" animBg="1"/>
      <p:bldP spid="20" grpId="0"/>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8226" name="Rectangle 2"/>
          <p:cNvSpPr/>
          <p:nvPr>
            <p:ph type="title"/>
          </p:nvPr>
        </p:nvSpPr>
        <p:spPr/>
        <p:txBody>
          <a:bodyPr/>
          <a:lstStyle/>
          <a:p>
            <a:r>
              <a:rPr lang="zh-CN" altLang="en-US"/>
              <a:t>向函数传递二维数组</a:t>
            </a:r>
            <a:endParaRPr lang="zh-CN" altLang="en-US"/>
          </a:p>
        </p:txBody>
      </p:sp>
      <p:grpSp>
        <p:nvGrpSpPr>
          <p:cNvPr id="308231" name="Group 7"/>
          <p:cNvGrpSpPr/>
          <p:nvPr/>
        </p:nvGrpSpPr>
        <p:grpSpPr bwMode="auto">
          <a:xfrm>
            <a:off x="7127875" y="2097088"/>
            <a:ext cx="1981200" cy="4572000"/>
            <a:chOff x="4512" y="336"/>
            <a:chExt cx="1248" cy="2880"/>
          </a:xfrm>
        </p:grpSpPr>
        <p:sp>
          <p:nvSpPr>
            <p:cNvPr id="64761" name="Text Box 8"/>
            <p:cNvSpPr txBox="1"/>
            <p:nvPr/>
          </p:nvSpPr>
          <p:spPr bwMode="auto">
            <a:xfrm>
              <a:off x="5210" y="645"/>
              <a:ext cx="550" cy="1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10000"/>
                </a:spcBef>
              </a:pPr>
              <a:r>
                <a:rPr kumimoji="1" lang="en-US" altLang="zh-CN" sz="1800">
                  <a:solidFill>
                    <a:schemeClr val="tx1"/>
                  </a:solidFill>
                  <a:ea typeface="宋体" charset="-122"/>
                </a:rPr>
                <a:t>a[0][0]</a:t>
              </a:r>
              <a:endParaRPr kumimoji="1" lang="en-US" altLang="zh-CN" sz="1800">
                <a:solidFill>
                  <a:schemeClr val="tx1"/>
                </a:solidFill>
                <a:ea typeface="宋体" charset="-122"/>
              </a:endParaRPr>
            </a:p>
            <a:p>
              <a:pPr eaLnBrk="1" hangingPunct="1">
                <a:spcBef>
                  <a:spcPct val="10000"/>
                </a:spcBef>
              </a:pPr>
              <a:endParaRPr kumimoji="1" lang="en-US" altLang="zh-CN" sz="1800">
                <a:solidFill>
                  <a:schemeClr val="tx1"/>
                </a:solidFill>
                <a:ea typeface="宋体" charset="-122"/>
              </a:endParaRPr>
            </a:p>
            <a:p>
              <a:pPr eaLnBrk="1" hangingPunct="1">
                <a:spcBef>
                  <a:spcPct val="10000"/>
                </a:spcBef>
              </a:pPr>
              <a:r>
                <a:rPr kumimoji="1" lang="en-US" altLang="zh-CN" sz="1800">
                  <a:solidFill>
                    <a:schemeClr val="tx1"/>
                  </a:solidFill>
                  <a:ea typeface="宋体" charset="-122"/>
                </a:rPr>
                <a:t>a[0][1]</a:t>
              </a:r>
              <a:endParaRPr kumimoji="1" lang="en-US" altLang="zh-CN" sz="1800">
                <a:solidFill>
                  <a:schemeClr val="tx1"/>
                </a:solidFill>
                <a:ea typeface="宋体" charset="-122"/>
              </a:endParaRPr>
            </a:p>
            <a:p>
              <a:pPr eaLnBrk="1" hangingPunct="1">
                <a:spcBef>
                  <a:spcPct val="10000"/>
                </a:spcBef>
              </a:pPr>
              <a:endParaRPr kumimoji="1" lang="en-US" altLang="zh-CN" sz="1800">
                <a:solidFill>
                  <a:schemeClr val="tx1"/>
                </a:solidFill>
                <a:ea typeface="宋体" charset="-122"/>
              </a:endParaRPr>
            </a:p>
            <a:p>
              <a:pPr eaLnBrk="1" hangingPunct="1">
                <a:spcBef>
                  <a:spcPct val="10000"/>
                </a:spcBef>
              </a:pPr>
              <a:r>
                <a:rPr kumimoji="1" lang="en-US" altLang="zh-CN" sz="1800">
                  <a:solidFill>
                    <a:schemeClr val="tx1"/>
                  </a:solidFill>
                  <a:ea typeface="宋体" charset="-122"/>
                </a:rPr>
                <a:t>a[0][2]</a:t>
              </a:r>
              <a:endParaRPr kumimoji="1" lang="en-US" altLang="zh-CN" sz="1800">
                <a:solidFill>
                  <a:schemeClr val="tx1"/>
                </a:solidFill>
                <a:ea typeface="宋体" charset="-122"/>
              </a:endParaRPr>
            </a:p>
            <a:p>
              <a:pPr eaLnBrk="1" hangingPunct="1">
                <a:spcBef>
                  <a:spcPct val="10000"/>
                </a:spcBef>
              </a:pPr>
              <a:endParaRPr kumimoji="1" lang="en-US" altLang="zh-CN" sz="1800">
                <a:solidFill>
                  <a:schemeClr val="tx1"/>
                </a:solidFill>
                <a:ea typeface="宋体" charset="-122"/>
              </a:endParaRPr>
            </a:p>
            <a:p>
              <a:pPr eaLnBrk="1" hangingPunct="1">
                <a:spcBef>
                  <a:spcPct val="10000"/>
                </a:spcBef>
              </a:pPr>
              <a:r>
                <a:rPr kumimoji="1" lang="en-US" altLang="zh-CN" sz="1800">
                  <a:solidFill>
                    <a:schemeClr val="tx1"/>
                  </a:solidFill>
                  <a:ea typeface="宋体" charset="-122"/>
                </a:rPr>
                <a:t>a[1][0]</a:t>
              </a:r>
              <a:endParaRPr kumimoji="1" lang="en-US" altLang="zh-CN" sz="1800">
                <a:solidFill>
                  <a:schemeClr val="tx1"/>
                </a:solidFill>
                <a:ea typeface="宋体" charset="-122"/>
              </a:endParaRPr>
            </a:p>
          </p:txBody>
        </p:sp>
        <p:sp>
          <p:nvSpPr>
            <p:cNvPr id="64762" name="Text Box 9"/>
            <p:cNvSpPr txBox="1"/>
            <p:nvPr/>
          </p:nvSpPr>
          <p:spPr bwMode="auto">
            <a:xfrm>
              <a:off x="5210" y="2127"/>
              <a:ext cx="550" cy="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10000"/>
                </a:spcBef>
              </a:pPr>
              <a:r>
                <a:rPr kumimoji="1" lang="en-US" altLang="zh-CN" sz="1800">
                  <a:solidFill>
                    <a:schemeClr val="tx1"/>
                  </a:solidFill>
                  <a:ea typeface="宋体" charset="-122"/>
                </a:rPr>
                <a:t>a[1][1]</a:t>
              </a:r>
              <a:endParaRPr kumimoji="1" lang="en-US" altLang="zh-CN" sz="1800">
                <a:solidFill>
                  <a:schemeClr val="tx1"/>
                </a:solidFill>
                <a:ea typeface="宋体" charset="-122"/>
              </a:endParaRPr>
            </a:p>
            <a:p>
              <a:pPr eaLnBrk="1" hangingPunct="1">
                <a:spcBef>
                  <a:spcPct val="10000"/>
                </a:spcBef>
              </a:pPr>
              <a:endParaRPr kumimoji="1" lang="en-US" altLang="zh-CN" sz="1800">
                <a:solidFill>
                  <a:schemeClr val="tx1"/>
                </a:solidFill>
                <a:ea typeface="宋体" charset="-122"/>
              </a:endParaRPr>
            </a:p>
            <a:p>
              <a:pPr eaLnBrk="1" hangingPunct="1">
                <a:spcBef>
                  <a:spcPct val="10000"/>
                </a:spcBef>
              </a:pPr>
              <a:r>
                <a:rPr kumimoji="1" lang="en-US" altLang="zh-CN" sz="1800">
                  <a:solidFill>
                    <a:schemeClr val="tx1"/>
                  </a:solidFill>
                  <a:ea typeface="宋体" charset="-122"/>
                </a:rPr>
                <a:t>a[1][2]</a:t>
              </a:r>
              <a:endParaRPr kumimoji="1" lang="en-US" altLang="zh-CN" sz="1800">
                <a:solidFill>
                  <a:schemeClr val="tx1"/>
                </a:solidFill>
                <a:ea typeface="宋体" charset="-122"/>
              </a:endParaRPr>
            </a:p>
            <a:p>
              <a:pPr eaLnBrk="1" hangingPunct="1">
                <a:spcBef>
                  <a:spcPct val="10000"/>
                </a:spcBef>
              </a:pPr>
              <a:endParaRPr kumimoji="1" lang="zh-CN" altLang="en-US" sz="1800">
                <a:solidFill>
                  <a:schemeClr val="tx1"/>
                </a:solidFill>
                <a:ea typeface="宋体" charset="-122"/>
              </a:endParaRPr>
            </a:p>
          </p:txBody>
        </p:sp>
        <p:grpSp>
          <p:nvGrpSpPr>
            <p:cNvPr id="64763" name="Group 10"/>
            <p:cNvGrpSpPr/>
            <p:nvPr/>
          </p:nvGrpSpPr>
          <p:grpSpPr bwMode="auto">
            <a:xfrm>
              <a:off x="4512" y="336"/>
              <a:ext cx="759" cy="2880"/>
              <a:chOff x="4512" y="336"/>
              <a:chExt cx="759" cy="2880"/>
            </a:xfrm>
          </p:grpSpPr>
          <p:grpSp>
            <p:nvGrpSpPr>
              <p:cNvPr id="64764" name="Group 11"/>
              <p:cNvGrpSpPr/>
              <p:nvPr/>
            </p:nvGrpSpPr>
            <p:grpSpPr bwMode="auto">
              <a:xfrm>
                <a:off x="4512" y="336"/>
                <a:ext cx="576" cy="1920"/>
                <a:chOff x="4752" y="576"/>
                <a:chExt cx="576" cy="1920"/>
              </a:xfrm>
            </p:grpSpPr>
            <p:sp>
              <p:nvSpPr>
                <p:cNvPr id="308236" name="Rectangle 12"/>
                <p:cNvSpPr/>
                <p:nvPr/>
              </p:nvSpPr>
              <p:spPr bwMode="auto">
                <a:xfrm>
                  <a:off x="4752" y="960"/>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37" name="Rectangle 13"/>
                <p:cNvSpPr/>
                <p:nvPr/>
              </p:nvSpPr>
              <p:spPr bwMode="auto">
                <a:xfrm>
                  <a:off x="4752" y="1152"/>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38" name="Rectangle 14"/>
                <p:cNvSpPr/>
                <p:nvPr/>
              </p:nvSpPr>
              <p:spPr bwMode="auto">
                <a:xfrm>
                  <a:off x="4752" y="1344"/>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39" name="Rectangle 15"/>
                <p:cNvSpPr/>
                <p:nvPr/>
              </p:nvSpPr>
              <p:spPr bwMode="auto">
                <a:xfrm>
                  <a:off x="4752" y="1536"/>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40" name="Rectangle 16"/>
                <p:cNvSpPr/>
                <p:nvPr/>
              </p:nvSpPr>
              <p:spPr bwMode="auto">
                <a:xfrm>
                  <a:off x="4752" y="1728"/>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41" name="Rectangle 17"/>
                <p:cNvSpPr/>
                <p:nvPr/>
              </p:nvSpPr>
              <p:spPr bwMode="auto">
                <a:xfrm>
                  <a:off x="4752" y="1920"/>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42" name="Rectangle 18"/>
                <p:cNvSpPr/>
                <p:nvPr/>
              </p:nvSpPr>
              <p:spPr bwMode="auto">
                <a:xfrm>
                  <a:off x="4752" y="2112"/>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43" name="Rectangle 19"/>
                <p:cNvSpPr/>
                <p:nvPr/>
              </p:nvSpPr>
              <p:spPr bwMode="auto">
                <a:xfrm>
                  <a:off x="4752" y="2304"/>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44" name="Rectangle 20"/>
                <p:cNvSpPr/>
                <p:nvPr/>
              </p:nvSpPr>
              <p:spPr bwMode="auto">
                <a:xfrm>
                  <a:off x="4752" y="768"/>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45" name="Rectangle 21"/>
                <p:cNvSpPr/>
                <p:nvPr/>
              </p:nvSpPr>
              <p:spPr bwMode="auto">
                <a:xfrm>
                  <a:off x="4752" y="576"/>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grpSp>
          <p:sp>
            <p:nvSpPr>
              <p:cNvPr id="308246" name="AutoShape 22"/>
              <p:cNvSpPr/>
              <p:nvPr/>
            </p:nvSpPr>
            <p:spPr bwMode="auto">
              <a:xfrm>
                <a:off x="5088" y="609"/>
                <a:ext cx="183" cy="288"/>
              </a:xfrm>
              <a:prstGeom prst="rightBrace">
                <a:avLst>
                  <a:gd name="adj1" fmla="val 13115"/>
                  <a:gd name="adj2" fmla="val 50000"/>
                </a:avLst>
              </a:prstGeom>
              <a:noFill/>
              <a:ln w="12700" cap="sq">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47" name="AutoShape 23"/>
              <p:cNvSpPr/>
              <p:nvPr/>
            </p:nvSpPr>
            <p:spPr bwMode="auto">
              <a:xfrm>
                <a:off x="5088" y="993"/>
                <a:ext cx="183" cy="288"/>
              </a:xfrm>
              <a:prstGeom prst="rightBrace">
                <a:avLst>
                  <a:gd name="adj1" fmla="val 13115"/>
                  <a:gd name="adj2" fmla="val 50000"/>
                </a:avLst>
              </a:prstGeom>
              <a:noFill/>
              <a:ln w="12700" cap="sq">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48" name="AutoShape 24"/>
              <p:cNvSpPr/>
              <p:nvPr/>
            </p:nvSpPr>
            <p:spPr bwMode="auto">
              <a:xfrm>
                <a:off x="5088" y="1377"/>
                <a:ext cx="183" cy="288"/>
              </a:xfrm>
              <a:prstGeom prst="rightBrace">
                <a:avLst>
                  <a:gd name="adj1" fmla="val 13115"/>
                  <a:gd name="adj2" fmla="val 50000"/>
                </a:avLst>
              </a:prstGeom>
              <a:noFill/>
              <a:ln w="12700" cap="sq">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49" name="AutoShape 25"/>
              <p:cNvSpPr/>
              <p:nvPr/>
            </p:nvSpPr>
            <p:spPr bwMode="auto">
              <a:xfrm>
                <a:off x="5088" y="1750"/>
                <a:ext cx="183" cy="288"/>
              </a:xfrm>
              <a:prstGeom prst="rightBrace">
                <a:avLst>
                  <a:gd name="adj1" fmla="val 13115"/>
                  <a:gd name="adj2" fmla="val 50000"/>
                </a:avLst>
              </a:prstGeom>
              <a:noFill/>
              <a:ln w="12700" cap="sq">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50" name="Rectangle 26"/>
              <p:cNvSpPr/>
              <p:nvPr/>
            </p:nvSpPr>
            <p:spPr bwMode="auto">
              <a:xfrm>
                <a:off x="4512" y="2640"/>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51" name="Rectangle 27"/>
              <p:cNvSpPr/>
              <p:nvPr/>
            </p:nvSpPr>
            <p:spPr bwMode="auto">
              <a:xfrm>
                <a:off x="4512" y="2832"/>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52" name="Rectangle 28"/>
              <p:cNvSpPr/>
              <p:nvPr/>
            </p:nvSpPr>
            <p:spPr bwMode="auto">
              <a:xfrm>
                <a:off x="4512" y="3024"/>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53" name="Rectangle 29"/>
              <p:cNvSpPr/>
              <p:nvPr/>
            </p:nvSpPr>
            <p:spPr bwMode="auto">
              <a:xfrm>
                <a:off x="4512" y="2448"/>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54" name="Rectangle 30"/>
              <p:cNvSpPr/>
              <p:nvPr/>
            </p:nvSpPr>
            <p:spPr bwMode="auto">
              <a:xfrm>
                <a:off x="4512" y="2256"/>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55" name="AutoShape 31"/>
              <p:cNvSpPr/>
              <p:nvPr/>
            </p:nvSpPr>
            <p:spPr bwMode="auto">
              <a:xfrm>
                <a:off x="5088" y="2119"/>
                <a:ext cx="183" cy="288"/>
              </a:xfrm>
              <a:prstGeom prst="rightBrace">
                <a:avLst>
                  <a:gd name="adj1" fmla="val 13115"/>
                  <a:gd name="adj2" fmla="val 50000"/>
                </a:avLst>
              </a:prstGeom>
              <a:noFill/>
              <a:ln w="12700" cap="sq">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56" name="AutoShape 32"/>
              <p:cNvSpPr/>
              <p:nvPr/>
            </p:nvSpPr>
            <p:spPr bwMode="auto">
              <a:xfrm>
                <a:off x="5088" y="2503"/>
                <a:ext cx="183" cy="288"/>
              </a:xfrm>
              <a:prstGeom prst="rightBrace">
                <a:avLst>
                  <a:gd name="adj1" fmla="val 13115"/>
                  <a:gd name="adj2" fmla="val 50000"/>
                </a:avLst>
              </a:prstGeom>
              <a:noFill/>
              <a:ln w="12700" cap="sq">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grpSp>
      </p:grpSp>
      <p:sp>
        <p:nvSpPr>
          <p:cNvPr id="308257" name="Line 33"/>
          <p:cNvSpPr/>
          <p:nvPr/>
        </p:nvSpPr>
        <p:spPr bwMode="auto">
          <a:xfrm>
            <a:off x="7137400" y="4233863"/>
            <a:ext cx="93503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58" name="Line 34"/>
          <p:cNvSpPr/>
          <p:nvPr/>
        </p:nvSpPr>
        <p:spPr bwMode="auto">
          <a:xfrm>
            <a:off x="7127875" y="6064250"/>
            <a:ext cx="93503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59" name="Line 35"/>
          <p:cNvSpPr/>
          <p:nvPr/>
        </p:nvSpPr>
        <p:spPr bwMode="auto">
          <a:xfrm>
            <a:off x="7127875" y="2405063"/>
            <a:ext cx="93503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60" name="Line 36"/>
          <p:cNvSpPr/>
          <p:nvPr/>
        </p:nvSpPr>
        <p:spPr bwMode="auto">
          <a:xfrm>
            <a:off x="6635750" y="2603500"/>
            <a:ext cx="457200" cy="0"/>
          </a:xfrm>
          <a:prstGeom prst="line">
            <a:avLst/>
          </a:prstGeom>
          <a:noFill/>
          <a:ln w="38100" cap="sq">
            <a:solidFill>
              <a:srgbClr val="FF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pic>
        <p:nvPicPr>
          <p:cNvPr id="64524" name="ImgPreview" descr="文件名: BL00561_.wmf&#10;关键字: 外部, 家, 建筑物 ...&#10;文件大小: 7 KB"/>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01000" y="663575"/>
            <a:ext cx="1366838" cy="1366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grpSp>
        <p:nvGrpSpPr>
          <p:cNvPr id="64525" name="Group 38"/>
          <p:cNvGrpSpPr/>
          <p:nvPr/>
        </p:nvGrpSpPr>
        <p:grpSpPr bwMode="auto">
          <a:xfrm>
            <a:off x="7135813" y="2103438"/>
            <a:ext cx="1981200" cy="4572000"/>
            <a:chOff x="4512" y="336"/>
            <a:chExt cx="1248" cy="2880"/>
          </a:xfrm>
        </p:grpSpPr>
        <p:sp>
          <p:nvSpPr>
            <p:cNvPr id="64736" name="Text Box 39"/>
            <p:cNvSpPr txBox="1"/>
            <p:nvPr/>
          </p:nvSpPr>
          <p:spPr bwMode="auto">
            <a:xfrm>
              <a:off x="5210" y="645"/>
              <a:ext cx="550" cy="1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10000"/>
                </a:spcBef>
              </a:pPr>
              <a:r>
                <a:rPr kumimoji="1" lang="en-US" altLang="zh-CN" sz="1800">
                  <a:solidFill>
                    <a:schemeClr val="tx1"/>
                  </a:solidFill>
                  <a:ea typeface="宋体" charset="-122"/>
                </a:rPr>
                <a:t>a[0][0]</a:t>
              </a:r>
              <a:endParaRPr kumimoji="1" lang="en-US" altLang="zh-CN" sz="1800">
                <a:solidFill>
                  <a:schemeClr val="tx1"/>
                </a:solidFill>
                <a:ea typeface="宋体" charset="-122"/>
              </a:endParaRPr>
            </a:p>
            <a:p>
              <a:pPr eaLnBrk="1" hangingPunct="1">
                <a:spcBef>
                  <a:spcPct val="10000"/>
                </a:spcBef>
              </a:pPr>
              <a:endParaRPr kumimoji="1" lang="en-US" altLang="zh-CN" sz="1800">
                <a:solidFill>
                  <a:schemeClr val="tx1"/>
                </a:solidFill>
                <a:ea typeface="宋体" charset="-122"/>
              </a:endParaRPr>
            </a:p>
            <a:p>
              <a:pPr eaLnBrk="1" hangingPunct="1">
                <a:spcBef>
                  <a:spcPct val="10000"/>
                </a:spcBef>
              </a:pPr>
              <a:r>
                <a:rPr kumimoji="1" lang="en-US" altLang="zh-CN" sz="1800">
                  <a:solidFill>
                    <a:schemeClr val="tx1"/>
                  </a:solidFill>
                  <a:ea typeface="宋体" charset="-122"/>
                </a:rPr>
                <a:t>a[0][1]</a:t>
              </a:r>
              <a:endParaRPr kumimoji="1" lang="en-US" altLang="zh-CN" sz="1800">
                <a:solidFill>
                  <a:schemeClr val="tx1"/>
                </a:solidFill>
                <a:ea typeface="宋体" charset="-122"/>
              </a:endParaRPr>
            </a:p>
            <a:p>
              <a:pPr eaLnBrk="1" hangingPunct="1">
                <a:spcBef>
                  <a:spcPct val="10000"/>
                </a:spcBef>
              </a:pPr>
              <a:endParaRPr kumimoji="1" lang="en-US" altLang="zh-CN" sz="1800">
                <a:solidFill>
                  <a:schemeClr val="tx1"/>
                </a:solidFill>
                <a:ea typeface="宋体" charset="-122"/>
              </a:endParaRPr>
            </a:p>
            <a:p>
              <a:pPr eaLnBrk="1" hangingPunct="1">
                <a:spcBef>
                  <a:spcPct val="10000"/>
                </a:spcBef>
              </a:pPr>
              <a:r>
                <a:rPr kumimoji="1" lang="en-US" altLang="zh-CN" sz="1800">
                  <a:solidFill>
                    <a:schemeClr val="tx1"/>
                  </a:solidFill>
                  <a:ea typeface="宋体" charset="-122"/>
                </a:rPr>
                <a:t>a[0][2]</a:t>
              </a:r>
              <a:endParaRPr kumimoji="1" lang="en-US" altLang="zh-CN" sz="1800">
                <a:solidFill>
                  <a:schemeClr val="tx1"/>
                </a:solidFill>
                <a:ea typeface="宋体" charset="-122"/>
              </a:endParaRPr>
            </a:p>
            <a:p>
              <a:pPr eaLnBrk="1" hangingPunct="1">
                <a:spcBef>
                  <a:spcPct val="10000"/>
                </a:spcBef>
              </a:pPr>
              <a:endParaRPr kumimoji="1" lang="en-US" altLang="zh-CN" sz="1800">
                <a:solidFill>
                  <a:schemeClr val="tx1"/>
                </a:solidFill>
                <a:ea typeface="宋体" charset="-122"/>
              </a:endParaRPr>
            </a:p>
            <a:p>
              <a:pPr eaLnBrk="1" hangingPunct="1">
                <a:spcBef>
                  <a:spcPct val="10000"/>
                </a:spcBef>
              </a:pPr>
              <a:r>
                <a:rPr kumimoji="1" lang="en-US" altLang="zh-CN" sz="1800">
                  <a:solidFill>
                    <a:schemeClr val="tx1"/>
                  </a:solidFill>
                  <a:ea typeface="宋体" charset="-122"/>
                </a:rPr>
                <a:t>a[1][0]</a:t>
              </a:r>
              <a:endParaRPr kumimoji="1" lang="en-US" altLang="zh-CN" sz="1800">
                <a:solidFill>
                  <a:schemeClr val="tx1"/>
                </a:solidFill>
                <a:ea typeface="宋体" charset="-122"/>
              </a:endParaRPr>
            </a:p>
          </p:txBody>
        </p:sp>
        <p:sp>
          <p:nvSpPr>
            <p:cNvPr id="64737" name="Text Box 40"/>
            <p:cNvSpPr txBox="1"/>
            <p:nvPr/>
          </p:nvSpPr>
          <p:spPr bwMode="auto">
            <a:xfrm>
              <a:off x="5210" y="2127"/>
              <a:ext cx="550" cy="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10000"/>
                </a:spcBef>
              </a:pPr>
              <a:r>
                <a:rPr kumimoji="1" lang="en-US" altLang="zh-CN" sz="1800">
                  <a:solidFill>
                    <a:schemeClr val="tx1"/>
                  </a:solidFill>
                  <a:ea typeface="宋体" charset="-122"/>
                </a:rPr>
                <a:t>a[1][1]</a:t>
              </a:r>
              <a:endParaRPr kumimoji="1" lang="en-US" altLang="zh-CN" sz="1800">
                <a:solidFill>
                  <a:schemeClr val="tx1"/>
                </a:solidFill>
                <a:ea typeface="宋体" charset="-122"/>
              </a:endParaRPr>
            </a:p>
            <a:p>
              <a:pPr eaLnBrk="1" hangingPunct="1">
                <a:spcBef>
                  <a:spcPct val="10000"/>
                </a:spcBef>
              </a:pPr>
              <a:endParaRPr kumimoji="1" lang="en-US" altLang="zh-CN" sz="1800">
                <a:solidFill>
                  <a:schemeClr val="tx1"/>
                </a:solidFill>
                <a:ea typeface="宋体" charset="-122"/>
              </a:endParaRPr>
            </a:p>
            <a:p>
              <a:pPr eaLnBrk="1" hangingPunct="1">
                <a:spcBef>
                  <a:spcPct val="10000"/>
                </a:spcBef>
              </a:pPr>
              <a:r>
                <a:rPr kumimoji="1" lang="en-US" altLang="zh-CN" sz="1800">
                  <a:solidFill>
                    <a:schemeClr val="tx1"/>
                  </a:solidFill>
                  <a:ea typeface="宋体" charset="-122"/>
                </a:rPr>
                <a:t>a[1][2]</a:t>
              </a:r>
              <a:endParaRPr kumimoji="1" lang="en-US" altLang="zh-CN" sz="1800">
                <a:solidFill>
                  <a:schemeClr val="tx1"/>
                </a:solidFill>
                <a:ea typeface="宋体" charset="-122"/>
              </a:endParaRPr>
            </a:p>
            <a:p>
              <a:pPr eaLnBrk="1" hangingPunct="1">
                <a:spcBef>
                  <a:spcPct val="10000"/>
                </a:spcBef>
              </a:pPr>
              <a:endParaRPr kumimoji="1" lang="zh-CN" altLang="en-US" sz="1800">
                <a:solidFill>
                  <a:schemeClr val="tx1"/>
                </a:solidFill>
                <a:ea typeface="宋体" charset="-122"/>
              </a:endParaRPr>
            </a:p>
          </p:txBody>
        </p:sp>
        <p:grpSp>
          <p:nvGrpSpPr>
            <p:cNvPr id="64738" name="Group 41"/>
            <p:cNvGrpSpPr/>
            <p:nvPr/>
          </p:nvGrpSpPr>
          <p:grpSpPr bwMode="auto">
            <a:xfrm>
              <a:off x="4512" y="336"/>
              <a:ext cx="759" cy="2880"/>
              <a:chOff x="4512" y="336"/>
              <a:chExt cx="759" cy="2880"/>
            </a:xfrm>
          </p:grpSpPr>
          <p:grpSp>
            <p:nvGrpSpPr>
              <p:cNvPr id="64739" name="Group 42"/>
              <p:cNvGrpSpPr/>
              <p:nvPr/>
            </p:nvGrpSpPr>
            <p:grpSpPr bwMode="auto">
              <a:xfrm>
                <a:off x="4512" y="336"/>
                <a:ext cx="576" cy="1920"/>
                <a:chOff x="4752" y="576"/>
                <a:chExt cx="576" cy="1920"/>
              </a:xfrm>
            </p:grpSpPr>
            <p:sp>
              <p:nvSpPr>
                <p:cNvPr id="308267" name="Rectangle 43"/>
                <p:cNvSpPr/>
                <p:nvPr/>
              </p:nvSpPr>
              <p:spPr bwMode="auto">
                <a:xfrm>
                  <a:off x="4752" y="960"/>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68" name="Rectangle 44"/>
                <p:cNvSpPr/>
                <p:nvPr/>
              </p:nvSpPr>
              <p:spPr bwMode="auto">
                <a:xfrm>
                  <a:off x="4752" y="1152"/>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69" name="Rectangle 45"/>
                <p:cNvSpPr/>
                <p:nvPr/>
              </p:nvSpPr>
              <p:spPr bwMode="auto">
                <a:xfrm>
                  <a:off x="4752" y="1344"/>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70" name="Rectangle 46"/>
                <p:cNvSpPr/>
                <p:nvPr/>
              </p:nvSpPr>
              <p:spPr bwMode="auto">
                <a:xfrm>
                  <a:off x="4752" y="1536"/>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71" name="Rectangle 47"/>
                <p:cNvSpPr/>
                <p:nvPr/>
              </p:nvSpPr>
              <p:spPr bwMode="auto">
                <a:xfrm>
                  <a:off x="4752" y="1728"/>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72" name="Rectangle 48"/>
                <p:cNvSpPr/>
                <p:nvPr/>
              </p:nvSpPr>
              <p:spPr bwMode="auto">
                <a:xfrm>
                  <a:off x="4752" y="1920"/>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73" name="Rectangle 49"/>
                <p:cNvSpPr/>
                <p:nvPr/>
              </p:nvSpPr>
              <p:spPr bwMode="auto">
                <a:xfrm>
                  <a:off x="4752" y="2112"/>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74" name="Rectangle 50"/>
                <p:cNvSpPr/>
                <p:nvPr/>
              </p:nvSpPr>
              <p:spPr bwMode="auto">
                <a:xfrm>
                  <a:off x="4752" y="2304"/>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75" name="Rectangle 51"/>
                <p:cNvSpPr/>
                <p:nvPr/>
              </p:nvSpPr>
              <p:spPr bwMode="auto">
                <a:xfrm>
                  <a:off x="4752" y="768"/>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76" name="Rectangle 52"/>
                <p:cNvSpPr/>
                <p:nvPr/>
              </p:nvSpPr>
              <p:spPr bwMode="auto">
                <a:xfrm>
                  <a:off x="4752" y="576"/>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grpSp>
          <p:sp>
            <p:nvSpPr>
              <p:cNvPr id="308277" name="AutoShape 53"/>
              <p:cNvSpPr/>
              <p:nvPr/>
            </p:nvSpPr>
            <p:spPr bwMode="auto">
              <a:xfrm>
                <a:off x="5088" y="609"/>
                <a:ext cx="183" cy="288"/>
              </a:xfrm>
              <a:prstGeom prst="rightBrace">
                <a:avLst>
                  <a:gd name="adj1" fmla="val 13115"/>
                  <a:gd name="adj2" fmla="val 50000"/>
                </a:avLst>
              </a:prstGeom>
              <a:noFill/>
              <a:ln w="12700" cap="sq">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78" name="AutoShape 54"/>
              <p:cNvSpPr/>
              <p:nvPr/>
            </p:nvSpPr>
            <p:spPr bwMode="auto">
              <a:xfrm>
                <a:off x="5088" y="993"/>
                <a:ext cx="183" cy="288"/>
              </a:xfrm>
              <a:prstGeom prst="rightBrace">
                <a:avLst>
                  <a:gd name="adj1" fmla="val 13115"/>
                  <a:gd name="adj2" fmla="val 50000"/>
                </a:avLst>
              </a:prstGeom>
              <a:noFill/>
              <a:ln w="12700" cap="sq">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79" name="AutoShape 55"/>
              <p:cNvSpPr/>
              <p:nvPr/>
            </p:nvSpPr>
            <p:spPr bwMode="auto">
              <a:xfrm>
                <a:off x="5088" y="1377"/>
                <a:ext cx="183" cy="288"/>
              </a:xfrm>
              <a:prstGeom prst="rightBrace">
                <a:avLst>
                  <a:gd name="adj1" fmla="val 13115"/>
                  <a:gd name="adj2" fmla="val 50000"/>
                </a:avLst>
              </a:prstGeom>
              <a:noFill/>
              <a:ln w="12700" cap="sq">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80" name="AutoShape 56"/>
              <p:cNvSpPr/>
              <p:nvPr/>
            </p:nvSpPr>
            <p:spPr bwMode="auto">
              <a:xfrm>
                <a:off x="5088" y="1750"/>
                <a:ext cx="183" cy="288"/>
              </a:xfrm>
              <a:prstGeom prst="rightBrace">
                <a:avLst>
                  <a:gd name="adj1" fmla="val 13115"/>
                  <a:gd name="adj2" fmla="val 50000"/>
                </a:avLst>
              </a:prstGeom>
              <a:noFill/>
              <a:ln w="12700" cap="sq">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81" name="Rectangle 57"/>
              <p:cNvSpPr/>
              <p:nvPr/>
            </p:nvSpPr>
            <p:spPr bwMode="auto">
              <a:xfrm>
                <a:off x="4512" y="2640"/>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82" name="Rectangle 58"/>
              <p:cNvSpPr/>
              <p:nvPr/>
            </p:nvSpPr>
            <p:spPr bwMode="auto">
              <a:xfrm>
                <a:off x="4512" y="2832"/>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83" name="Rectangle 59"/>
              <p:cNvSpPr/>
              <p:nvPr/>
            </p:nvSpPr>
            <p:spPr bwMode="auto">
              <a:xfrm>
                <a:off x="4512" y="3024"/>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84" name="Rectangle 60"/>
              <p:cNvSpPr/>
              <p:nvPr/>
            </p:nvSpPr>
            <p:spPr bwMode="auto">
              <a:xfrm>
                <a:off x="4512" y="2448"/>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85" name="Rectangle 61"/>
              <p:cNvSpPr/>
              <p:nvPr/>
            </p:nvSpPr>
            <p:spPr bwMode="auto">
              <a:xfrm>
                <a:off x="4512" y="2256"/>
                <a:ext cx="576"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86" name="AutoShape 62"/>
              <p:cNvSpPr/>
              <p:nvPr/>
            </p:nvSpPr>
            <p:spPr bwMode="auto">
              <a:xfrm>
                <a:off x="5088" y="2119"/>
                <a:ext cx="183" cy="288"/>
              </a:xfrm>
              <a:prstGeom prst="rightBrace">
                <a:avLst>
                  <a:gd name="adj1" fmla="val 13115"/>
                  <a:gd name="adj2" fmla="val 50000"/>
                </a:avLst>
              </a:prstGeom>
              <a:noFill/>
              <a:ln w="12700" cap="sq">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87" name="AutoShape 63"/>
              <p:cNvSpPr/>
              <p:nvPr/>
            </p:nvSpPr>
            <p:spPr bwMode="auto">
              <a:xfrm>
                <a:off x="5088" y="2503"/>
                <a:ext cx="183" cy="288"/>
              </a:xfrm>
              <a:prstGeom prst="rightBrace">
                <a:avLst>
                  <a:gd name="adj1" fmla="val 13115"/>
                  <a:gd name="adj2" fmla="val 50000"/>
                </a:avLst>
              </a:prstGeom>
              <a:noFill/>
              <a:ln w="12700" cap="sq">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grpSp>
      </p:grpSp>
      <p:grpSp>
        <p:nvGrpSpPr>
          <p:cNvPr id="64526" name="Group 64"/>
          <p:cNvGrpSpPr/>
          <p:nvPr/>
        </p:nvGrpSpPr>
        <p:grpSpPr bwMode="auto">
          <a:xfrm>
            <a:off x="7316788" y="2446338"/>
            <a:ext cx="495300" cy="887412"/>
            <a:chOff x="4368" y="0"/>
            <a:chExt cx="1392" cy="1567"/>
          </a:xfrm>
        </p:grpSpPr>
        <p:grpSp>
          <p:nvGrpSpPr>
            <p:cNvPr id="64702" name="Group 65"/>
            <p:cNvGrpSpPr/>
            <p:nvPr/>
          </p:nvGrpSpPr>
          <p:grpSpPr bwMode="auto">
            <a:xfrm>
              <a:off x="4368" y="0"/>
              <a:ext cx="1392" cy="1056"/>
              <a:chOff x="4368" y="2016"/>
              <a:chExt cx="1072" cy="1344"/>
            </a:xfrm>
          </p:grpSpPr>
          <p:sp>
            <p:nvSpPr>
              <p:cNvPr id="308290" name="Freeform 66"/>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291" name="Freeform 67"/>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292" name="Rectangle 68"/>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93" name="Freeform 69"/>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294" name="Freeform 70"/>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295" name="Freeform 71"/>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296" name="Freeform 72"/>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297" name="Rectangle 73"/>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298" name="Freeform 74"/>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299" name="Freeform 75"/>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00" name="Freeform 76"/>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01" name="Freeform 77"/>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02" name="Freeform 78"/>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03" name="Freeform 79"/>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04" name="Freeform 80"/>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05" name="Freeform 81"/>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06" name="Freeform 82"/>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07" name="Freeform 83"/>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08" name="Freeform 84"/>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09" name="Freeform 85"/>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10" name="Freeform 86"/>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11" name="Freeform 87"/>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12" name="Freeform 88"/>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13" name="Freeform 89"/>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14" name="Freeform 90"/>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15" name="Freeform 91"/>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16" name="Freeform 92"/>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17" name="Freeform 93"/>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18" name="Freeform 94"/>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19" name="Freeform 95"/>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20" name="Freeform 96"/>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21" name="Freeform 97"/>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4703" name="Text Box 98"/>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64527" name="Group 99"/>
          <p:cNvGrpSpPr/>
          <p:nvPr/>
        </p:nvGrpSpPr>
        <p:grpSpPr bwMode="auto">
          <a:xfrm>
            <a:off x="7316788" y="3051175"/>
            <a:ext cx="495300" cy="887413"/>
            <a:chOff x="4368" y="0"/>
            <a:chExt cx="1392" cy="1567"/>
          </a:xfrm>
        </p:grpSpPr>
        <p:grpSp>
          <p:nvGrpSpPr>
            <p:cNvPr id="64668" name="Group 100"/>
            <p:cNvGrpSpPr/>
            <p:nvPr/>
          </p:nvGrpSpPr>
          <p:grpSpPr bwMode="auto">
            <a:xfrm>
              <a:off x="4368" y="0"/>
              <a:ext cx="1392" cy="1056"/>
              <a:chOff x="4368" y="2016"/>
              <a:chExt cx="1072" cy="1344"/>
            </a:xfrm>
          </p:grpSpPr>
          <p:sp>
            <p:nvSpPr>
              <p:cNvPr id="308325" name="Freeform 101"/>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26" name="Freeform 102"/>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27" name="Rectangle 103"/>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328" name="Freeform 104"/>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29" name="Freeform 105"/>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30" name="Freeform 106"/>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31" name="Freeform 107"/>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32" name="Rectangle 108"/>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333" name="Freeform 109"/>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34" name="Freeform 110"/>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35" name="Freeform 111"/>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36" name="Freeform 112"/>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37" name="Freeform 113"/>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38" name="Freeform 114"/>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39" name="Freeform 115"/>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40" name="Freeform 116"/>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41" name="Freeform 117"/>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42" name="Freeform 118"/>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43" name="Freeform 119"/>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44" name="Freeform 120"/>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45" name="Freeform 121"/>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46" name="Freeform 122"/>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47" name="Freeform 123"/>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48" name="Freeform 124"/>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49" name="Freeform 125"/>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50" name="Freeform 126"/>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51" name="Freeform 127"/>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52" name="Freeform 128"/>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53" name="Freeform 129"/>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54" name="Freeform 130"/>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55" name="Freeform 131"/>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56" name="Freeform 132"/>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4669" name="Text Box 133"/>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64528" name="Group 134"/>
          <p:cNvGrpSpPr/>
          <p:nvPr/>
        </p:nvGrpSpPr>
        <p:grpSpPr bwMode="auto">
          <a:xfrm>
            <a:off x="7316788" y="3641725"/>
            <a:ext cx="495300" cy="887413"/>
            <a:chOff x="4368" y="0"/>
            <a:chExt cx="1392" cy="1567"/>
          </a:xfrm>
        </p:grpSpPr>
        <p:grpSp>
          <p:nvGrpSpPr>
            <p:cNvPr id="64634" name="Group 135"/>
            <p:cNvGrpSpPr/>
            <p:nvPr/>
          </p:nvGrpSpPr>
          <p:grpSpPr bwMode="auto">
            <a:xfrm>
              <a:off x="4368" y="0"/>
              <a:ext cx="1392" cy="1056"/>
              <a:chOff x="4368" y="2016"/>
              <a:chExt cx="1072" cy="1344"/>
            </a:xfrm>
          </p:grpSpPr>
          <p:sp>
            <p:nvSpPr>
              <p:cNvPr id="308360" name="Freeform 136"/>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61" name="Freeform 137"/>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62" name="Rectangle 138"/>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363" name="Freeform 139"/>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64" name="Freeform 140"/>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65" name="Freeform 141"/>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66" name="Freeform 142"/>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67" name="Rectangle 143"/>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368" name="Freeform 144"/>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69" name="Freeform 145"/>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70" name="Freeform 146"/>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71" name="Freeform 147"/>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72" name="Freeform 148"/>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73" name="Freeform 149"/>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74" name="Freeform 150"/>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75" name="Freeform 151"/>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76" name="Freeform 152"/>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77" name="Freeform 153"/>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78" name="Freeform 154"/>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79" name="Freeform 155"/>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80" name="Freeform 156"/>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81" name="Freeform 157"/>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82" name="Freeform 158"/>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83" name="Freeform 159"/>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84" name="Freeform 160"/>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85" name="Freeform 161"/>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86" name="Freeform 162"/>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87" name="Freeform 163"/>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88" name="Freeform 164"/>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89" name="Freeform 165"/>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90" name="Freeform 166"/>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91" name="Freeform 167"/>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4635" name="Text Box 168"/>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64529" name="Group 169"/>
          <p:cNvGrpSpPr/>
          <p:nvPr/>
        </p:nvGrpSpPr>
        <p:grpSpPr bwMode="auto">
          <a:xfrm>
            <a:off x="7316788" y="4275138"/>
            <a:ext cx="495300" cy="887412"/>
            <a:chOff x="4368" y="0"/>
            <a:chExt cx="1392" cy="1567"/>
          </a:xfrm>
        </p:grpSpPr>
        <p:grpSp>
          <p:nvGrpSpPr>
            <p:cNvPr id="64600" name="Group 170"/>
            <p:cNvGrpSpPr/>
            <p:nvPr/>
          </p:nvGrpSpPr>
          <p:grpSpPr bwMode="auto">
            <a:xfrm>
              <a:off x="4368" y="0"/>
              <a:ext cx="1392" cy="1056"/>
              <a:chOff x="4368" y="2016"/>
              <a:chExt cx="1072" cy="1344"/>
            </a:xfrm>
          </p:grpSpPr>
          <p:sp>
            <p:nvSpPr>
              <p:cNvPr id="308395" name="Freeform 171"/>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96" name="Freeform 172"/>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97" name="Rectangle 173"/>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398" name="Freeform 174"/>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99" name="Freeform 175"/>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00" name="Freeform 176"/>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01" name="Freeform 177"/>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02" name="Rectangle 178"/>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403" name="Freeform 179"/>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04" name="Freeform 180"/>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05" name="Freeform 181"/>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06" name="Freeform 182"/>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07" name="Freeform 183"/>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08" name="Freeform 184"/>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09" name="Freeform 185"/>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10" name="Freeform 186"/>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11" name="Freeform 187"/>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12" name="Freeform 188"/>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13" name="Freeform 189"/>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14" name="Freeform 190"/>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15" name="Freeform 191"/>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16" name="Freeform 192"/>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17" name="Freeform 193"/>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18" name="Freeform 194"/>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19" name="Freeform 195"/>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20" name="Freeform 196"/>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21" name="Freeform 197"/>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22" name="Freeform 198"/>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23" name="Freeform 199"/>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24" name="Freeform 200"/>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25" name="Freeform 201"/>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26" name="Freeform 202"/>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4601" name="Text Box 203"/>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64530" name="Group 204"/>
          <p:cNvGrpSpPr/>
          <p:nvPr/>
        </p:nvGrpSpPr>
        <p:grpSpPr bwMode="auto">
          <a:xfrm>
            <a:off x="7316788" y="4865688"/>
            <a:ext cx="495300" cy="887412"/>
            <a:chOff x="4368" y="0"/>
            <a:chExt cx="1392" cy="1567"/>
          </a:xfrm>
        </p:grpSpPr>
        <p:grpSp>
          <p:nvGrpSpPr>
            <p:cNvPr id="64566" name="Group 205"/>
            <p:cNvGrpSpPr/>
            <p:nvPr/>
          </p:nvGrpSpPr>
          <p:grpSpPr bwMode="auto">
            <a:xfrm>
              <a:off x="4368" y="0"/>
              <a:ext cx="1392" cy="1056"/>
              <a:chOff x="4368" y="2016"/>
              <a:chExt cx="1072" cy="1344"/>
            </a:xfrm>
          </p:grpSpPr>
          <p:sp>
            <p:nvSpPr>
              <p:cNvPr id="308430" name="Freeform 206"/>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31" name="Freeform 207"/>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32" name="Rectangle 208"/>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433" name="Freeform 209"/>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34" name="Freeform 210"/>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35" name="Freeform 211"/>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36" name="Freeform 212"/>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37" name="Rectangle 213"/>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438" name="Freeform 214"/>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39" name="Freeform 215"/>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40" name="Freeform 216"/>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41" name="Freeform 217"/>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42" name="Freeform 218"/>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43" name="Freeform 219"/>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44" name="Freeform 220"/>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45" name="Freeform 221"/>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46" name="Freeform 222"/>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47" name="Freeform 223"/>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48" name="Freeform 224"/>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49" name="Freeform 225"/>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50" name="Freeform 226"/>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51" name="Freeform 227"/>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52" name="Freeform 228"/>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53" name="Freeform 229"/>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54" name="Freeform 230"/>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55" name="Freeform 231"/>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56" name="Freeform 232"/>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57" name="Freeform 233"/>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58" name="Freeform 234"/>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59" name="Freeform 235"/>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60" name="Freeform 236"/>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61" name="Freeform 237"/>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4567" name="Text Box 238"/>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grpSp>
        <p:nvGrpSpPr>
          <p:cNvPr id="64531" name="Group 239"/>
          <p:cNvGrpSpPr/>
          <p:nvPr/>
        </p:nvGrpSpPr>
        <p:grpSpPr bwMode="auto">
          <a:xfrm>
            <a:off x="7316788" y="5470525"/>
            <a:ext cx="495300" cy="887413"/>
            <a:chOff x="4368" y="0"/>
            <a:chExt cx="1392" cy="1567"/>
          </a:xfrm>
        </p:grpSpPr>
        <p:grpSp>
          <p:nvGrpSpPr>
            <p:cNvPr id="64532" name="Group 240"/>
            <p:cNvGrpSpPr/>
            <p:nvPr/>
          </p:nvGrpSpPr>
          <p:grpSpPr bwMode="auto">
            <a:xfrm>
              <a:off x="4368" y="0"/>
              <a:ext cx="1392" cy="1056"/>
              <a:chOff x="4368" y="2016"/>
              <a:chExt cx="1072" cy="1344"/>
            </a:xfrm>
          </p:grpSpPr>
          <p:sp>
            <p:nvSpPr>
              <p:cNvPr id="308465" name="Freeform 241"/>
              <p:cNvSpPr/>
              <p:nvPr/>
            </p:nvSpPr>
            <p:spPr bwMode="auto">
              <a:xfrm>
                <a:off x="4457" y="2460"/>
                <a:ext cx="897" cy="829"/>
              </a:xfrm>
              <a:custGeom>
                <a:avLst/>
                <a:gdLst>
                  <a:gd name="T0" fmla="*/ 445 w 897"/>
                  <a:gd name="T1" fmla="*/ 0 h 829"/>
                  <a:gd name="T2" fmla="*/ 897 w 897"/>
                  <a:gd name="T3" fmla="*/ 293 h 829"/>
                  <a:gd name="T4" fmla="*/ 897 w 897"/>
                  <a:gd name="T5" fmla="*/ 829 h 829"/>
                  <a:gd name="T6" fmla="*/ 601 w 897"/>
                  <a:gd name="T7" fmla="*/ 829 h 829"/>
                  <a:gd name="T8" fmla="*/ 296 w 897"/>
                  <a:gd name="T9" fmla="*/ 829 h 829"/>
                  <a:gd name="T10" fmla="*/ 0 w 897"/>
                  <a:gd name="T11" fmla="*/ 829 h 829"/>
                  <a:gd name="T12" fmla="*/ 0 w 897"/>
                  <a:gd name="T13" fmla="*/ 293 h 829"/>
                  <a:gd name="T14" fmla="*/ 445 w 897"/>
                  <a:gd name="T15" fmla="*/ 0 h 8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66" name="Freeform 242"/>
              <p:cNvSpPr/>
              <p:nvPr/>
            </p:nvSpPr>
            <p:spPr bwMode="auto">
              <a:xfrm>
                <a:off x="4368" y="2462"/>
                <a:ext cx="416" cy="288"/>
              </a:xfrm>
              <a:custGeom>
                <a:avLst/>
                <a:gdLst>
                  <a:gd name="T0" fmla="*/ 0 w 416"/>
                  <a:gd name="T1" fmla="*/ 288 h 288"/>
                  <a:gd name="T2" fmla="*/ 416 w 416"/>
                  <a:gd name="T3" fmla="*/ 32 h 288"/>
                  <a:gd name="T4" fmla="*/ 416 w 416"/>
                  <a:gd name="T5" fmla="*/ 27 h 288"/>
                  <a:gd name="T6" fmla="*/ 416 w 416"/>
                  <a:gd name="T7" fmla="*/ 19 h 288"/>
                  <a:gd name="T8" fmla="*/ 416 w 416"/>
                  <a:gd name="T9" fmla="*/ 9 h 288"/>
                  <a:gd name="T10" fmla="*/ 416 w 416"/>
                  <a:gd name="T11" fmla="*/ 0 h 288"/>
                  <a:gd name="T12" fmla="*/ 0 w 416"/>
                  <a:gd name="T13" fmla="*/ 254 h 288"/>
                  <a:gd name="T14" fmla="*/ 0 w 416"/>
                  <a:gd name="T15" fmla="*/ 288 h 2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67" name="Rectangle 243"/>
              <p:cNvSpPr/>
              <p:nvPr/>
            </p:nvSpPr>
            <p:spPr bwMode="auto">
              <a:xfrm>
                <a:off x="4457" y="3332"/>
                <a:ext cx="897" cy="29"/>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468" name="Freeform 244"/>
              <p:cNvSpPr/>
              <p:nvPr/>
            </p:nvSpPr>
            <p:spPr bwMode="auto">
              <a:xfrm>
                <a:off x="4786" y="2171"/>
                <a:ext cx="242" cy="327"/>
              </a:xfrm>
              <a:custGeom>
                <a:avLst/>
                <a:gdLst>
                  <a:gd name="T0" fmla="*/ 242 w 242"/>
                  <a:gd name="T1" fmla="*/ 327 h 327"/>
                  <a:gd name="T2" fmla="*/ 242 w 242"/>
                  <a:gd name="T3" fmla="*/ 0 h 327"/>
                  <a:gd name="T4" fmla="*/ 0 w 242"/>
                  <a:gd name="T5" fmla="*/ 0 h 327"/>
                  <a:gd name="T6" fmla="*/ 0 w 242"/>
                  <a:gd name="T7" fmla="*/ 321 h 327"/>
                  <a:gd name="T8" fmla="*/ 116 w 242"/>
                  <a:gd name="T9" fmla="*/ 240 h 327"/>
                  <a:gd name="T10" fmla="*/ 242 w 242"/>
                  <a:gd name="T11" fmla="*/ 327 h 3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69" name="Freeform 245"/>
              <p:cNvSpPr/>
              <p:nvPr/>
            </p:nvSpPr>
            <p:spPr bwMode="auto">
              <a:xfrm>
                <a:off x="4721" y="2016"/>
                <a:ext cx="361" cy="126"/>
              </a:xfrm>
              <a:custGeom>
                <a:avLst/>
                <a:gdLst>
                  <a:gd name="T0" fmla="*/ 181 w 361"/>
                  <a:gd name="T1" fmla="*/ 0 h 126"/>
                  <a:gd name="T2" fmla="*/ 0 w 361"/>
                  <a:gd name="T3" fmla="*/ 126 h 126"/>
                  <a:gd name="T4" fmla="*/ 361 w 361"/>
                  <a:gd name="T5" fmla="*/ 126 h 126"/>
                  <a:gd name="T6" fmla="*/ 181 w 361"/>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126">
                    <a:moveTo>
                      <a:pt x="181" y="0"/>
                    </a:moveTo>
                    <a:lnTo>
                      <a:pt x="0" y="126"/>
                    </a:lnTo>
                    <a:lnTo>
                      <a:pt x="361" y="126"/>
                    </a:lnTo>
                    <a:lnTo>
                      <a:pt x="18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70" name="Freeform 246"/>
              <p:cNvSpPr/>
              <p:nvPr/>
            </p:nvSpPr>
            <p:spPr bwMode="auto">
              <a:xfrm>
                <a:off x="5027" y="2467"/>
                <a:ext cx="413" cy="287"/>
              </a:xfrm>
              <a:custGeom>
                <a:avLst/>
                <a:gdLst>
                  <a:gd name="T0" fmla="*/ 413 w 413"/>
                  <a:gd name="T1" fmla="*/ 287 h 287"/>
                  <a:gd name="T2" fmla="*/ 0 w 413"/>
                  <a:gd name="T3" fmla="*/ 31 h 287"/>
                  <a:gd name="T4" fmla="*/ 0 w 413"/>
                  <a:gd name="T5" fmla="*/ 25 h 287"/>
                  <a:gd name="T6" fmla="*/ 0 w 413"/>
                  <a:gd name="T7" fmla="*/ 17 h 287"/>
                  <a:gd name="T8" fmla="*/ 0 w 413"/>
                  <a:gd name="T9" fmla="*/ 9 h 287"/>
                  <a:gd name="T10" fmla="*/ 0 w 413"/>
                  <a:gd name="T11" fmla="*/ 0 h 287"/>
                  <a:gd name="T12" fmla="*/ 413 w 413"/>
                  <a:gd name="T13" fmla="*/ 253 h 287"/>
                  <a:gd name="T14" fmla="*/ 413 w 413"/>
                  <a:gd name="T15" fmla="*/ 287 h 2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71" name="Freeform 247"/>
              <p:cNvSpPr/>
              <p:nvPr/>
            </p:nvSpPr>
            <p:spPr bwMode="auto">
              <a:xfrm>
                <a:off x="4840" y="2209"/>
                <a:ext cx="127" cy="164"/>
              </a:xfrm>
              <a:custGeom>
                <a:avLst/>
                <a:gdLst>
                  <a:gd name="T0" fmla="*/ 65 w 127"/>
                  <a:gd name="T1" fmla="*/ 0 h 164"/>
                  <a:gd name="T2" fmla="*/ 51 w 127"/>
                  <a:gd name="T3" fmla="*/ 1 h 164"/>
                  <a:gd name="T4" fmla="*/ 38 w 127"/>
                  <a:gd name="T5" fmla="*/ 6 h 164"/>
                  <a:gd name="T6" fmla="*/ 27 w 127"/>
                  <a:gd name="T7" fmla="*/ 13 h 164"/>
                  <a:gd name="T8" fmla="*/ 17 w 127"/>
                  <a:gd name="T9" fmla="*/ 20 h 164"/>
                  <a:gd name="T10" fmla="*/ 9 w 127"/>
                  <a:gd name="T11" fmla="*/ 32 h 164"/>
                  <a:gd name="T12" fmla="*/ 5 w 127"/>
                  <a:gd name="T13" fmla="*/ 44 h 164"/>
                  <a:gd name="T14" fmla="*/ 1 w 127"/>
                  <a:gd name="T15" fmla="*/ 58 h 164"/>
                  <a:gd name="T16" fmla="*/ 0 w 127"/>
                  <a:gd name="T17" fmla="*/ 74 h 164"/>
                  <a:gd name="T18" fmla="*/ 0 w 127"/>
                  <a:gd name="T19" fmla="*/ 103 h 164"/>
                  <a:gd name="T20" fmla="*/ 0 w 127"/>
                  <a:gd name="T21" fmla="*/ 126 h 164"/>
                  <a:gd name="T22" fmla="*/ 0 w 127"/>
                  <a:gd name="T23" fmla="*/ 145 h 164"/>
                  <a:gd name="T24" fmla="*/ 0 w 127"/>
                  <a:gd name="T25" fmla="*/ 164 h 164"/>
                  <a:gd name="T26" fmla="*/ 27 w 127"/>
                  <a:gd name="T27" fmla="*/ 164 h 164"/>
                  <a:gd name="T28" fmla="*/ 44 w 127"/>
                  <a:gd name="T29" fmla="*/ 164 h 164"/>
                  <a:gd name="T30" fmla="*/ 55 w 127"/>
                  <a:gd name="T31" fmla="*/ 164 h 164"/>
                  <a:gd name="T32" fmla="*/ 63 w 127"/>
                  <a:gd name="T33" fmla="*/ 164 h 164"/>
                  <a:gd name="T34" fmla="*/ 71 w 127"/>
                  <a:gd name="T35" fmla="*/ 164 h 164"/>
                  <a:gd name="T36" fmla="*/ 82 w 127"/>
                  <a:gd name="T37" fmla="*/ 164 h 164"/>
                  <a:gd name="T38" fmla="*/ 100 w 127"/>
                  <a:gd name="T39" fmla="*/ 164 h 164"/>
                  <a:gd name="T40" fmla="*/ 127 w 127"/>
                  <a:gd name="T41" fmla="*/ 164 h 164"/>
                  <a:gd name="T42" fmla="*/ 127 w 127"/>
                  <a:gd name="T43" fmla="*/ 139 h 164"/>
                  <a:gd name="T44" fmla="*/ 127 w 127"/>
                  <a:gd name="T45" fmla="*/ 114 h 164"/>
                  <a:gd name="T46" fmla="*/ 127 w 127"/>
                  <a:gd name="T47" fmla="*/ 90 h 164"/>
                  <a:gd name="T48" fmla="*/ 127 w 127"/>
                  <a:gd name="T49" fmla="*/ 71 h 164"/>
                  <a:gd name="T50" fmla="*/ 127 w 127"/>
                  <a:gd name="T51" fmla="*/ 62 h 164"/>
                  <a:gd name="T52" fmla="*/ 123 w 127"/>
                  <a:gd name="T53" fmla="*/ 51 h 164"/>
                  <a:gd name="T54" fmla="*/ 119 w 127"/>
                  <a:gd name="T55" fmla="*/ 38 h 164"/>
                  <a:gd name="T56" fmla="*/ 112 w 127"/>
                  <a:gd name="T57" fmla="*/ 27 h 164"/>
                  <a:gd name="T58" fmla="*/ 104 w 127"/>
                  <a:gd name="T59" fmla="*/ 16 h 164"/>
                  <a:gd name="T60" fmla="*/ 93 w 127"/>
                  <a:gd name="T61" fmla="*/ 8 h 164"/>
                  <a:gd name="T62" fmla="*/ 81 w 127"/>
                  <a:gd name="T63" fmla="*/ 1 h 164"/>
                  <a:gd name="T64" fmla="*/ 65 w 127"/>
                  <a:gd name="T65" fmla="*/ 0 h 1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72" name="Rectangle 248"/>
              <p:cNvSpPr/>
              <p:nvPr/>
            </p:nvSpPr>
            <p:spPr bwMode="auto">
              <a:xfrm>
                <a:off x="4804" y="2901"/>
                <a:ext cx="206" cy="38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a:effectLst>
                    <a:outerShdw blurRad="38100" dist="38100" dir="2700000" algn="tl">
                      <a:srgbClr val="000000">
                        <a:alpha val="43137"/>
                      </a:srgbClr>
                    </a:outerShdw>
                  </a:effectLst>
                  <a:latin typeface="Times New Roman" pitchFamily="18" charset="0"/>
                </a:endParaRPr>
              </a:p>
            </p:txBody>
          </p:sp>
          <p:sp>
            <p:nvSpPr>
              <p:cNvPr id="308473" name="Freeform 249"/>
              <p:cNvSpPr/>
              <p:nvPr/>
            </p:nvSpPr>
            <p:spPr bwMode="auto">
              <a:xfrm>
                <a:off x="4735"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74" name="Freeform 250"/>
              <p:cNvSpPr/>
              <p:nvPr/>
            </p:nvSpPr>
            <p:spPr bwMode="auto">
              <a:xfrm>
                <a:off x="4556"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75" name="Freeform 251"/>
              <p:cNvSpPr/>
              <p:nvPr/>
            </p:nvSpPr>
            <p:spPr bwMode="auto">
              <a:xfrm>
                <a:off x="4556"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76" name="Freeform 252"/>
              <p:cNvSpPr/>
              <p:nvPr/>
            </p:nvSpPr>
            <p:spPr bwMode="auto">
              <a:xfrm>
                <a:off x="4564"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77" name="Freeform 253"/>
              <p:cNvSpPr/>
              <p:nvPr/>
            </p:nvSpPr>
            <p:spPr bwMode="auto">
              <a:xfrm>
                <a:off x="4566" y="2914"/>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78" name="Freeform 254"/>
              <p:cNvSpPr/>
              <p:nvPr/>
            </p:nvSpPr>
            <p:spPr bwMode="auto">
              <a:xfrm>
                <a:off x="4566" y="3026"/>
                <a:ext cx="176" cy="16"/>
              </a:xfrm>
              <a:custGeom>
                <a:avLst/>
                <a:gdLst>
                  <a:gd name="T0" fmla="*/ 176 w 176"/>
                  <a:gd name="T1" fmla="*/ 8 h 16"/>
                  <a:gd name="T2" fmla="*/ 176 w 176"/>
                  <a:gd name="T3" fmla="*/ 0 h 16"/>
                  <a:gd name="T4" fmla="*/ 0 w 176"/>
                  <a:gd name="T5" fmla="*/ 0 h 16"/>
                  <a:gd name="T6" fmla="*/ 0 w 176"/>
                  <a:gd name="T7" fmla="*/ 16 h 16"/>
                  <a:gd name="T8" fmla="*/ 176 w 176"/>
                  <a:gd name="T9" fmla="*/ 16 h 16"/>
                  <a:gd name="T10" fmla="*/ 176 w 176"/>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 h="16">
                    <a:moveTo>
                      <a:pt x="176" y="8"/>
                    </a:moveTo>
                    <a:lnTo>
                      <a:pt x="176" y="0"/>
                    </a:lnTo>
                    <a:lnTo>
                      <a:pt x="0" y="0"/>
                    </a:lnTo>
                    <a:lnTo>
                      <a:pt x="0" y="16"/>
                    </a:lnTo>
                    <a:lnTo>
                      <a:pt x="176" y="16"/>
                    </a:lnTo>
                    <a:lnTo>
                      <a:pt x="17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79" name="Freeform 255"/>
              <p:cNvSpPr/>
              <p:nvPr/>
            </p:nvSpPr>
            <p:spPr bwMode="auto">
              <a:xfrm>
                <a:off x="4644" y="2835"/>
                <a:ext cx="15" cy="302"/>
              </a:xfrm>
              <a:custGeom>
                <a:avLst/>
                <a:gdLst>
                  <a:gd name="T0" fmla="*/ 7 w 15"/>
                  <a:gd name="T1" fmla="*/ 302 h 302"/>
                  <a:gd name="T2" fmla="*/ 15 w 15"/>
                  <a:gd name="T3" fmla="*/ 302 h 302"/>
                  <a:gd name="T4" fmla="*/ 15 w 15"/>
                  <a:gd name="T5" fmla="*/ 0 h 302"/>
                  <a:gd name="T6" fmla="*/ 0 w 15"/>
                  <a:gd name="T7" fmla="*/ 0 h 302"/>
                  <a:gd name="T8" fmla="*/ 0 w 15"/>
                  <a:gd name="T9" fmla="*/ 302 h 302"/>
                  <a:gd name="T10" fmla="*/ 7 w 15"/>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02">
                    <a:moveTo>
                      <a:pt x="7" y="302"/>
                    </a:moveTo>
                    <a:lnTo>
                      <a:pt x="15" y="302"/>
                    </a:lnTo>
                    <a:lnTo>
                      <a:pt x="15" y="0"/>
                    </a:lnTo>
                    <a:lnTo>
                      <a:pt x="0" y="0"/>
                    </a:lnTo>
                    <a:lnTo>
                      <a:pt x="0" y="302"/>
                    </a:lnTo>
                    <a:lnTo>
                      <a:pt x="7"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80" name="Freeform 256"/>
              <p:cNvSpPr/>
              <p:nvPr/>
            </p:nvSpPr>
            <p:spPr bwMode="auto">
              <a:xfrm>
                <a:off x="5239" y="2822"/>
                <a:ext cx="16" cy="320"/>
              </a:xfrm>
              <a:custGeom>
                <a:avLst/>
                <a:gdLst>
                  <a:gd name="T0" fmla="*/ 8 w 16"/>
                  <a:gd name="T1" fmla="*/ 16 h 320"/>
                  <a:gd name="T2" fmla="*/ 0 w 16"/>
                  <a:gd name="T3" fmla="*/ 8 h 320"/>
                  <a:gd name="T4" fmla="*/ 0 w 16"/>
                  <a:gd name="T5" fmla="*/ 320 h 320"/>
                  <a:gd name="T6" fmla="*/ 16 w 16"/>
                  <a:gd name="T7" fmla="*/ 320 h 320"/>
                  <a:gd name="T8" fmla="*/ 16 w 16"/>
                  <a:gd name="T9" fmla="*/ 8 h 320"/>
                  <a:gd name="T10" fmla="*/ 8 w 16"/>
                  <a:gd name="T11" fmla="*/ 0 h 320"/>
                  <a:gd name="T12" fmla="*/ 16 w 16"/>
                  <a:gd name="T13" fmla="*/ 8 h 320"/>
                  <a:gd name="T14" fmla="*/ 16 w 16"/>
                  <a:gd name="T15" fmla="*/ 0 h 320"/>
                  <a:gd name="T16" fmla="*/ 8 w 16"/>
                  <a:gd name="T17" fmla="*/ 0 h 320"/>
                  <a:gd name="T18" fmla="*/ 8 w 16"/>
                  <a:gd name="T19" fmla="*/ 16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81" name="Freeform 257"/>
              <p:cNvSpPr/>
              <p:nvPr/>
            </p:nvSpPr>
            <p:spPr bwMode="auto">
              <a:xfrm>
                <a:off x="5060" y="2822"/>
                <a:ext cx="187" cy="16"/>
              </a:xfrm>
              <a:custGeom>
                <a:avLst/>
                <a:gdLst>
                  <a:gd name="T0" fmla="*/ 16 w 187"/>
                  <a:gd name="T1" fmla="*/ 8 h 16"/>
                  <a:gd name="T2" fmla="*/ 8 w 187"/>
                  <a:gd name="T3" fmla="*/ 16 h 16"/>
                  <a:gd name="T4" fmla="*/ 187 w 187"/>
                  <a:gd name="T5" fmla="*/ 16 h 16"/>
                  <a:gd name="T6" fmla="*/ 187 w 187"/>
                  <a:gd name="T7" fmla="*/ 0 h 16"/>
                  <a:gd name="T8" fmla="*/ 8 w 187"/>
                  <a:gd name="T9" fmla="*/ 0 h 16"/>
                  <a:gd name="T10" fmla="*/ 0 w 187"/>
                  <a:gd name="T11" fmla="*/ 8 h 16"/>
                  <a:gd name="T12" fmla="*/ 8 w 187"/>
                  <a:gd name="T13" fmla="*/ 0 h 16"/>
                  <a:gd name="T14" fmla="*/ 0 w 187"/>
                  <a:gd name="T15" fmla="*/ 0 h 16"/>
                  <a:gd name="T16" fmla="*/ 0 w 187"/>
                  <a:gd name="T17" fmla="*/ 8 h 16"/>
                  <a:gd name="T18" fmla="*/ 16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82" name="Freeform 258"/>
              <p:cNvSpPr/>
              <p:nvPr/>
            </p:nvSpPr>
            <p:spPr bwMode="auto">
              <a:xfrm>
                <a:off x="5060" y="2830"/>
                <a:ext cx="16" cy="320"/>
              </a:xfrm>
              <a:custGeom>
                <a:avLst/>
                <a:gdLst>
                  <a:gd name="T0" fmla="*/ 8 w 16"/>
                  <a:gd name="T1" fmla="*/ 304 h 320"/>
                  <a:gd name="T2" fmla="*/ 16 w 16"/>
                  <a:gd name="T3" fmla="*/ 312 h 320"/>
                  <a:gd name="T4" fmla="*/ 16 w 16"/>
                  <a:gd name="T5" fmla="*/ 0 h 320"/>
                  <a:gd name="T6" fmla="*/ 0 w 16"/>
                  <a:gd name="T7" fmla="*/ 0 h 320"/>
                  <a:gd name="T8" fmla="*/ 0 w 16"/>
                  <a:gd name="T9" fmla="*/ 312 h 320"/>
                  <a:gd name="T10" fmla="*/ 8 w 16"/>
                  <a:gd name="T11" fmla="*/ 320 h 320"/>
                  <a:gd name="T12" fmla="*/ 0 w 16"/>
                  <a:gd name="T13" fmla="*/ 312 h 320"/>
                  <a:gd name="T14" fmla="*/ 0 w 16"/>
                  <a:gd name="T15" fmla="*/ 320 h 320"/>
                  <a:gd name="T16" fmla="*/ 8 w 16"/>
                  <a:gd name="T17" fmla="*/ 320 h 320"/>
                  <a:gd name="T18" fmla="*/ 8 w 16"/>
                  <a:gd name="T19" fmla="*/ 304 h 3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83" name="Freeform 259"/>
              <p:cNvSpPr/>
              <p:nvPr/>
            </p:nvSpPr>
            <p:spPr bwMode="auto">
              <a:xfrm>
                <a:off x="5068" y="3134"/>
                <a:ext cx="187" cy="16"/>
              </a:xfrm>
              <a:custGeom>
                <a:avLst/>
                <a:gdLst>
                  <a:gd name="T0" fmla="*/ 171 w 187"/>
                  <a:gd name="T1" fmla="*/ 8 h 16"/>
                  <a:gd name="T2" fmla="*/ 179 w 187"/>
                  <a:gd name="T3" fmla="*/ 0 h 16"/>
                  <a:gd name="T4" fmla="*/ 0 w 187"/>
                  <a:gd name="T5" fmla="*/ 0 h 16"/>
                  <a:gd name="T6" fmla="*/ 0 w 187"/>
                  <a:gd name="T7" fmla="*/ 16 h 16"/>
                  <a:gd name="T8" fmla="*/ 179 w 187"/>
                  <a:gd name="T9" fmla="*/ 16 h 16"/>
                  <a:gd name="T10" fmla="*/ 187 w 187"/>
                  <a:gd name="T11" fmla="*/ 8 h 16"/>
                  <a:gd name="T12" fmla="*/ 179 w 187"/>
                  <a:gd name="T13" fmla="*/ 16 h 16"/>
                  <a:gd name="T14" fmla="*/ 187 w 187"/>
                  <a:gd name="T15" fmla="*/ 16 h 16"/>
                  <a:gd name="T16" fmla="*/ 187 w 187"/>
                  <a:gd name="T17" fmla="*/ 8 h 16"/>
                  <a:gd name="T18" fmla="*/ 171 w 187"/>
                  <a:gd name="T19" fmla="*/ 8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84" name="Freeform 260"/>
              <p:cNvSpPr/>
              <p:nvPr/>
            </p:nvSpPr>
            <p:spPr bwMode="auto">
              <a:xfrm>
                <a:off x="5069" y="2914"/>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85" name="Freeform 261"/>
              <p:cNvSpPr/>
              <p:nvPr/>
            </p:nvSpPr>
            <p:spPr bwMode="auto">
              <a:xfrm>
                <a:off x="5069" y="3026"/>
                <a:ext cx="175" cy="16"/>
              </a:xfrm>
              <a:custGeom>
                <a:avLst/>
                <a:gdLst>
                  <a:gd name="T0" fmla="*/ 175 w 175"/>
                  <a:gd name="T1" fmla="*/ 8 h 16"/>
                  <a:gd name="T2" fmla="*/ 175 w 175"/>
                  <a:gd name="T3" fmla="*/ 0 h 16"/>
                  <a:gd name="T4" fmla="*/ 0 w 175"/>
                  <a:gd name="T5" fmla="*/ 0 h 16"/>
                  <a:gd name="T6" fmla="*/ 0 w 175"/>
                  <a:gd name="T7" fmla="*/ 16 h 16"/>
                  <a:gd name="T8" fmla="*/ 175 w 175"/>
                  <a:gd name="T9" fmla="*/ 16 h 16"/>
                  <a:gd name="T10" fmla="*/ 175 w 175"/>
                  <a:gd name="T11" fmla="*/ 8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 h="16">
                    <a:moveTo>
                      <a:pt x="175" y="8"/>
                    </a:moveTo>
                    <a:lnTo>
                      <a:pt x="175" y="0"/>
                    </a:lnTo>
                    <a:lnTo>
                      <a:pt x="0" y="0"/>
                    </a:lnTo>
                    <a:lnTo>
                      <a:pt x="0" y="16"/>
                    </a:lnTo>
                    <a:lnTo>
                      <a:pt x="175" y="16"/>
                    </a:lnTo>
                    <a:lnTo>
                      <a:pt x="175"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86" name="Freeform 262"/>
              <p:cNvSpPr/>
              <p:nvPr/>
            </p:nvSpPr>
            <p:spPr bwMode="auto">
              <a:xfrm>
                <a:off x="5147" y="2835"/>
                <a:ext cx="16" cy="302"/>
              </a:xfrm>
              <a:custGeom>
                <a:avLst/>
                <a:gdLst>
                  <a:gd name="T0" fmla="*/ 8 w 16"/>
                  <a:gd name="T1" fmla="*/ 302 h 302"/>
                  <a:gd name="T2" fmla="*/ 16 w 16"/>
                  <a:gd name="T3" fmla="*/ 302 h 302"/>
                  <a:gd name="T4" fmla="*/ 16 w 16"/>
                  <a:gd name="T5" fmla="*/ 0 h 302"/>
                  <a:gd name="T6" fmla="*/ 0 w 16"/>
                  <a:gd name="T7" fmla="*/ 0 h 302"/>
                  <a:gd name="T8" fmla="*/ 0 w 16"/>
                  <a:gd name="T9" fmla="*/ 302 h 302"/>
                  <a:gd name="T10" fmla="*/ 8 w 16"/>
                  <a:gd name="T11" fmla="*/ 302 h 3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02">
                    <a:moveTo>
                      <a:pt x="8" y="302"/>
                    </a:moveTo>
                    <a:lnTo>
                      <a:pt x="16" y="302"/>
                    </a:lnTo>
                    <a:lnTo>
                      <a:pt x="16" y="0"/>
                    </a:lnTo>
                    <a:lnTo>
                      <a:pt x="0" y="0"/>
                    </a:lnTo>
                    <a:lnTo>
                      <a:pt x="0" y="302"/>
                    </a:lnTo>
                    <a:lnTo>
                      <a:pt x="8" y="3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87" name="Freeform 263"/>
              <p:cNvSpPr/>
              <p:nvPr/>
            </p:nvSpPr>
            <p:spPr bwMode="auto">
              <a:xfrm>
                <a:off x="4849" y="2236"/>
                <a:ext cx="103" cy="112"/>
              </a:xfrm>
              <a:custGeom>
                <a:avLst/>
                <a:gdLst>
                  <a:gd name="T0" fmla="*/ 59 w 103"/>
                  <a:gd name="T1" fmla="*/ 112 h 112"/>
                  <a:gd name="T2" fmla="*/ 76 w 103"/>
                  <a:gd name="T3" fmla="*/ 112 h 112"/>
                  <a:gd name="T4" fmla="*/ 89 w 103"/>
                  <a:gd name="T5" fmla="*/ 109 h 112"/>
                  <a:gd name="T6" fmla="*/ 99 w 103"/>
                  <a:gd name="T7" fmla="*/ 107 h 112"/>
                  <a:gd name="T8" fmla="*/ 102 w 103"/>
                  <a:gd name="T9" fmla="*/ 104 h 112"/>
                  <a:gd name="T10" fmla="*/ 103 w 103"/>
                  <a:gd name="T11" fmla="*/ 103 h 112"/>
                  <a:gd name="T12" fmla="*/ 103 w 103"/>
                  <a:gd name="T13" fmla="*/ 98 h 112"/>
                  <a:gd name="T14" fmla="*/ 100 w 103"/>
                  <a:gd name="T15" fmla="*/ 88 h 112"/>
                  <a:gd name="T16" fmla="*/ 97 w 103"/>
                  <a:gd name="T17" fmla="*/ 79 h 112"/>
                  <a:gd name="T18" fmla="*/ 95 w 103"/>
                  <a:gd name="T19" fmla="*/ 73 h 112"/>
                  <a:gd name="T20" fmla="*/ 95 w 103"/>
                  <a:gd name="T21" fmla="*/ 68 h 112"/>
                  <a:gd name="T22" fmla="*/ 94 w 103"/>
                  <a:gd name="T23" fmla="*/ 66 h 112"/>
                  <a:gd name="T24" fmla="*/ 92 w 103"/>
                  <a:gd name="T25" fmla="*/ 60 h 112"/>
                  <a:gd name="T26" fmla="*/ 91 w 103"/>
                  <a:gd name="T27" fmla="*/ 50 h 112"/>
                  <a:gd name="T28" fmla="*/ 91 w 103"/>
                  <a:gd name="T29" fmla="*/ 42 h 112"/>
                  <a:gd name="T30" fmla="*/ 91 w 103"/>
                  <a:gd name="T31" fmla="*/ 41 h 112"/>
                  <a:gd name="T32" fmla="*/ 89 w 103"/>
                  <a:gd name="T33" fmla="*/ 33 h 112"/>
                  <a:gd name="T34" fmla="*/ 89 w 103"/>
                  <a:gd name="T35" fmla="*/ 22 h 112"/>
                  <a:gd name="T36" fmla="*/ 87 w 103"/>
                  <a:gd name="T37" fmla="*/ 9 h 112"/>
                  <a:gd name="T38" fmla="*/ 75 w 103"/>
                  <a:gd name="T39" fmla="*/ 1 h 112"/>
                  <a:gd name="T40" fmla="*/ 59 w 103"/>
                  <a:gd name="T41" fmla="*/ 0 h 112"/>
                  <a:gd name="T42" fmla="*/ 45 w 103"/>
                  <a:gd name="T43" fmla="*/ 3 h 112"/>
                  <a:gd name="T44" fmla="*/ 38 w 103"/>
                  <a:gd name="T45" fmla="*/ 14 h 112"/>
                  <a:gd name="T46" fmla="*/ 34 w 103"/>
                  <a:gd name="T47" fmla="*/ 25 h 112"/>
                  <a:gd name="T48" fmla="*/ 30 w 103"/>
                  <a:gd name="T49" fmla="*/ 31 h 112"/>
                  <a:gd name="T50" fmla="*/ 30 w 103"/>
                  <a:gd name="T51" fmla="*/ 33 h 112"/>
                  <a:gd name="T52" fmla="*/ 27 w 103"/>
                  <a:gd name="T53" fmla="*/ 39 h 112"/>
                  <a:gd name="T54" fmla="*/ 23 w 103"/>
                  <a:gd name="T55" fmla="*/ 49 h 112"/>
                  <a:gd name="T56" fmla="*/ 19 w 103"/>
                  <a:gd name="T57" fmla="*/ 54 h 112"/>
                  <a:gd name="T58" fmla="*/ 19 w 103"/>
                  <a:gd name="T59" fmla="*/ 55 h 112"/>
                  <a:gd name="T60" fmla="*/ 16 w 103"/>
                  <a:gd name="T61" fmla="*/ 58 h 112"/>
                  <a:gd name="T62" fmla="*/ 11 w 103"/>
                  <a:gd name="T63" fmla="*/ 63 h 112"/>
                  <a:gd name="T64" fmla="*/ 5 w 103"/>
                  <a:gd name="T65" fmla="*/ 73 h 112"/>
                  <a:gd name="T66" fmla="*/ 0 w 103"/>
                  <a:gd name="T67" fmla="*/ 82 h 112"/>
                  <a:gd name="T68" fmla="*/ 0 w 103"/>
                  <a:gd name="T69" fmla="*/ 87 h 112"/>
                  <a:gd name="T70" fmla="*/ 0 w 103"/>
                  <a:gd name="T71" fmla="*/ 88 h 112"/>
                  <a:gd name="T72" fmla="*/ 7 w 103"/>
                  <a:gd name="T73" fmla="*/ 93 h 112"/>
                  <a:gd name="T74" fmla="*/ 29 w 103"/>
                  <a:gd name="T75" fmla="*/ 106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4" y="66"/>
                    </a:lnTo>
                    <a:lnTo>
                      <a:pt x="92" y="60"/>
                    </a:lnTo>
                    <a:lnTo>
                      <a:pt x="92" y="55"/>
                    </a:lnTo>
                    <a:lnTo>
                      <a:pt x="91" y="50"/>
                    </a:lnTo>
                    <a:lnTo>
                      <a:pt x="91" y="44"/>
                    </a:lnTo>
                    <a:lnTo>
                      <a:pt x="91" y="42"/>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3"/>
                    </a:lnTo>
                    <a:lnTo>
                      <a:pt x="30" y="35"/>
                    </a:lnTo>
                    <a:lnTo>
                      <a:pt x="27" y="39"/>
                    </a:lnTo>
                    <a:lnTo>
                      <a:pt x="26" y="44"/>
                    </a:lnTo>
                    <a:lnTo>
                      <a:pt x="23" y="49"/>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8"/>
                    </a:lnTo>
                    <a:lnTo>
                      <a:pt x="2" y="88"/>
                    </a:lnTo>
                    <a:lnTo>
                      <a:pt x="7" y="93"/>
                    </a:lnTo>
                    <a:lnTo>
                      <a:pt x="15" y="99"/>
                    </a:lnTo>
                    <a:lnTo>
                      <a:pt x="29" y="106"/>
                    </a:lnTo>
                    <a:lnTo>
                      <a:pt x="48" y="110"/>
                    </a:lnTo>
                    <a:close/>
                  </a:path>
                </a:pathLst>
              </a:custGeom>
              <a:solidFill>
                <a:srgbClr val="00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88" name="Freeform 264"/>
              <p:cNvSpPr/>
              <p:nvPr/>
            </p:nvSpPr>
            <p:spPr bwMode="auto">
              <a:xfrm>
                <a:off x="4849" y="2315"/>
                <a:ext cx="103" cy="28"/>
              </a:xfrm>
              <a:custGeom>
                <a:avLst/>
                <a:gdLst>
                  <a:gd name="T0" fmla="*/ 40 w 103"/>
                  <a:gd name="T1" fmla="*/ 3 h 28"/>
                  <a:gd name="T2" fmla="*/ 49 w 103"/>
                  <a:gd name="T3" fmla="*/ 5 h 28"/>
                  <a:gd name="T4" fmla="*/ 59 w 103"/>
                  <a:gd name="T5" fmla="*/ 6 h 28"/>
                  <a:gd name="T6" fmla="*/ 67 w 103"/>
                  <a:gd name="T7" fmla="*/ 8 h 28"/>
                  <a:gd name="T8" fmla="*/ 75 w 103"/>
                  <a:gd name="T9" fmla="*/ 11 h 28"/>
                  <a:gd name="T10" fmla="*/ 83 w 103"/>
                  <a:gd name="T11" fmla="*/ 14 h 28"/>
                  <a:gd name="T12" fmla="*/ 89 w 103"/>
                  <a:gd name="T13" fmla="*/ 17 h 28"/>
                  <a:gd name="T14" fmla="*/ 95 w 103"/>
                  <a:gd name="T15" fmla="*/ 22 h 28"/>
                  <a:gd name="T16" fmla="*/ 100 w 103"/>
                  <a:gd name="T17" fmla="*/ 27 h 28"/>
                  <a:gd name="T18" fmla="*/ 102 w 103"/>
                  <a:gd name="T19" fmla="*/ 25 h 28"/>
                  <a:gd name="T20" fmla="*/ 102 w 103"/>
                  <a:gd name="T21" fmla="*/ 24 h 28"/>
                  <a:gd name="T22" fmla="*/ 103 w 103"/>
                  <a:gd name="T23" fmla="*/ 24 h 28"/>
                  <a:gd name="T24" fmla="*/ 103 w 103"/>
                  <a:gd name="T25" fmla="*/ 22 h 28"/>
                  <a:gd name="T26" fmla="*/ 94 w 103"/>
                  <a:gd name="T27" fmla="*/ 14 h 28"/>
                  <a:gd name="T28" fmla="*/ 81 w 103"/>
                  <a:gd name="T29" fmla="*/ 9 h 28"/>
                  <a:gd name="T30" fmla="*/ 68 w 103"/>
                  <a:gd name="T31" fmla="*/ 5 h 28"/>
                  <a:gd name="T32" fmla="*/ 53 w 103"/>
                  <a:gd name="T33" fmla="*/ 1 h 28"/>
                  <a:gd name="T34" fmla="*/ 38 w 103"/>
                  <a:gd name="T35" fmla="*/ 0 h 28"/>
                  <a:gd name="T36" fmla="*/ 24 w 103"/>
                  <a:gd name="T37" fmla="*/ 0 h 28"/>
                  <a:gd name="T38" fmla="*/ 11 w 103"/>
                  <a:gd name="T39" fmla="*/ 1 h 28"/>
                  <a:gd name="T40" fmla="*/ 0 w 103"/>
                  <a:gd name="T41" fmla="*/ 6 h 28"/>
                  <a:gd name="T42" fmla="*/ 0 w 103"/>
                  <a:gd name="T43" fmla="*/ 8 h 28"/>
                  <a:gd name="T44" fmla="*/ 0 w 103"/>
                  <a:gd name="T45" fmla="*/ 8 h 28"/>
                  <a:gd name="T46" fmla="*/ 0 w 103"/>
                  <a:gd name="T47" fmla="*/ 9 h 28"/>
                  <a:gd name="T48" fmla="*/ 2 w 103"/>
                  <a:gd name="T49" fmla="*/ 9 h 28"/>
                  <a:gd name="T50" fmla="*/ 10 w 103"/>
                  <a:gd name="T51" fmla="*/ 6 h 28"/>
                  <a:gd name="T52" fmla="*/ 18 w 103"/>
                  <a:gd name="T53" fmla="*/ 5 h 28"/>
                  <a:gd name="T54" fmla="*/ 27 w 103"/>
                  <a:gd name="T55" fmla="*/ 3 h 28"/>
                  <a:gd name="T56" fmla="*/ 37 w 103"/>
                  <a:gd name="T57" fmla="*/ 3 h 28"/>
                  <a:gd name="T58" fmla="*/ 35 w 103"/>
                  <a:gd name="T59" fmla="*/ 5 h 28"/>
                  <a:gd name="T60" fmla="*/ 35 w 103"/>
                  <a:gd name="T61" fmla="*/ 6 h 28"/>
                  <a:gd name="T62" fmla="*/ 35 w 103"/>
                  <a:gd name="T63" fmla="*/ 8 h 28"/>
                  <a:gd name="T64" fmla="*/ 34 w 103"/>
                  <a:gd name="T65" fmla="*/ 9 h 28"/>
                  <a:gd name="T66" fmla="*/ 30 w 103"/>
                  <a:gd name="T67" fmla="*/ 9 h 28"/>
                  <a:gd name="T68" fmla="*/ 27 w 103"/>
                  <a:gd name="T69" fmla="*/ 11 h 28"/>
                  <a:gd name="T70" fmla="*/ 26 w 103"/>
                  <a:gd name="T71" fmla="*/ 14 h 28"/>
                  <a:gd name="T72" fmla="*/ 24 w 103"/>
                  <a:gd name="T73" fmla="*/ 16 h 28"/>
                  <a:gd name="T74" fmla="*/ 24 w 103"/>
                  <a:gd name="T75" fmla="*/ 17 h 28"/>
                  <a:gd name="T76" fmla="*/ 24 w 103"/>
                  <a:gd name="T77" fmla="*/ 20 h 28"/>
                  <a:gd name="T78" fmla="*/ 24 w 103"/>
                  <a:gd name="T79" fmla="*/ 24 h 28"/>
                  <a:gd name="T80" fmla="*/ 26 w 103"/>
                  <a:gd name="T81" fmla="*/ 27 h 28"/>
                  <a:gd name="T82" fmla="*/ 27 w 103"/>
                  <a:gd name="T83" fmla="*/ 27 h 28"/>
                  <a:gd name="T84" fmla="*/ 27 w 103"/>
                  <a:gd name="T85" fmla="*/ 27 h 28"/>
                  <a:gd name="T86" fmla="*/ 27 w 103"/>
                  <a:gd name="T87" fmla="*/ 27 h 28"/>
                  <a:gd name="T88" fmla="*/ 29 w 103"/>
                  <a:gd name="T89" fmla="*/ 27 h 28"/>
                  <a:gd name="T90" fmla="*/ 29 w 103"/>
                  <a:gd name="T91" fmla="*/ 28 h 28"/>
                  <a:gd name="T92" fmla="*/ 30 w 103"/>
                  <a:gd name="T93" fmla="*/ 28 h 28"/>
                  <a:gd name="T94" fmla="*/ 30 w 103"/>
                  <a:gd name="T95" fmla="*/ 28 h 28"/>
                  <a:gd name="T96" fmla="*/ 32 w 103"/>
                  <a:gd name="T97" fmla="*/ 28 h 28"/>
                  <a:gd name="T98" fmla="*/ 35 w 103"/>
                  <a:gd name="T99" fmla="*/ 28 h 28"/>
                  <a:gd name="T100" fmla="*/ 38 w 103"/>
                  <a:gd name="T101" fmla="*/ 25 h 28"/>
                  <a:gd name="T102" fmla="*/ 40 w 103"/>
                  <a:gd name="T103" fmla="*/ 24 h 28"/>
                  <a:gd name="T104" fmla="*/ 40 w 103"/>
                  <a:gd name="T105" fmla="*/ 22 h 28"/>
                  <a:gd name="T106" fmla="*/ 42 w 103"/>
                  <a:gd name="T107" fmla="*/ 19 h 28"/>
                  <a:gd name="T108" fmla="*/ 42 w 103"/>
                  <a:gd name="T109" fmla="*/ 16 h 28"/>
                  <a:gd name="T110" fmla="*/ 40 w 103"/>
                  <a:gd name="T111" fmla="*/ 12 h 28"/>
                  <a:gd name="T112" fmla="*/ 37 w 103"/>
                  <a:gd name="T113" fmla="*/ 11 h 28"/>
                  <a:gd name="T114" fmla="*/ 38 w 103"/>
                  <a:gd name="T115" fmla="*/ 9 h 28"/>
                  <a:gd name="T116" fmla="*/ 38 w 103"/>
                  <a:gd name="T117" fmla="*/ 6 h 28"/>
                  <a:gd name="T118" fmla="*/ 38 w 103"/>
                  <a:gd name="T119" fmla="*/ 5 h 28"/>
                  <a:gd name="T120" fmla="*/ 40 w 103"/>
                  <a:gd name="T121" fmla="*/ 3 h 2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9" y="27"/>
                    </a:lnTo>
                    <a:lnTo>
                      <a:pt x="29"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89" name="Freeform 265"/>
              <p:cNvSpPr/>
              <p:nvPr/>
            </p:nvSpPr>
            <p:spPr bwMode="auto">
              <a:xfrm>
                <a:off x="4875" y="2342"/>
                <a:ext cx="6" cy="6"/>
              </a:xfrm>
              <a:custGeom>
                <a:avLst/>
                <a:gdLst>
                  <a:gd name="T0" fmla="*/ 0 w 6"/>
                  <a:gd name="T1" fmla="*/ 0 h 6"/>
                  <a:gd name="T2" fmla="*/ 1 w 6"/>
                  <a:gd name="T3" fmla="*/ 0 h 6"/>
                  <a:gd name="T4" fmla="*/ 1 w 6"/>
                  <a:gd name="T5" fmla="*/ 0 h 6"/>
                  <a:gd name="T6" fmla="*/ 1 w 6"/>
                  <a:gd name="T7" fmla="*/ 0 h 6"/>
                  <a:gd name="T8" fmla="*/ 3 w 6"/>
                  <a:gd name="T9" fmla="*/ 0 h 6"/>
                  <a:gd name="T10" fmla="*/ 3 w 6"/>
                  <a:gd name="T11" fmla="*/ 1 h 6"/>
                  <a:gd name="T12" fmla="*/ 4 w 6"/>
                  <a:gd name="T13" fmla="*/ 1 h 6"/>
                  <a:gd name="T14" fmla="*/ 4 w 6"/>
                  <a:gd name="T15" fmla="*/ 1 h 6"/>
                  <a:gd name="T16" fmla="*/ 6 w 6"/>
                  <a:gd name="T17" fmla="*/ 1 h 6"/>
                  <a:gd name="T18" fmla="*/ 6 w 6"/>
                  <a:gd name="T19" fmla="*/ 3 h 6"/>
                  <a:gd name="T20" fmla="*/ 6 w 6"/>
                  <a:gd name="T21" fmla="*/ 3 h 6"/>
                  <a:gd name="T22" fmla="*/ 4 w 6"/>
                  <a:gd name="T23" fmla="*/ 4 h 6"/>
                  <a:gd name="T24" fmla="*/ 3 w 6"/>
                  <a:gd name="T25" fmla="*/ 6 h 6"/>
                  <a:gd name="T26" fmla="*/ 1 w 6"/>
                  <a:gd name="T27" fmla="*/ 6 h 6"/>
                  <a:gd name="T28" fmla="*/ 0 w 6"/>
                  <a:gd name="T29" fmla="*/ 6 h 6"/>
                  <a:gd name="T30" fmla="*/ 0 w 6"/>
                  <a:gd name="T31" fmla="*/ 4 h 6"/>
                  <a:gd name="T32" fmla="*/ 0 w 6"/>
                  <a:gd name="T33" fmla="*/ 4 h 6"/>
                  <a:gd name="T34" fmla="*/ 0 w 6"/>
                  <a:gd name="T35" fmla="*/ 3 h 6"/>
                  <a:gd name="T36" fmla="*/ 0 w 6"/>
                  <a:gd name="T37" fmla="*/ 1 h 6"/>
                  <a:gd name="T38" fmla="*/ 0 w 6"/>
                  <a:gd name="T39" fmla="*/ 0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0" y="0"/>
                    </a:moveTo>
                    <a:lnTo>
                      <a:pt x="1" y="0"/>
                    </a:lnTo>
                    <a:lnTo>
                      <a:pt x="3" y="0"/>
                    </a:lnTo>
                    <a:lnTo>
                      <a:pt x="3" y="1"/>
                    </a:lnTo>
                    <a:lnTo>
                      <a:pt x="4" y="1"/>
                    </a:lnTo>
                    <a:lnTo>
                      <a:pt x="6" y="1"/>
                    </a:lnTo>
                    <a:lnTo>
                      <a:pt x="6" y="3"/>
                    </a:lnTo>
                    <a:lnTo>
                      <a:pt x="4" y="4"/>
                    </a:lnTo>
                    <a:lnTo>
                      <a:pt x="3" y="6"/>
                    </a:lnTo>
                    <a:lnTo>
                      <a:pt x="1" y="6"/>
                    </a:lnTo>
                    <a:lnTo>
                      <a:pt x="0" y="6"/>
                    </a:lnTo>
                    <a:lnTo>
                      <a:pt x="0" y="4"/>
                    </a:lnTo>
                    <a:lnTo>
                      <a:pt x="0" y="3"/>
                    </a:lnTo>
                    <a:lnTo>
                      <a:pt x="0" y="1"/>
                    </a:lnTo>
                    <a:lnTo>
                      <a:pt x="0" y="0"/>
                    </a:lnTo>
                    <a:close/>
                  </a:path>
                </a:pathLst>
              </a:custGeom>
              <a:solidFill>
                <a:srgbClr val="7A1111"/>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90" name="Freeform 266"/>
              <p:cNvSpPr/>
              <p:nvPr/>
            </p:nvSpPr>
            <p:spPr bwMode="auto">
              <a:xfrm>
                <a:off x="4998" y="2818"/>
                <a:ext cx="16" cy="15"/>
              </a:xfrm>
              <a:custGeom>
                <a:avLst/>
                <a:gdLst>
                  <a:gd name="T0" fmla="*/ 0 w 16"/>
                  <a:gd name="T1" fmla="*/ 0 h 15"/>
                  <a:gd name="T2" fmla="*/ 0 w 16"/>
                  <a:gd name="T3" fmla="*/ 0 h 15"/>
                  <a:gd name="T4" fmla="*/ 0 w 16"/>
                  <a:gd name="T5" fmla="*/ 9 h 15"/>
                  <a:gd name="T6" fmla="*/ 0 w 16"/>
                  <a:gd name="T7" fmla="*/ 14 h 15"/>
                  <a:gd name="T8" fmla="*/ 0 w 16"/>
                  <a:gd name="T9" fmla="*/ 15 h 15"/>
                  <a:gd name="T10" fmla="*/ 8 w 16"/>
                  <a:gd name="T11" fmla="*/ 15 h 15"/>
                  <a:gd name="T12" fmla="*/ 8 w 16"/>
                  <a:gd name="T13" fmla="*/ 15 h 15"/>
                  <a:gd name="T14" fmla="*/ 16 w 16"/>
                  <a:gd name="T15" fmla="*/ 15 h 15"/>
                  <a:gd name="T16" fmla="*/ 16 w 16"/>
                  <a:gd name="T17" fmla="*/ 14 h 15"/>
                  <a:gd name="T18" fmla="*/ 16 w 16"/>
                  <a:gd name="T19" fmla="*/ 9 h 15"/>
                  <a:gd name="T20" fmla="*/ 16 w 16"/>
                  <a:gd name="T21" fmla="*/ 0 h 15"/>
                  <a:gd name="T22" fmla="*/ 16 w 16"/>
                  <a:gd name="T23" fmla="*/ 0 h 15"/>
                  <a:gd name="T24" fmla="*/ 0 w 16"/>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5">
                    <a:moveTo>
                      <a:pt x="0" y="0"/>
                    </a:moveTo>
                    <a:lnTo>
                      <a:pt x="0" y="0"/>
                    </a:lnTo>
                    <a:lnTo>
                      <a:pt x="0" y="9"/>
                    </a:lnTo>
                    <a:lnTo>
                      <a:pt x="0" y="14"/>
                    </a:lnTo>
                    <a:lnTo>
                      <a:pt x="0" y="15"/>
                    </a:lnTo>
                    <a:lnTo>
                      <a:pt x="8" y="15"/>
                    </a:lnTo>
                    <a:lnTo>
                      <a:pt x="16" y="15"/>
                    </a:lnTo>
                    <a:lnTo>
                      <a:pt x="16" y="14"/>
                    </a:lnTo>
                    <a:lnTo>
                      <a:pt x="16" y="9"/>
                    </a:lnTo>
                    <a:lnTo>
                      <a:pt x="16" y="0"/>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91" name="Freeform 267"/>
              <p:cNvSpPr/>
              <p:nvPr/>
            </p:nvSpPr>
            <p:spPr bwMode="auto">
              <a:xfrm>
                <a:off x="4803" y="2724"/>
                <a:ext cx="211" cy="94"/>
              </a:xfrm>
              <a:custGeom>
                <a:avLst/>
                <a:gdLst>
                  <a:gd name="T0" fmla="*/ 16 w 211"/>
                  <a:gd name="T1" fmla="*/ 94 h 94"/>
                  <a:gd name="T2" fmla="*/ 16 w 211"/>
                  <a:gd name="T3" fmla="*/ 94 h 94"/>
                  <a:gd name="T4" fmla="*/ 23 w 211"/>
                  <a:gd name="T5" fmla="*/ 59 h 94"/>
                  <a:gd name="T6" fmla="*/ 43 w 211"/>
                  <a:gd name="T7" fmla="*/ 35 h 94"/>
                  <a:gd name="T8" fmla="*/ 72 w 211"/>
                  <a:gd name="T9" fmla="*/ 21 h 94"/>
                  <a:gd name="T10" fmla="*/ 107 w 211"/>
                  <a:gd name="T11" fmla="*/ 16 h 94"/>
                  <a:gd name="T12" fmla="*/ 140 w 211"/>
                  <a:gd name="T13" fmla="*/ 21 h 94"/>
                  <a:gd name="T14" fmla="*/ 168 w 211"/>
                  <a:gd name="T15" fmla="*/ 37 h 94"/>
                  <a:gd name="T16" fmla="*/ 189 w 211"/>
                  <a:gd name="T17" fmla="*/ 60 h 94"/>
                  <a:gd name="T18" fmla="*/ 195 w 211"/>
                  <a:gd name="T19" fmla="*/ 94 h 94"/>
                  <a:gd name="T20" fmla="*/ 211 w 211"/>
                  <a:gd name="T21" fmla="*/ 94 h 94"/>
                  <a:gd name="T22" fmla="*/ 202 w 211"/>
                  <a:gd name="T23" fmla="*/ 54 h 94"/>
                  <a:gd name="T24" fmla="*/ 178 w 211"/>
                  <a:gd name="T25" fmla="*/ 24 h 94"/>
                  <a:gd name="T26" fmla="*/ 143 w 211"/>
                  <a:gd name="T27" fmla="*/ 5 h 94"/>
                  <a:gd name="T28" fmla="*/ 107 w 211"/>
                  <a:gd name="T29" fmla="*/ 0 h 94"/>
                  <a:gd name="T30" fmla="*/ 69 w 211"/>
                  <a:gd name="T31" fmla="*/ 5 h 94"/>
                  <a:gd name="T32" fmla="*/ 34 w 211"/>
                  <a:gd name="T33" fmla="*/ 23 h 94"/>
                  <a:gd name="T34" fmla="*/ 10 w 211"/>
                  <a:gd name="T35" fmla="*/ 53 h 94"/>
                  <a:gd name="T36" fmla="*/ 0 w 211"/>
                  <a:gd name="T37" fmla="*/ 94 h 94"/>
                  <a:gd name="T38" fmla="*/ 0 w 211"/>
                  <a:gd name="T39" fmla="*/ 94 h 94"/>
                  <a:gd name="T40" fmla="*/ 16 w 211"/>
                  <a:gd name="T41" fmla="*/ 9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16" y="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92" name="Freeform 268"/>
              <p:cNvSpPr/>
              <p:nvPr/>
            </p:nvSpPr>
            <p:spPr bwMode="auto">
              <a:xfrm>
                <a:off x="4803" y="2818"/>
                <a:ext cx="16" cy="23"/>
              </a:xfrm>
              <a:custGeom>
                <a:avLst/>
                <a:gdLst>
                  <a:gd name="T0" fmla="*/ 8 w 16"/>
                  <a:gd name="T1" fmla="*/ 8 h 23"/>
                  <a:gd name="T2" fmla="*/ 8 w 16"/>
                  <a:gd name="T3" fmla="*/ 15 h 23"/>
                  <a:gd name="T4" fmla="*/ 16 w 16"/>
                  <a:gd name="T5" fmla="*/ 15 h 23"/>
                  <a:gd name="T6" fmla="*/ 16 w 16"/>
                  <a:gd name="T7" fmla="*/ 14 h 23"/>
                  <a:gd name="T8" fmla="*/ 16 w 16"/>
                  <a:gd name="T9" fmla="*/ 9 h 23"/>
                  <a:gd name="T10" fmla="*/ 16 w 16"/>
                  <a:gd name="T11" fmla="*/ 0 h 23"/>
                  <a:gd name="T12" fmla="*/ 0 w 16"/>
                  <a:gd name="T13" fmla="*/ 0 h 23"/>
                  <a:gd name="T14" fmla="*/ 0 w 16"/>
                  <a:gd name="T15" fmla="*/ 9 h 23"/>
                  <a:gd name="T16" fmla="*/ 0 w 16"/>
                  <a:gd name="T17" fmla="*/ 14 h 23"/>
                  <a:gd name="T18" fmla="*/ 0 w 16"/>
                  <a:gd name="T19" fmla="*/ 15 h 23"/>
                  <a:gd name="T20" fmla="*/ 8 w 16"/>
                  <a:gd name="T21" fmla="*/ 15 h 23"/>
                  <a:gd name="T22" fmla="*/ 8 w 16"/>
                  <a:gd name="T23" fmla="*/ 23 h 23"/>
                  <a:gd name="T24" fmla="*/ 0 w 16"/>
                  <a:gd name="T25" fmla="*/ 15 h 23"/>
                  <a:gd name="T26" fmla="*/ 0 w 16"/>
                  <a:gd name="T27" fmla="*/ 23 h 23"/>
                  <a:gd name="T28" fmla="*/ 8 w 16"/>
                  <a:gd name="T29" fmla="*/ 23 h 23"/>
                  <a:gd name="T30" fmla="*/ 8 w 16"/>
                  <a:gd name="T31" fmla="*/ 8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93" name="Freeform 269"/>
              <p:cNvSpPr/>
              <p:nvPr/>
            </p:nvSpPr>
            <p:spPr bwMode="auto">
              <a:xfrm>
                <a:off x="4811" y="2826"/>
                <a:ext cx="203" cy="15"/>
              </a:xfrm>
              <a:custGeom>
                <a:avLst/>
                <a:gdLst>
                  <a:gd name="T0" fmla="*/ 187 w 203"/>
                  <a:gd name="T1" fmla="*/ 7 h 15"/>
                  <a:gd name="T2" fmla="*/ 195 w 203"/>
                  <a:gd name="T3" fmla="*/ 0 h 15"/>
                  <a:gd name="T4" fmla="*/ 0 w 203"/>
                  <a:gd name="T5" fmla="*/ 0 h 15"/>
                  <a:gd name="T6" fmla="*/ 0 w 203"/>
                  <a:gd name="T7" fmla="*/ 15 h 15"/>
                  <a:gd name="T8" fmla="*/ 195 w 203"/>
                  <a:gd name="T9" fmla="*/ 15 h 15"/>
                  <a:gd name="T10" fmla="*/ 203 w 203"/>
                  <a:gd name="T11" fmla="*/ 7 h 15"/>
                  <a:gd name="T12" fmla="*/ 195 w 203"/>
                  <a:gd name="T13" fmla="*/ 15 h 15"/>
                  <a:gd name="T14" fmla="*/ 203 w 203"/>
                  <a:gd name="T15" fmla="*/ 15 h 15"/>
                  <a:gd name="T16" fmla="*/ 203 w 203"/>
                  <a:gd name="T17" fmla="*/ 7 h 15"/>
                  <a:gd name="T18" fmla="*/ 187 w 203"/>
                  <a:gd name="T19" fmla="*/ 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94" name="Freeform 270"/>
              <p:cNvSpPr/>
              <p:nvPr/>
            </p:nvSpPr>
            <p:spPr bwMode="auto">
              <a:xfrm>
                <a:off x="4900" y="2732"/>
                <a:ext cx="16" cy="101"/>
              </a:xfrm>
              <a:custGeom>
                <a:avLst/>
                <a:gdLst>
                  <a:gd name="T0" fmla="*/ 8 w 16"/>
                  <a:gd name="T1" fmla="*/ 101 h 101"/>
                  <a:gd name="T2" fmla="*/ 16 w 16"/>
                  <a:gd name="T3" fmla="*/ 101 h 101"/>
                  <a:gd name="T4" fmla="*/ 16 w 16"/>
                  <a:gd name="T5" fmla="*/ 0 h 101"/>
                  <a:gd name="T6" fmla="*/ 0 w 16"/>
                  <a:gd name="T7" fmla="*/ 0 h 101"/>
                  <a:gd name="T8" fmla="*/ 0 w 16"/>
                  <a:gd name="T9" fmla="*/ 101 h 101"/>
                  <a:gd name="T10" fmla="*/ 8 w 16"/>
                  <a:gd name="T11" fmla="*/ 101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95" name="Freeform 271"/>
              <p:cNvSpPr/>
              <p:nvPr/>
            </p:nvSpPr>
            <p:spPr bwMode="auto">
              <a:xfrm>
                <a:off x="4903" y="2754"/>
                <a:ext cx="87" cy="84"/>
              </a:xfrm>
              <a:custGeom>
                <a:avLst/>
                <a:gdLst>
                  <a:gd name="T0" fmla="*/ 5 w 87"/>
                  <a:gd name="T1" fmla="*/ 79 h 84"/>
                  <a:gd name="T2" fmla="*/ 10 w 87"/>
                  <a:gd name="T3" fmla="*/ 84 h 84"/>
                  <a:gd name="T4" fmla="*/ 87 w 87"/>
                  <a:gd name="T5" fmla="*/ 10 h 84"/>
                  <a:gd name="T6" fmla="*/ 78 w 87"/>
                  <a:gd name="T7" fmla="*/ 0 h 84"/>
                  <a:gd name="T8" fmla="*/ 0 w 87"/>
                  <a:gd name="T9" fmla="*/ 75 h 84"/>
                  <a:gd name="T10" fmla="*/ 5 w 87"/>
                  <a:gd name="T11" fmla="*/ 79 h 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4">
                    <a:moveTo>
                      <a:pt x="5" y="79"/>
                    </a:moveTo>
                    <a:lnTo>
                      <a:pt x="10" y="84"/>
                    </a:lnTo>
                    <a:lnTo>
                      <a:pt x="87" y="10"/>
                    </a:lnTo>
                    <a:lnTo>
                      <a:pt x="78" y="0"/>
                    </a:lnTo>
                    <a:lnTo>
                      <a:pt x="0" y="75"/>
                    </a:lnTo>
                    <a:lnTo>
                      <a:pt x="5" y="79"/>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496" name="Freeform 272"/>
              <p:cNvSpPr/>
              <p:nvPr/>
            </p:nvSpPr>
            <p:spPr bwMode="auto">
              <a:xfrm>
                <a:off x="4830" y="2753"/>
                <a:ext cx="83" cy="85"/>
              </a:xfrm>
              <a:custGeom>
                <a:avLst/>
                <a:gdLst>
                  <a:gd name="T0" fmla="*/ 78 w 83"/>
                  <a:gd name="T1" fmla="*/ 80 h 85"/>
                  <a:gd name="T2" fmla="*/ 83 w 83"/>
                  <a:gd name="T3" fmla="*/ 76 h 85"/>
                  <a:gd name="T4" fmla="*/ 10 w 83"/>
                  <a:gd name="T5" fmla="*/ 0 h 85"/>
                  <a:gd name="T6" fmla="*/ 0 w 83"/>
                  <a:gd name="T7" fmla="*/ 9 h 85"/>
                  <a:gd name="T8" fmla="*/ 73 w 83"/>
                  <a:gd name="T9" fmla="*/ 85 h 85"/>
                  <a:gd name="T10" fmla="*/ 78 w 83"/>
                  <a:gd name="T11" fmla="*/ 8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 h="85">
                    <a:moveTo>
                      <a:pt x="78" y="80"/>
                    </a:moveTo>
                    <a:lnTo>
                      <a:pt x="83" y="76"/>
                    </a:lnTo>
                    <a:lnTo>
                      <a:pt x="10" y="0"/>
                    </a:lnTo>
                    <a:lnTo>
                      <a:pt x="0" y="9"/>
                    </a:lnTo>
                    <a:lnTo>
                      <a:pt x="73" y="85"/>
                    </a:lnTo>
                    <a:lnTo>
                      <a:pt x="78" y="80"/>
                    </a:lnTo>
                    <a:close/>
                  </a:path>
                </a:pathLst>
              </a:custGeom>
              <a:solidFill>
                <a:srgbClr val="FFFFFF"/>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4533" name="Text Box 273"/>
            <p:cNvSpPr txBox="1"/>
            <p:nvPr/>
          </p:nvSpPr>
          <p:spPr bwMode="auto">
            <a:xfrm>
              <a:off x="4729" y="650"/>
              <a:ext cx="518" cy="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eaLnBrk="1" hangingPunct="1">
                <a:spcBef>
                  <a:spcPct val="0"/>
                </a:spcBef>
              </a:pPr>
              <a:endParaRPr kumimoji="1" lang="zh-CN" altLang="en-US">
                <a:solidFill>
                  <a:schemeClr val="tx1"/>
                </a:solidFill>
                <a:ea typeface="宋体" charset="-122"/>
              </a:endParaRPr>
            </a:p>
          </p:txBody>
        </p:sp>
      </p:grpSp>
      <p:sp>
        <p:nvSpPr>
          <p:cNvPr id="276" name="内容占位符 2"/>
          <p:cNvSpPr/>
          <p:nvPr>
            <p:ph idx="1"/>
          </p:nvPr>
        </p:nvSpPr>
        <p:spPr>
          <a:xfrm>
            <a:off x="107504" y="1211874"/>
            <a:ext cx="6877571" cy="4470400"/>
          </a:xfrm>
        </p:spPr>
        <p:txBody>
          <a:bodyPr>
            <a:normAutofit/>
          </a:bodyPr>
          <a:lstStyle/>
          <a:p>
            <a:pPr marL="738505" indent="-457200"/>
            <a:r>
              <a:rPr lang="zh-CN" altLang="en-US" dirty="0">
                <a:solidFill>
                  <a:schemeClr val="tx1"/>
                </a:solidFill>
                <a:latin typeface="华文楷体" charset="-122"/>
                <a:ea typeface="隶书" charset="0"/>
              </a:rPr>
              <a:t>在对形参数组声明时，必须</a:t>
            </a:r>
            <a:r>
              <a:rPr lang="zh-CN" altLang="en-US" dirty="0">
                <a:solidFill>
                  <a:srgbClr val="FF0000"/>
                </a:solidFill>
                <a:latin typeface="华文楷体" charset="-122"/>
                <a:ea typeface="隶书" charset="0"/>
              </a:rPr>
              <a:t>指定第二维</a:t>
            </a:r>
            <a:r>
              <a:rPr lang="en-US" altLang="zh-CN" dirty="0">
                <a:solidFill>
                  <a:srgbClr val="FF0000"/>
                </a:solidFill>
                <a:latin typeface="华文楷体" charset="-122"/>
                <a:ea typeface="隶书" charset="0"/>
              </a:rPr>
              <a:t>(</a:t>
            </a:r>
            <a:r>
              <a:rPr lang="zh-CN" altLang="en-US" dirty="0">
                <a:solidFill>
                  <a:srgbClr val="FF0000"/>
                </a:solidFill>
                <a:latin typeface="华文楷体" charset="-122"/>
                <a:ea typeface="隶书" charset="0"/>
              </a:rPr>
              <a:t>即列</a:t>
            </a:r>
            <a:r>
              <a:rPr lang="en-US" altLang="zh-CN" dirty="0">
                <a:solidFill>
                  <a:srgbClr val="FF0000"/>
                </a:solidFill>
                <a:latin typeface="华文楷体" charset="-122"/>
                <a:ea typeface="隶书" charset="0"/>
              </a:rPr>
              <a:t>)</a:t>
            </a:r>
            <a:r>
              <a:rPr lang="zh-CN" altLang="en-US" dirty="0">
                <a:solidFill>
                  <a:schemeClr val="tx1"/>
                </a:solidFill>
                <a:latin typeface="华文楷体" charset="-122"/>
                <a:ea typeface="隶书" charset="0"/>
              </a:rPr>
              <a:t>的大小，且应与实参的第二维的大小相同。</a:t>
            </a:r>
            <a:endParaRPr lang="en-US" altLang="zh-CN" dirty="0">
              <a:solidFill>
                <a:schemeClr val="tx1"/>
              </a:solidFill>
              <a:latin typeface="华文楷体" charset="-122"/>
              <a:ea typeface="隶书" charset="0"/>
            </a:endParaRPr>
          </a:p>
          <a:p>
            <a:pPr marL="738505" indent="-457200"/>
            <a:r>
              <a:rPr lang="zh-CN" altLang="en-US" dirty="0">
                <a:solidFill>
                  <a:schemeClr val="tx1"/>
                </a:solidFill>
                <a:latin typeface="华文楷体" charset="-122"/>
                <a:ea typeface="隶书" charset="0"/>
              </a:rPr>
              <a:t>第一维的大小可以指定，也可以不指定。</a:t>
            </a:r>
            <a:endParaRPr lang="zh-CN" altLang="en-US" dirty="0">
              <a:solidFill>
                <a:schemeClr val="tx1"/>
              </a:solidFill>
              <a:latin typeface="华文楷体" charset="-122"/>
              <a:ea typeface="隶书" charset="0"/>
            </a:endParaRPr>
          </a:p>
          <a:p>
            <a:pPr marL="1273175" lvl="3" indent="-457200"/>
            <a:r>
              <a:rPr lang="zh-CN" altLang="en-US" sz="2400" dirty="0">
                <a:solidFill>
                  <a:schemeClr val="tx1"/>
                </a:solidFill>
                <a:latin typeface="华文楷体" charset="-122"/>
                <a:ea typeface="隶书" charset="0"/>
              </a:rPr>
              <a:t>如 </a:t>
            </a:r>
            <a:r>
              <a:rPr lang="en-US" altLang="zh-CN" sz="2400" dirty="0" err="1">
                <a:solidFill>
                  <a:schemeClr val="tx1"/>
                </a:solidFill>
                <a:latin typeface="华文楷体" charset="-122"/>
                <a:ea typeface="隶书" charset="0"/>
              </a:rPr>
              <a:t>int</a:t>
            </a:r>
            <a:r>
              <a:rPr lang="en-US" altLang="zh-CN" sz="2400" dirty="0">
                <a:solidFill>
                  <a:schemeClr val="tx1"/>
                </a:solidFill>
                <a:latin typeface="华文楷体" charset="-122"/>
                <a:ea typeface="隶书" charset="0"/>
              </a:rPr>
              <a:t> array[3][10]; </a:t>
            </a:r>
            <a:endParaRPr lang="en-US" altLang="zh-CN" sz="2400" dirty="0">
              <a:solidFill>
                <a:schemeClr val="tx1"/>
              </a:solidFill>
              <a:latin typeface="华文楷体" charset="-122"/>
              <a:ea typeface="隶书" charset="0"/>
            </a:endParaRPr>
          </a:p>
          <a:p>
            <a:pPr marL="1273175" lvl="3" indent="-457200"/>
            <a:r>
              <a:rPr lang="zh-CN" altLang="en-US" sz="2400" dirty="0">
                <a:solidFill>
                  <a:schemeClr val="tx1"/>
                </a:solidFill>
                <a:latin typeface="华文楷体" charset="-122"/>
                <a:ea typeface="隶书" charset="0"/>
              </a:rPr>
              <a:t>或  </a:t>
            </a:r>
            <a:r>
              <a:rPr lang="en-US" altLang="zh-CN" sz="2400" dirty="0" err="1">
                <a:solidFill>
                  <a:schemeClr val="tx1"/>
                </a:solidFill>
                <a:latin typeface="华文楷体" charset="-122"/>
                <a:ea typeface="隶书" charset="0"/>
              </a:rPr>
              <a:t>int</a:t>
            </a:r>
            <a:r>
              <a:rPr lang="en-US" altLang="zh-CN" sz="2400" dirty="0">
                <a:solidFill>
                  <a:schemeClr val="tx1"/>
                </a:solidFill>
                <a:latin typeface="华文楷体" charset="-122"/>
                <a:ea typeface="隶书" charset="0"/>
              </a:rPr>
              <a:t> array[ ][10];         </a:t>
            </a:r>
            <a:endParaRPr lang="en-US" altLang="zh-CN" sz="2400" dirty="0">
              <a:solidFill>
                <a:schemeClr val="tx1"/>
              </a:solidFill>
              <a:latin typeface="华文楷体" charset="-122"/>
              <a:ea typeface="隶书" charset="0"/>
            </a:endParaRPr>
          </a:p>
          <a:p>
            <a:pPr marL="738505" indent="-457200">
              <a:buFont typeface="Wingdings" charset="2"/>
              <a:buNone/>
            </a:pPr>
            <a:r>
              <a:rPr lang="zh-CN" altLang="en-US" dirty="0">
                <a:solidFill>
                  <a:schemeClr val="tx1"/>
                </a:solidFill>
                <a:latin typeface="华文楷体" charset="-122"/>
                <a:ea typeface="隶书" charset="0"/>
              </a:rPr>
              <a:t>      </a:t>
            </a:r>
            <a:r>
              <a:rPr lang="zh-CN" altLang="en-US" sz="2400" dirty="0">
                <a:solidFill>
                  <a:schemeClr val="tx1"/>
                </a:solidFill>
                <a:latin typeface="华文楷体" charset="-122"/>
                <a:ea typeface="隶书" charset="0"/>
              </a:rPr>
              <a:t>二者都合法而且等价。但是不能把第二维的大小省略。下面的形参数组写法不合法：</a:t>
            </a:r>
            <a:endParaRPr lang="en-US" altLang="zh-CN" sz="2400" dirty="0">
              <a:solidFill>
                <a:schemeClr val="tx1"/>
              </a:solidFill>
              <a:latin typeface="华文楷体" charset="-122"/>
              <a:ea typeface="隶书" charset="0"/>
            </a:endParaRPr>
          </a:p>
          <a:p>
            <a:pPr marL="590550" lvl="1" indent="-6350"/>
            <a:r>
              <a:rPr lang="zh-CN" altLang="en-US" dirty="0">
                <a:solidFill>
                  <a:schemeClr val="tx1"/>
                </a:solidFill>
                <a:latin typeface="华文楷体" charset="-122"/>
                <a:ea typeface="隶书" charset="0"/>
              </a:rPr>
              <a:t>   如  </a:t>
            </a:r>
            <a:r>
              <a:rPr lang="en-US" altLang="zh-CN" dirty="0" err="1">
                <a:solidFill>
                  <a:schemeClr val="tx1"/>
                </a:solidFill>
                <a:latin typeface="华文楷体" charset="-122"/>
                <a:ea typeface="隶书" charset="0"/>
              </a:rPr>
              <a:t>int</a:t>
            </a:r>
            <a:r>
              <a:rPr lang="en-US" altLang="zh-CN" dirty="0">
                <a:solidFill>
                  <a:schemeClr val="tx1"/>
                </a:solidFill>
                <a:latin typeface="华文楷体" charset="-122"/>
                <a:ea typeface="隶书" charset="0"/>
              </a:rPr>
              <a:t> array[][]; </a:t>
            </a:r>
            <a:endParaRPr lang="en-US" altLang="zh-CN" dirty="0">
              <a:solidFill>
                <a:schemeClr val="tx1"/>
              </a:solidFill>
              <a:latin typeface="华文楷体" charset="-122"/>
              <a:ea typeface="隶书" charset="0"/>
            </a:endParaRPr>
          </a:p>
          <a:p>
            <a:pPr marL="590550" lvl="1" indent="-6350"/>
            <a:r>
              <a:rPr lang="zh-CN" altLang="en-US" dirty="0">
                <a:solidFill>
                  <a:schemeClr val="tx1"/>
                </a:solidFill>
                <a:latin typeface="华文楷体" charset="-122"/>
                <a:ea typeface="隶书" charset="0"/>
              </a:rPr>
              <a:t>   或 </a:t>
            </a:r>
            <a:r>
              <a:rPr lang="en-US" altLang="zh-CN" dirty="0" err="1">
                <a:solidFill>
                  <a:schemeClr val="tx1"/>
                </a:solidFill>
                <a:latin typeface="华文楷体" charset="-122"/>
                <a:ea typeface="隶书" charset="0"/>
              </a:rPr>
              <a:t>int</a:t>
            </a:r>
            <a:r>
              <a:rPr lang="zh-CN" altLang="zh-CN" dirty="0">
                <a:solidFill>
                  <a:schemeClr val="tx1"/>
                </a:solidFill>
                <a:latin typeface="华文楷体" charset="-122"/>
                <a:ea typeface="隶书" charset="0"/>
              </a:rPr>
              <a:t> </a:t>
            </a:r>
            <a:r>
              <a:rPr lang="en-US" altLang="zh-CN" dirty="0">
                <a:solidFill>
                  <a:schemeClr val="tx1"/>
                </a:solidFill>
                <a:latin typeface="华文楷体" charset="-122"/>
                <a:ea typeface="隶书" charset="0"/>
              </a:rPr>
              <a:t>array[3][]; </a:t>
            </a:r>
            <a:endParaRPr lang="zh-CN" altLang="en-US" dirty="0">
              <a:solidFill>
                <a:schemeClr val="tx1"/>
              </a:solidFill>
              <a:latin typeface="华文楷体" charset="-122"/>
              <a:ea typeface="隶书" charset="0"/>
            </a:endParaRPr>
          </a:p>
          <a:p>
            <a:pPr marL="281305" lvl="1" indent="0">
              <a:spcBef>
                <a:spcPts val="1200"/>
              </a:spcBef>
              <a:buNone/>
            </a:pPr>
            <a:endParaRPr lang="zh-CN" altLang="en-US" sz="2000" dirty="0">
              <a:latin typeface="华文楷体" charset="-122"/>
              <a:ea typeface="隶书" charset="0"/>
            </a:endParaRPr>
          </a:p>
          <a:p>
            <a:pPr marL="738505" lvl="1" indent="-457200">
              <a:spcBef>
                <a:spcPts val="1200"/>
              </a:spcBef>
            </a:pPr>
            <a:r>
              <a:rPr lang="zh-CN" altLang="en-US" sz="2000" dirty="0">
                <a:latin typeface="华文楷体" charset="-122"/>
                <a:ea typeface="隶书" charset="0"/>
              </a:rPr>
              <a:t>实际传送的是指向数组第一个元素的地址</a:t>
            </a:r>
            <a:endParaRPr lang="zh-CN" altLang="en-US" sz="2000" dirty="0">
              <a:latin typeface="华文楷体" charset="-122"/>
              <a:ea typeface="隶书" charset="0"/>
            </a:endParaRPr>
          </a:p>
          <a:p>
            <a:pPr marL="584200" lvl="1" indent="0">
              <a:buNone/>
            </a:pPr>
            <a:endParaRPr lang="en-US" altLang="zh-CN" dirty="0">
              <a:solidFill>
                <a:schemeClr val="tx1"/>
              </a:solidFill>
              <a:latin typeface="华文楷体" charset="-122"/>
              <a:ea typeface="隶书" charset="0"/>
            </a:endParaRPr>
          </a:p>
          <a:p>
            <a:pPr marL="738505" indent="-457200"/>
            <a:endParaRPr lang="zh-CN" altLang="en-US" dirty="0">
              <a:latin typeface="华文楷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08231"/>
                                        </p:tgtEl>
                                        <p:attrNameLst>
                                          <p:attrName>style.visibility</p:attrName>
                                        </p:attrNameLst>
                                      </p:cBhvr>
                                      <p:to>
                                        <p:strVal val="visible"/>
                                      </p:to>
                                    </p:set>
                                    <p:animEffect transition="in" filter="wipe(up)">
                                      <p:cBhvr>
                                        <p:cTn id="7" dur="500"/>
                                        <p:tgtEl>
                                          <p:spTgt spid="308231"/>
                                        </p:tgtEl>
                                      </p:cBhvr>
                                    </p:animEffect>
                                  </p:childTnLst>
                                </p:cTn>
                              </p:par>
                              <p:par>
                                <p:cTn id="8" presetID="12" presetClass="entr" presetSubtype="8" fill="hold" nodeType="withEffect">
                                  <p:stCondLst>
                                    <p:cond delay="0"/>
                                  </p:stCondLst>
                                  <p:childTnLst>
                                    <p:set>
                                      <p:cBhvr>
                                        <p:cTn id="9" dur="1" fill="hold">
                                          <p:stCondLst>
                                            <p:cond delay="0"/>
                                          </p:stCondLst>
                                        </p:cTn>
                                        <p:tgtEl>
                                          <p:spTgt spid="308260"/>
                                        </p:tgtEl>
                                        <p:attrNameLst>
                                          <p:attrName>style.visibility</p:attrName>
                                        </p:attrNameLst>
                                      </p:cBhvr>
                                      <p:to>
                                        <p:strVal val="visible"/>
                                      </p:to>
                                    </p:set>
                                    <p:animEffect transition="in" filter="slide(fromLeft)">
                                      <p:cBhvr>
                                        <p:cTn id="10" dur="500"/>
                                        <p:tgtEl>
                                          <p:spTgt spid="308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9250" name="Rectangle 2"/>
          <p:cNvSpPr/>
          <p:nvPr>
            <p:ph type="title"/>
          </p:nvPr>
        </p:nvSpPr>
        <p:spPr>
          <a:xfrm>
            <a:off x="434975" y="333375"/>
            <a:ext cx="8228013" cy="839788"/>
          </a:xfrm>
        </p:spPr>
        <p:txBody>
          <a:bodyPr/>
          <a:lstStyle/>
          <a:p>
            <a:r>
              <a:rPr lang="zh-CN" altLang="en-US" sz="4000"/>
              <a:t>例</a:t>
            </a:r>
            <a:r>
              <a:rPr lang="en-US" altLang="zh-CN" sz="4000"/>
              <a:t>6.8 </a:t>
            </a:r>
            <a:r>
              <a:rPr lang="zh-CN" altLang="en-US" sz="4000"/>
              <a:t>计算每门课程的总分和平均分</a:t>
            </a:r>
            <a:endParaRPr lang="zh-CN" altLang="en-US" sz="4000"/>
          </a:p>
        </p:txBody>
      </p:sp>
      <p:sp>
        <p:nvSpPr>
          <p:cNvPr id="309251" name="Rectangle 3"/>
          <p:cNvSpPr/>
          <p:nvPr>
            <p:ph idx="1"/>
          </p:nvPr>
        </p:nvSpPr>
        <p:spPr>
          <a:xfrm>
            <a:off x="323850" y="1484313"/>
            <a:ext cx="8569325" cy="4897437"/>
          </a:xfrm>
        </p:spPr>
        <p:txBody>
          <a:bodyPr>
            <a:normAutofit fontScale="85000" lnSpcReduction="20000"/>
          </a:bodyPr>
          <a:lstStyle/>
          <a:p>
            <a:pPr eaLnBrk="1">
              <a:lnSpc>
                <a:spcPct val="85000"/>
              </a:lnSpc>
              <a:buFont typeface="Monotype Sorts" charset="2"/>
              <a:buNone/>
              <a:defRPr/>
            </a:pPr>
            <a:r>
              <a:rPr lang="fr-FR" altLang="zh-CN" sz="2000" dirty="0" err="1">
                <a:solidFill>
                  <a:schemeClr val="accent2"/>
                </a:solidFill>
                <a:latin typeface="Courier New" charset="0"/>
                <a:ea typeface="黑体" charset="0"/>
              </a:rPr>
              <a:t>void</a:t>
            </a:r>
            <a:r>
              <a:rPr lang="fr-FR" altLang="zh-CN" sz="2000" dirty="0">
                <a:solidFill>
                  <a:schemeClr val="tx1"/>
                </a:solidFill>
                <a:latin typeface="Courier New" charset="0"/>
                <a:ea typeface="黑体" charset="0"/>
              </a:rPr>
              <a:t>  Total(</a:t>
            </a:r>
            <a:r>
              <a:rPr lang="fr-FR" altLang="zh-CN" sz="2000" dirty="0" err="1">
                <a:solidFill>
                  <a:schemeClr val="accent2"/>
                </a:solidFill>
                <a:latin typeface="Courier New" charset="0"/>
                <a:ea typeface="黑体" charset="0"/>
              </a:rPr>
              <a:t>int</a:t>
            </a:r>
            <a:r>
              <a:rPr lang="fr-FR" altLang="zh-CN" sz="2000" dirty="0">
                <a:solidFill>
                  <a:schemeClr val="tx1"/>
                </a:solidFill>
                <a:latin typeface="Courier New" charset="0"/>
                <a:ea typeface="黑体" charset="0"/>
              </a:rPr>
              <a:t> </a:t>
            </a:r>
            <a:r>
              <a:rPr lang="fr-FR" altLang="zh-CN" sz="2000" dirty="0">
                <a:solidFill>
                  <a:srgbClr val="880000"/>
                </a:solidFill>
                <a:latin typeface="Courier New" charset="0"/>
                <a:ea typeface="黑体" charset="0"/>
              </a:rPr>
              <a:t>score[][COURSE],</a:t>
            </a:r>
            <a:r>
              <a:rPr lang="fr-FR" altLang="zh-CN" sz="2000" dirty="0">
                <a:solidFill>
                  <a:schemeClr val="tx1"/>
                </a:solidFill>
                <a:latin typeface="Courier New" charset="0"/>
                <a:ea typeface="黑体" charset="0"/>
              </a:rPr>
              <a:t> </a:t>
            </a:r>
            <a:r>
              <a:rPr lang="fr-FR" altLang="zh-CN" sz="2000" dirty="0" err="1">
                <a:solidFill>
                  <a:schemeClr val="accent2"/>
                </a:solidFill>
                <a:latin typeface="Courier New" charset="0"/>
                <a:ea typeface="黑体" charset="0"/>
              </a:rPr>
              <a:t>int</a:t>
            </a:r>
            <a:r>
              <a:rPr lang="fr-FR" altLang="zh-CN" sz="2000" dirty="0">
                <a:solidFill>
                  <a:schemeClr val="tx1"/>
                </a:solidFill>
                <a:latin typeface="Courier New" charset="0"/>
                <a:ea typeface="黑体" charset="0"/>
              </a:rPr>
              <a:t> </a:t>
            </a:r>
            <a:r>
              <a:rPr lang="fr-FR" altLang="zh-CN" sz="2000" dirty="0" err="1">
                <a:solidFill>
                  <a:schemeClr val="tx1"/>
                </a:solidFill>
                <a:latin typeface="Courier New" charset="0"/>
                <a:ea typeface="黑体" charset="0"/>
              </a:rPr>
              <a:t>sum</a:t>
            </a:r>
            <a:r>
              <a:rPr lang="fr-FR" altLang="zh-CN" sz="2000" dirty="0">
                <a:solidFill>
                  <a:schemeClr val="tx1"/>
                </a:solidFill>
                <a:latin typeface="Courier New" charset="0"/>
                <a:ea typeface="黑体" charset="0"/>
              </a:rPr>
              <a:t>[], </a:t>
            </a:r>
            <a:endParaRPr lang="fr-FR" altLang="zh-CN" sz="2000" dirty="0">
              <a:solidFill>
                <a:schemeClr val="tx1"/>
              </a:solidFill>
              <a:latin typeface="Courier New" charset="0"/>
              <a:ea typeface="黑体" charset="0"/>
            </a:endParaRPr>
          </a:p>
          <a:p>
            <a:pPr eaLnBrk="1">
              <a:lnSpc>
                <a:spcPct val="85000"/>
              </a:lnSpc>
              <a:buFont typeface="Monotype Sorts" charset="2"/>
              <a:buNone/>
              <a:defRPr/>
            </a:pPr>
            <a:r>
              <a:rPr lang="fr-FR" altLang="zh-CN" sz="2000" dirty="0">
                <a:solidFill>
                  <a:schemeClr val="tx1"/>
                </a:solidFill>
                <a:latin typeface="Courier New" charset="0"/>
                <a:ea typeface="黑体" charset="0"/>
              </a:rPr>
              <a:t>            </a:t>
            </a:r>
            <a:r>
              <a:rPr lang="fr-FR" altLang="zh-CN" sz="2000" dirty="0" err="1">
                <a:solidFill>
                  <a:schemeClr val="accent2"/>
                </a:solidFill>
                <a:latin typeface="Courier New" charset="0"/>
                <a:ea typeface="黑体" charset="0"/>
              </a:rPr>
              <a:t>float</a:t>
            </a:r>
            <a:r>
              <a:rPr lang="fr-FR" altLang="zh-CN" sz="2000" dirty="0">
                <a:solidFill>
                  <a:schemeClr val="tx1"/>
                </a:solidFill>
                <a:latin typeface="Courier New" charset="0"/>
                <a:ea typeface="黑体" charset="0"/>
              </a:rPr>
              <a:t> </a:t>
            </a:r>
            <a:r>
              <a:rPr lang="fr-FR" altLang="zh-CN" sz="2000" dirty="0" err="1">
                <a:solidFill>
                  <a:schemeClr val="tx1"/>
                </a:solidFill>
                <a:latin typeface="Courier New" charset="0"/>
                <a:ea typeface="黑体" charset="0"/>
              </a:rPr>
              <a:t>aver</a:t>
            </a:r>
            <a:r>
              <a:rPr lang="fr-FR" altLang="zh-CN" sz="2000" dirty="0">
                <a:solidFill>
                  <a:schemeClr val="tx1"/>
                </a:solidFill>
                <a:latin typeface="Courier New" charset="0"/>
                <a:ea typeface="黑体" charset="0"/>
              </a:rPr>
              <a:t>[], </a:t>
            </a:r>
            <a:r>
              <a:rPr lang="fr-FR" altLang="zh-CN" sz="2000" dirty="0" err="1">
                <a:solidFill>
                  <a:schemeClr val="accent2"/>
                </a:solidFill>
                <a:latin typeface="Courier New" charset="0"/>
                <a:ea typeface="黑体" charset="0"/>
              </a:rPr>
              <a:t>int</a:t>
            </a:r>
            <a:r>
              <a:rPr lang="fr-FR" altLang="zh-CN" sz="2000" dirty="0">
                <a:solidFill>
                  <a:schemeClr val="tx1"/>
                </a:solidFill>
                <a:latin typeface="Courier New" charset="0"/>
                <a:ea typeface="黑体" charset="0"/>
              </a:rPr>
              <a:t> n) </a:t>
            </a:r>
            <a:endParaRPr lang="fr-FR" altLang="zh-CN" sz="2000" dirty="0">
              <a:solidFill>
                <a:schemeClr val="tx1"/>
              </a:solidFill>
              <a:latin typeface="Courier New" charset="0"/>
              <a:ea typeface="黑体" charset="0"/>
            </a:endParaRPr>
          </a:p>
          <a:p>
            <a:pPr eaLnBrk="1">
              <a:lnSpc>
                <a:spcPct val="85000"/>
              </a:lnSpc>
              <a:buFont typeface="Monotype Sorts" charset="2"/>
              <a:buNone/>
              <a:defRPr/>
            </a:pPr>
            <a:r>
              <a:rPr lang="fr-FR" altLang="zh-CN" sz="2000" dirty="0">
                <a:solidFill>
                  <a:schemeClr val="tx1"/>
                </a:solidFill>
                <a:latin typeface="Courier New" charset="0"/>
                <a:ea typeface="黑体" charset="0"/>
              </a:rPr>
              <a:t>{</a:t>
            </a:r>
            <a:endParaRPr lang="fr-FR" altLang="zh-CN" sz="2000" dirty="0">
              <a:solidFill>
                <a:schemeClr val="tx1"/>
              </a:solidFill>
              <a:latin typeface="Courier New" charset="0"/>
              <a:ea typeface="黑体" charset="0"/>
            </a:endParaRPr>
          </a:p>
          <a:p>
            <a:pPr eaLnBrk="1">
              <a:lnSpc>
                <a:spcPct val="85000"/>
              </a:lnSpc>
              <a:buFont typeface="Monotype Sorts" charset="2"/>
              <a:buNone/>
              <a:defRPr/>
            </a:pPr>
            <a:r>
              <a:rPr lang="fr-FR" altLang="zh-CN" sz="2000" dirty="0">
                <a:solidFill>
                  <a:schemeClr val="tx1"/>
                </a:solidFill>
                <a:latin typeface="Courier New" charset="0"/>
                <a:ea typeface="黑体" charset="0"/>
              </a:rPr>
              <a:t>	</a:t>
            </a:r>
            <a:r>
              <a:rPr lang="fr-FR" altLang="zh-CN" sz="2000" dirty="0" err="1">
                <a:solidFill>
                  <a:schemeClr val="accent2"/>
                </a:solidFill>
                <a:latin typeface="Courier New" charset="0"/>
                <a:ea typeface="黑体" charset="0"/>
              </a:rPr>
              <a:t>int</a:t>
            </a:r>
            <a:r>
              <a:rPr lang="fr-FR" altLang="zh-CN" sz="2000" dirty="0">
                <a:solidFill>
                  <a:schemeClr val="tx1"/>
                </a:solidFill>
                <a:latin typeface="Courier New" charset="0"/>
                <a:ea typeface="黑体" charset="0"/>
              </a:rPr>
              <a:t>  i, j;</a:t>
            </a:r>
            <a:endParaRPr lang="fr-FR" altLang="zh-CN" sz="2000" dirty="0">
              <a:solidFill>
                <a:schemeClr val="tx1"/>
              </a:solidFill>
              <a:latin typeface="Courier New" charset="0"/>
              <a:ea typeface="黑体" charset="0"/>
            </a:endParaRPr>
          </a:p>
          <a:p>
            <a:pPr eaLnBrk="1">
              <a:lnSpc>
                <a:spcPct val="85000"/>
              </a:lnSpc>
              <a:buFont typeface="Monotype Sorts" charset="2"/>
              <a:buNone/>
              <a:defRPr/>
            </a:pPr>
            <a:endParaRPr lang="fr-FR" altLang="zh-CN" sz="2000" dirty="0">
              <a:solidFill>
                <a:schemeClr val="tx1"/>
              </a:solidFill>
              <a:latin typeface="Courier New" charset="0"/>
              <a:ea typeface="黑体" charset="0"/>
            </a:endParaRPr>
          </a:p>
          <a:p>
            <a:pPr eaLnBrk="1">
              <a:lnSpc>
                <a:spcPct val="85000"/>
              </a:lnSpc>
              <a:buFont typeface="Monotype Sorts" charset="2"/>
              <a:buNone/>
              <a:defRPr/>
            </a:pPr>
            <a:r>
              <a:rPr lang="fr-FR" altLang="zh-CN" sz="2000" dirty="0">
                <a:solidFill>
                  <a:schemeClr val="tx1"/>
                </a:solidFill>
                <a:latin typeface="Courier New" charset="0"/>
                <a:ea typeface="黑体" charset="0"/>
              </a:rPr>
              <a:t>	</a:t>
            </a:r>
            <a:r>
              <a:rPr lang="fr-FR" altLang="zh-CN" sz="2000" dirty="0">
                <a:solidFill>
                  <a:schemeClr val="accent2"/>
                </a:solidFill>
                <a:latin typeface="Courier New" charset="0"/>
                <a:ea typeface="黑体" charset="0"/>
              </a:rPr>
              <a:t>for</a:t>
            </a:r>
            <a:r>
              <a:rPr lang="fr-FR" altLang="zh-CN" sz="2000" dirty="0">
                <a:solidFill>
                  <a:schemeClr val="tx1"/>
                </a:solidFill>
                <a:latin typeface="Courier New" charset="0"/>
                <a:ea typeface="黑体" charset="0"/>
              </a:rPr>
              <a:t> (j=0; j&lt;COURSE; j++)</a:t>
            </a:r>
            <a:endParaRPr lang="fr-FR" altLang="zh-CN" sz="2000" dirty="0">
              <a:solidFill>
                <a:schemeClr val="tx1"/>
              </a:solidFill>
              <a:latin typeface="Courier New" charset="0"/>
              <a:ea typeface="黑体" charset="0"/>
            </a:endParaRPr>
          </a:p>
          <a:p>
            <a:pPr eaLnBrk="1">
              <a:lnSpc>
                <a:spcPct val="85000"/>
              </a:lnSpc>
              <a:buFont typeface="Monotype Sorts" charset="2"/>
              <a:buNone/>
              <a:defRPr/>
            </a:pPr>
            <a:r>
              <a:rPr lang="fr-FR" altLang="zh-CN" sz="2000" dirty="0">
                <a:solidFill>
                  <a:schemeClr val="tx1"/>
                </a:solidFill>
                <a:latin typeface="Courier New" charset="0"/>
                <a:ea typeface="黑体" charset="0"/>
              </a:rPr>
              <a:t>	{</a:t>
            </a:r>
            <a:endParaRPr lang="fr-FR" altLang="zh-CN" sz="2000" dirty="0">
              <a:solidFill>
                <a:schemeClr val="tx1"/>
              </a:solidFill>
              <a:latin typeface="Courier New" charset="0"/>
              <a:ea typeface="黑体" charset="0"/>
            </a:endParaRPr>
          </a:p>
          <a:p>
            <a:pPr eaLnBrk="1">
              <a:lnSpc>
                <a:spcPct val="85000"/>
              </a:lnSpc>
              <a:buFont typeface="Monotype Sorts" charset="2"/>
              <a:buNone/>
              <a:defRPr/>
            </a:pPr>
            <a:r>
              <a:rPr lang="fr-FR" altLang="zh-CN" sz="2000" dirty="0">
                <a:solidFill>
                  <a:schemeClr val="tx1"/>
                </a:solidFill>
                <a:latin typeface="Courier New" charset="0"/>
                <a:ea typeface="黑体" charset="0"/>
              </a:rPr>
              <a:t>    	</a:t>
            </a:r>
            <a:r>
              <a:rPr lang="fr-FR" altLang="zh-CN" sz="2000" dirty="0" err="1">
                <a:solidFill>
                  <a:schemeClr val="tx1"/>
                </a:solidFill>
                <a:latin typeface="Courier New" charset="0"/>
                <a:ea typeface="黑体" charset="0"/>
              </a:rPr>
              <a:t>sum</a:t>
            </a:r>
            <a:r>
              <a:rPr lang="fr-FR" altLang="zh-CN" sz="2000" dirty="0">
                <a:solidFill>
                  <a:schemeClr val="tx1"/>
                </a:solidFill>
                <a:latin typeface="Courier New" charset="0"/>
                <a:ea typeface="黑体" charset="0"/>
              </a:rPr>
              <a:t>[j] = 0;</a:t>
            </a:r>
            <a:endParaRPr lang="fr-FR" altLang="zh-CN" sz="2000" dirty="0">
              <a:solidFill>
                <a:schemeClr val="tx1"/>
              </a:solidFill>
              <a:latin typeface="Courier New" charset="0"/>
              <a:ea typeface="黑体" charset="0"/>
            </a:endParaRPr>
          </a:p>
          <a:p>
            <a:pPr eaLnBrk="1">
              <a:lnSpc>
                <a:spcPct val="85000"/>
              </a:lnSpc>
              <a:buFont typeface="Monotype Sorts" charset="2"/>
              <a:buNone/>
              <a:defRPr/>
            </a:pPr>
            <a:r>
              <a:rPr lang="fr-FR" altLang="zh-CN" sz="2000" dirty="0">
                <a:solidFill>
                  <a:schemeClr val="tx1"/>
                </a:solidFill>
                <a:latin typeface="Courier New" charset="0"/>
                <a:ea typeface="黑体" charset="0"/>
              </a:rPr>
              <a:t>    	</a:t>
            </a:r>
            <a:r>
              <a:rPr lang="fr-FR" altLang="zh-CN" sz="2000" dirty="0">
                <a:solidFill>
                  <a:schemeClr val="accent2"/>
                </a:solidFill>
                <a:latin typeface="Courier New" charset="0"/>
                <a:ea typeface="黑体" charset="0"/>
              </a:rPr>
              <a:t>for</a:t>
            </a:r>
            <a:r>
              <a:rPr lang="fr-FR" altLang="zh-CN" sz="2000" dirty="0">
                <a:solidFill>
                  <a:schemeClr val="tx1"/>
                </a:solidFill>
                <a:latin typeface="Courier New" charset="0"/>
                <a:ea typeface="黑体" charset="0"/>
              </a:rPr>
              <a:t> (i=0; i&lt;n; i++)</a:t>
            </a:r>
            <a:endParaRPr lang="fr-FR" altLang="zh-CN" sz="2000" dirty="0">
              <a:solidFill>
                <a:schemeClr val="tx1"/>
              </a:solidFill>
              <a:latin typeface="Courier New" charset="0"/>
              <a:ea typeface="黑体" charset="0"/>
            </a:endParaRPr>
          </a:p>
          <a:p>
            <a:pPr eaLnBrk="1">
              <a:lnSpc>
                <a:spcPct val="85000"/>
              </a:lnSpc>
              <a:buFont typeface="Monotype Sorts" charset="2"/>
              <a:buNone/>
              <a:defRPr/>
            </a:pPr>
            <a:r>
              <a:rPr lang="fr-FR" altLang="zh-CN" sz="2000" dirty="0">
                <a:solidFill>
                  <a:schemeClr val="tx1"/>
                </a:solidFill>
                <a:latin typeface="Courier New" charset="0"/>
                <a:ea typeface="黑体" charset="0"/>
              </a:rPr>
              <a:t>    	{</a:t>
            </a:r>
            <a:endParaRPr lang="fr-FR" altLang="zh-CN" sz="2000" dirty="0">
              <a:solidFill>
                <a:schemeClr val="tx1"/>
              </a:solidFill>
              <a:latin typeface="Courier New" charset="0"/>
              <a:ea typeface="黑体" charset="0"/>
            </a:endParaRPr>
          </a:p>
          <a:p>
            <a:pPr eaLnBrk="1">
              <a:lnSpc>
                <a:spcPct val="85000"/>
              </a:lnSpc>
              <a:buFont typeface="Monotype Sorts" charset="2"/>
              <a:buNone/>
              <a:defRPr/>
            </a:pPr>
            <a:r>
              <a:rPr lang="fr-FR" altLang="zh-CN" sz="2000" dirty="0">
                <a:solidFill>
                  <a:schemeClr val="tx1"/>
                </a:solidFill>
                <a:latin typeface="Courier New" charset="0"/>
                <a:ea typeface="黑体" charset="0"/>
              </a:rPr>
              <a:t>      	</a:t>
            </a:r>
            <a:r>
              <a:rPr lang="fr-FR" altLang="zh-CN" sz="2000" dirty="0" err="1">
                <a:solidFill>
                  <a:schemeClr val="tx1"/>
                </a:solidFill>
                <a:latin typeface="Courier New" charset="0"/>
                <a:ea typeface="黑体" charset="0"/>
              </a:rPr>
              <a:t>sum</a:t>
            </a:r>
            <a:r>
              <a:rPr lang="fr-FR" altLang="zh-CN" sz="2000" dirty="0">
                <a:solidFill>
                  <a:schemeClr val="tx1"/>
                </a:solidFill>
                <a:latin typeface="Courier New" charset="0"/>
                <a:ea typeface="黑体" charset="0"/>
              </a:rPr>
              <a:t>[j] = </a:t>
            </a:r>
            <a:r>
              <a:rPr lang="fr-FR" altLang="zh-CN" sz="2000" dirty="0" err="1">
                <a:solidFill>
                  <a:schemeClr val="tx1"/>
                </a:solidFill>
                <a:latin typeface="Courier New" charset="0"/>
                <a:ea typeface="黑体" charset="0"/>
              </a:rPr>
              <a:t>sum</a:t>
            </a:r>
            <a:r>
              <a:rPr lang="fr-FR" altLang="zh-CN" sz="2000" dirty="0">
                <a:solidFill>
                  <a:schemeClr val="tx1"/>
                </a:solidFill>
                <a:latin typeface="Courier New" charset="0"/>
                <a:ea typeface="黑体" charset="0"/>
              </a:rPr>
              <a:t>[j] + score[i][j]; </a:t>
            </a:r>
            <a:endParaRPr lang="fr-FR" altLang="zh-CN" sz="2000" dirty="0">
              <a:solidFill>
                <a:schemeClr val="tx1"/>
              </a:solidFill>
              <a:latin typeface="Courier New" charset="0"/>
              <a:ea typeface="黑体" charset="0"/>
            </a:endParaRPr>
          </a:p>
          <a:p>
            <a:pPr eaLnBrk="1">
              <a:lnSpc>
                <a:spcPct val="85000"/>
              </a:lnSpc>
              <a:buFont typeface="Monotype Sorts" charset="2"/>
              <a:buNone/>
              <a:defRPr/>
            </a:pPr>
            <a:r>
              <a:rPr lang="fr-FR" altLang="zh-CN" sz="2000" dirty="0">
                <a:solidFill>
                  <a:schemeClr val="tx1"/>
                </a:solidFill>
                <a:latin typeface="Courier New" charset="0"/>
                <a:ea typeface="黑体" charset="0"/>
              </a:rPr>
              <a:t>    	}  </a:t>
            </a:r>
            <a:endParaRPr lang="fr-FR" altLang="zh-CN" sz="2000" dirty="0">
              <a:solidFill>
                <a:schemeClr val="tx1"/>
              </a:solidFill>
              <a:latin typeface="Courier New" charset="0"/>
              <a:ea typeface="黑体" charset="0"/>
            </a:endParaRPr>
          </a:p>
          <a:p>
            <a:pPr eaLnBrk="1">
              <a:lnSpc>
                <a:spcPct val="85000"/>
              </a:lnSpc>
              <a:buFont typeface="Monotype Sorts" charset="2"/>
              <a:buNone/>
              <a:defRPr/>
            </a:pPr>
            <a:r>
              <a:rPr lang="fr-FR" altLang="zh-CN" sz="2000" dirty="0">
                <a:solidFill>
                  <a:schemeClr val="tx1"/>
                </a:solidFill>
                <a:latin typeface="Courier New" charset="0"/>
                <a:ea typeface="黑体" charset="0"/>
              </a:rPr>
              <a:t>		</a:t>
            </a:r>
            <a:r>
              <a:rPr lang="fr-FR" altLang="zh-CN" sz="2000" dirty="0" err="1">
                <a:solidFill>
                  <a:schemeClr val="tx1"/>
                </a:solidFill>
                <a:latin typeface="Courier New" charset="0"/>
                <a:ea typeface="黑体" charset="0"/>
              </a:rPr>
              <a:t>aver</a:t>
            </a:r>
            <a:r>
              <a:rPr lang="fr-FR" altLang="zh-CN" sz="2000" dirty="0">
                <a:solidFill>
                  <a:schemeClr val="tx1"/>
                </a:solidFill>
                <a:latin typeface="Courier New" charset="0"/>
                <a:ea typeface="黑体" charset="0"/>
              </a:rPr>
              <a:t>[j] = (</a:t>
            </a:r>
            <a:r>
              <a:rPr lang="fr-FR" altLang="zh-CN" sz="2000" dirty="0" err="1">
                <a:solidFill>
                  <a:schemeClr val="tx1"/>
                </a:solidFill>
                <a:latin typeface="Courier New" charset="0"/>
                <a:ea typeface="黑体" charset="0"/>
              </a:rPr>
              <a:t>float</a:t>
            </a:r>
            <a:r>
              <a:rPr lang="fr-FR" altLang="zh-CN" sz="2000" dirty="0">
                <a:solidFill>
                  <a:schemeClr val="tx1"/>
                </a:solidFill>
                <a:latin typeface="Courier New" charset="0"/>
                <a:ea typeface="黑体" charset="0"/>
              </a:rPr>
              <a:t>) </a:t>
            </a:r>
            <a:r>
              <a:rPr lang="fr-FR" altLang="zh-CN" sz="2000" dirty="0" err="1">
                <a:solidFill>
                  <a:schemeClr val="tx1"/>
                </a:solidFill>
                <a:latin typeface="Courier New" charset="0"/>
                <a:ea typeface="黑体" charset="0"/>
              </a:rPr>
              <a:t>sum</a:t>
            </a:r>
            <a:r>
              <a:rPr lang="fr-FR" altLang="zh-CN" sz="2000" dirty="0">
                <a:solidFill>
                  <a:schemeClr val="tx1"/>
                </a:solidFill>
                <a:latin typeface="Courier New" charset="0"/>
                <a:ea typeface="黑体" charset="0"/>
              </a:rPr>
              <a:t>[j] / n;        </a:t>
            </a:r>
            <a:endParaRPr lang="fr-FR" altLang="zh-CN" sz="2000" dirty="0">
              <a:solidFill>
                <a:schemeClr val="tx1"/>
              </a:solidFill>
              <a:latin typeface="Courier New" charset="0"/>
              <a:ea typeface="黑体" charset="0"/>
            </a:endParaRPr>
          </a:p>
          <a:p>
            <a:pPr eaLnBrk="1">
              <a:lnSpc>
                <a:spcPct val="85000"/>
              </a:lnSpc>
              <a:buFont typeface="Monotype Sorts" charset="2"/>
              <a:buNone/>
              <a:defRPr/>
            </a:pPr>
            <a:r>
              <a:rPr lang="fr-FR" altLang="zh-CN" sz="2000" dirty="0">
                <a:solidFill>
                  <a:schemeClr val="tx1"/>
                </a:solidFill>
                <a:latin typeface="Courier New" charset="0"/>
                <a:ea typeface="黑体" charset="0"/>
              </a:rPr>
              <a:t>	}  </a:t>
            </a:r>
            <a:endParaRPr lang="fr-FR" altLang="zh-CN" sz="2000" dirty="0">
              <a:solidFill>
                <a:schemeClr val="tx1"/>
              </a:solidFill>
              <a:latin typeface="Courier New" charset="0"/>
              <a:ea typeface="黑体" charset="0"/>
            </a:endParaRPr>
          </a:p>
          <a:p>
            <a:pPr eaLnBrk="1">
              <a:lnSpc>
                <a:spcPct val="85000"/>
              </a:lnSpc>
              <a:buFont typeface="Monotype Sorts" charset="2"/>
              <a:buNone/>
              <a:defRPr/>
            </a:pPr>
            <a:r>
              <a:rPr lang="fr-FR" altLang="zh-CN" sz="2000" dirty="0">
                <a:solidFill>
                  <a:schemeClr val="tx1"/>
                </a:solidFill>
                <a:latin typeface="Courier New" charset="0"/>
                <a:ea typeface="黑体" charset="0"/>
              </a:rPr>
              <a:t>}</a:t>
            </a:r>
            <a:endParaRPr lang="zh-CN" altLang="en-US" sz="2000" dirty="0">
              <a:solidFill>
                <a:schemeClr val="tx1"/>
              </a:solidFill>
              <a:latin typeface="Courier New" charset="0"/>
              <a:ea typeface="黑体" charset="0"/>
            </a:endParaRPr>
          </a:p>
        </p:txBody>
      </p:sp>
      <p:sp>
        <p:nvSpPr>
          <p:cNvPr id="309252" name="AutoShape 4"/>
          <p:cNvSpPr/>
          <p:nvPr/>
        </p:nvSpPr>
        <p:spPr bwMode="auto">
          <a:xfrm>
            <a:off x="4787900" y="2667000"/>
            <a:ext cx="3960813" cy="906463"/>
          </a:xfrm>
          <a:prstGeom prst="borderCallout3">
            <a:avLst>
              <a:gd name="adj1" fmla="val 12611"/>
              <a:gd name="adj2" fmla="val 101926"/>
              <a:gd name="adj3" fmla="val 12611"/>
              <a:gd name="adj4" fmla="val 104250"/>
              <a:gd name="adj5" fmla="val -41329"/>
              <a:gd name="adj6" fmla="val 104250"/>
              <a:gd name="adj7" fmla="val -95273"/>
              <a:gd name="adj8" fmla="val -24449"/>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rgbClr val="FF0000"/>
                </a:solidFill>
                <a:latin typeface="Times New Roman" pitchFamily="18" charset="0"/>
              </a:defRPr>
            </a:lvl1pPr>
            <a:lvl2pPr marL="742950" indent="-285750">
              <a:defRPr sz="2800" b="1">
                <a:solidFill>
                  <a:srgbClr val="FF0000"/>
                </a:solidFill>
                <a:latin typeface="Times New Roman" pitchFamily="18" charset="0"/>
              </a:defRPr>
            </a:lvl2pPr>
            <a:lvl3pPr marL="1143000" indent="-228600">
              <a:defRPr sz="2800" b="1">
                <a:solidFill>
                  <a:srgbClr val="FF0000"/>
                </a:solidFill>
                <a:latin typeface="Times New Roman" pitchFamily="18" charset="0"/>
              </a:defRPr>
            </a:lvl3pPr>
            <a:lvl4pPr marL="1600200" indent="-228600">
              <a:defRPr sz="2800" b="1">
                <a:solidFill>
                  <a:srgbClr val="FF0000"/>
                </a:solidFill>
                <a:latin typeface="Times New Roman" pitchFamily="18" charset="0"/>
              </a:defRPr>
            </a:lvl4pPr>
            <a:lvl5pPr marL="2057400" indent="-228600">
              <a:defRPr sz="2800" b="1">
                <a:solidFill>
                  <a:srgbClr val="FF0000"/>
                </a:solidFill>
                <a:latin typeface="Times New Roman" pitchFamily="18" charset="0"/>
              </a:defRPr>
            </a:lvl5pPr>
            <a:lvl6pPr marL="2514600" indent="-228600" eaLnBrk="0" fontAlgn="base" hangingPunct="0">
              <a:spcBef>
                <a:spcPct val="50000"/>
              </a:spcBef>
              <a:spcAft>
                <a:spcPct val="0"/>
              </a:spcAft>
              <a:defRPr sz="2800" b="1">
                <a:solidFill>
                  <a:srgbClr val="FF0000"/>
                </a:solidFill>
                <a:latin typeface="Times New Roman" pitchFamily="18" charset="0"/>
              </a:defRPr>
            </a:lvl6pPr>
            <a:lvl7pPr marL="2971800" indent="-228600" eaLnBrk="0" fontAlgn="base" hangingPunct="0">
              <a:spcBef>
                <a:spcPct val="50000"/>
              </a:spcBef>
              <a:spcAft>
                <a:spcPct val="0"/>
              </a:spcAft>
              <a:defRPr sz="2800" b="1">
                <a:solidFill>
                  <a:srgbClr val="FF0000"/>
                </a:solidFill>
                <a:latin typeface="Times New Roman" pitchFamily="18" charset="0"/>
              </a:defRPr>
            </a:lvl7pPr>
            <a:lvl8pPr marL="3429000" indent="-228600" eaLnBrk="0" fontAlgn="base" hangingPunct="0">
              <a:spcBef>
                <a:spcPct val="50000"/>
              </a:spcBef>
              <a:spcAft>
                <a:spcPct val="0"/>
              </a:spcAft>
              <a:defRPr sz="2800" b="1">
                <a:solidFill>
                  <a:srgbClr val="FF0000"/>
                </a:solidFill>
                <a:latin typeface="Times New Roman" pitchFamily="18" charset="0"/>
              </a:defRPr>
            </a:lvl8pPr>
            <a:lvl9pPr marL="3886200" indent="-228600" eaLnBrk="0" fontAlgn="base" hangingPunct="0">
              <a:spcBef>
                <a:spcPct val="50000"/>
              </a:spcBef>
              <a:spcAft>
                <a:spcPct val="0"/>
              </a:spcAft>
              <a:defRPr sz="2800" b="1">
                <a:solidFill>
                  <a:srgbClr val="FF0000"/>
                </a:solidFill>
                <a:latin typeface="Times New Roman" pitchFamily="18" charset="0"/>
              </a:defRPr>
            </a:lvl9pPr>
          </a:lstStyle>
          <a:p>
            <a:pPr algn="ctr">
              <a:spcBef>
                <a:spcPct val="0"/>
              </a:spcBef>
            </a:pPr>
            <a:r>
              <a:rPr lang="zh-CN" altLang="en-US" sz="2400">
                <a:solidFill>
                  <a:srgbClr val="3366FF"/>
                </a:solidFill>
                <a:effectLst>
                  <a:outerShdw blurRad="38100" dist="38100" dir="2700000" algn="tl">
                    <a:srgbClr val="000000"/>
                  </a:outerShdw>
                </a:effectLst>
                <a:ea typeface="宋体" charset="-122"/>
              </a:rPr>
              <a:t>可以省略数组第一维的长度</a:t>
            </a:r>
            <a:endParaRPr lang="zh-CN" altLang="en-US" sz="2400">
              <a:solidFill>
                <a:srgbClr val="3366FF"/>
              </a:solidFill>
              <a:effectLst>
                <a:outerShdw blurRad="38100" dist="38100" dir="2700000" algn="tl">
                  <a:srgbClr val="000000"/>
                </a:outerShdw>
              </a:effectLst>
              <a:ea typeface="宋体" charset="-122"/>
            </a:endParaRPr>
          </a:p>
          <a:p>
            <a:pPr algn="ctr">
              <a:spcBef>
                <a:spcPct val="0"/>
              </a:spcBef>
            </a:pPr>
            <a:r>
              <a:rPr lang="zh-CN" altLang="en-US" sz="2400">
                <a:solidFill>
                  <a:srgbClr val="3366FF"/>
                </a:solidFill>
                <a:effectLst>
                  <a:outerShdw blurRad="38100" dist="38100" dir="2700000" algn="tl">
                    <a:srgbClr val="000000"/>
                  </a:outerShdw>
                </a:effectLst>
                <a:ea typeface="宋体" charset="-122"/>
              </a:rPr>
              <a:t>不能省略数组第二维的长度</a:t>
            </a:r>
            <a:endParaRPr lang="zh-CN" altLang="en-US" sz="2400">
              <a:solidFill>
                <a:srgbClr val="3366FF"/>
              </a:solidFill>
              <a:effectLst>
                <a:outerShdw blurRad="38100" dist="38100" dir="2700000" algn="tl">
                  <a:srgbClr val="000000"/>
                </a:outerShdw>
              </a:effectLst>
              <a:ea typeface="宋体" charset="-122"/>
            </a:endParaRPr>
          </a:p>
        </p:txBody>
      </p:sp>
      <p:sp>
        <p:nvSpPr>
          <p:cNvPr id="2" name="日期占位符 1"/>
          <p:cNvSpPr/>
          <p:nvPr>
            <p:ph type="dt" sz="half" idx="10"/>
          </p:nvPr>
        </p:nvSpPr>
        <p:spPr/>
        <p:txBody>
          <a:bodyPr/>
          <a:lstStyle/>
          <a:p>
            <a:fld id="{8492B964-8914-9643-AA20-F7B0D109B20E}" type="datetime1">
              <a:rPr lang="zh-CN" altLang="en-US" smtClean="0"/>
            </a:fld>
            <a:endParaRPr lang="en-US" dirty="0"/>
          </a:p>
        </p:txBody>
      </p:sp>
      <p:sp>
        <p:nvSpPr>
          <p:cNvPr id="4" name="幻灯片编号占位符 3"/>
          <p:cNvSpPr/>
          <p:nvPr>
            <p:ph type="sldNum" sz="quarter" idx="12"/>
          </p:nvPr>
        </p:nvSpPr>
        <p:spPr/>
        <p:txBody>
          <a:bodyPr/>
          <a:lstStyle/>
          <a:p>
            <a:fld id="{4FAB73BC-B049-4115-A692-8D63A059BFB8}" type="slidenum">
              <a:rPr lang="en-US" smtClean="0"/>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92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0925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2" grpId="0" animBg="1"/>
      <p:bldP spid="309252" grpId="1"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木活字">
  <a:themeElements>
    <a:clrScheme name="木活字">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木活字">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木活字">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0</TotalTime>
  <Words>0</Words>
  <Application/>
  <PresentationFormat>全屏显示(4:3)</PresentationFormat>
  <Paragraphs>1578</Paragraphs>
  <Slides>0</Slides>
  <Notes>8</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74</vt:i4>
      </vt:variant>
    </vt:vector>
  </HeadingPairs>
  <TitlesOfParts>
    <vt:vector size="94" baseType="lpstr">
      <vt:lpstr>Arial</vt:lpstr>
      <vt:lpstr>宋体</vt:lpstr>
      <vt:lpstr>Wingdings</vt:lpstr>
      <vt:lpstr>Monotype Sorts</vt:lpstr>
      <vt:lpstr>Courier New</vt:lpstr>
      <vt:lpstr>Rockwell Extra Bold</vt:lpstr>
      <vt:lpstr>Calibri</vt:lpstr>
      <vt:lpstr>Times New Roman</vt:lpstr>
      <vt:lpstr>Times</vt:lpstr>
      <vt:lpstr>隶书</vt:lpstr>
      <vt:lpstr>楷体_GB2312</vt:lpstr>
      <vt:lpstr>Courier</vt:lpstr>
      <vt:lpstr>黑体</vt:lpstr>
      <vt:lpstr>华文细黑</vt:lpstr>
      <vt:lpstr>Franklin Gothic Medium</vt:lpstr>
      <vt:lpstr>华文楷体</vt:lpstr>
      <vt:lpstr>Rockwell</vt:lpstr>
      <vt:lpstr>方正姚体</vt:lpstr>
      <vt:lpstr>Rockwell Condensed</vt:lpstr>
      <vt:lpstr>木活字</vt:lpstr>
      <vt:lpstr>程序设计与编程方法</vt:lpstr>
      <vt:lpstr>内容提要</vt:lpstr>
      <vt:lpstr>程序设计的艺术</vt:lpstr>
      <vt:lpstr>数学函数(1)</vt:lpstr>
      <vt:lpstr>数学函数(2)</vt:lpstr>
      <vt:lpstr>程序设计中的函数</vt:lpstr>
      <vt:lpstr>用函数解决问题的要点</vt:lpstr>
      <vt:lpstr>C中的函数(Function)</vt:lpstr>
      <vt:lpstr>函数的分类 </vt:lpstr>
      <vt:lpstr>函数的定义</vt:lpstr>
      <vt:lpstr>函数定义（definition）</vt:lpstr>
      <vt:lpstr>函数参数</vt:lpstr>
      <vt:lpstr>函数调用（call）</vt:lpstr>
      <vt:lpstr>对函数接口加以注释说明 </vt:lpstr>
      <vt:lpstr>例5.1a  计算两个整数的平均数</vt:lpstr>
      <vt:lpstr>例5.1b 使用了Average函数的main() </vt:lpstr>
      <vt:lpstr>函数调用（call）</vt:lpstr>
      <vt:lpstr>函数原型（prototype）</vt:lpstr>
      <vt:lpstr>例5.1 </vt:lpstr>
      <vt:lpstr>例5.1 </vt:lpstr>
      <vt:lpstr>函数与类型</vt:lpstr>
      <vt:lpstr>函数与类型</vt:lpstr>
      <vt:lpstr>命名规则</vt:lpstr>
      <vt:lpstr>PowerPoint 演示文稿</vt:lpstr>
      <vt:lpstr>PowerPoint 演示文稿</vt:lpstr>
      <vt:lpstr>函数的递归调用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变量的作用域 </vt:lpstr>
      <vt:lpstr>局部变量</vt:lpstr>
      <vt:lpstr>全局变量</vt:lpstr>
      <vt:lpstr>例5.7 </vt:lpstr>
      <vt:lpstr>例5.8 </vt:lpstr>
      <vt:lpstr>变量的存储类型 </vt:lpstr>
      <vt:lpstr>自动变量 （auto ）</vt:lpstr>
      <vt:lpstr>静态变量（static）</vt:lpstr>
      <vt:lpstr>例5.9 </vt:lpstr>
      <vt:lpstr>例5.9 </vt:lpstr>
      <vt:lpstr>静态变量</vt:lpstr>
      <vt:lpstr>模块</vt:lpstr>
      <vt:lpstr>模块化程序设计方法</vt:lpstr>
      <vt:lpstr>PowerPoint 演示文稿</vt:lpstr>
      <vt:lpstr>用函数完成此题</vt:lpstr>
      <vt:lpstr>程序框架流程</vt:lpstr>
      <vt:lpstr>主功能               猜数字</vt:lpstr>
      <vt:lpstr>模块化程序设计方法</vt:lpstr>
      <vt:lpstr>函数设计的原则</vt:lpstr>
      <vt:lpstr>模块和链接 </vt:lpstr>
      <vt:lpstr>Thanks  for  thinking</vt:lpstr>
      <vt:lpstr>一维数组和多维数组</vt:lpstr>
      <vt:lpstr>PowerPoint 演示文稿</vt:lpstr>
      <vt:lpstr>二维数组的初始化示例</vt:lpstr>
      <vt:lpstr>二维数组的存储结构</vt:lpstr>
      <vt:lpstr>PowerPoint 演示文稿</vt:lpstr>
      <vt:lpstr>二维数组的输入和输出</vt:lpstr>
      <vt:lpstr>如何使两个数组的值相等</vt:lpstr>
      <vt:lpstr>如何使两个数组的值相等</vt:lpstr>
      <vt:lpstr>PowerPoint 演示文稿</vt:lpstr>
      <vt:lpstr>例6.2 —打印最高分</vt:lpstr>
      <vt:lpstr>例6.2 —打印最高分</vt:lpstr>
      <vt:lpstr>例6.2 —打印最高分及其学生序号 </vt:lpstr>
      <vt:lpstr>用函数实现打印最高分</vt:lpstr>
      <vt:lpstr>PowerPoint 演示文稿</vt:lpstr>
      <vt:lpstr>数组名作函数参数</vt:lpstr>
      <vt:lpstr> 简单变量和数组作函数参数的区别</vt:lpstr>
      <vt:lpstr>用函数实现打印最高分</vt:lpstr>
      <vt:lpstr>向函数传递二维数组</vt:lpstr>
      <vt:lpstr>例6.8 计算每门课程的总分和平均分</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iPad</cp:lastModifiedBy>
  <cp:revision>171</cp:revision>
  <dcterms:created xsi:type="dcterms:W3CDTF">1900-01-01T00:00:00Z</dcterms:created>
  <dcterms:modified xsi:type="dcterms:W3CDTF">1900-01-01T00:00:00Z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C3F01D5097A39877E6176D6399A0E6BA</vt:lpwstr>
  </property>
  <property fmtid="{D5CDD505-2E9C-101B-9397-08002B2CF9AE}" pid="3" name="KSOProductBuildVer">
    <vt:lpwstr>2052-11.31.0</vt:lpwstr>
  </property>
</Properties>
</file>